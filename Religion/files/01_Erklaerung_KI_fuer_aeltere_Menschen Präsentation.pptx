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EFCC70-2036-0228-577D-DBA9DE17B3DF}" name="Dima Becker" initials="DB" userId="S::dima.becker@infios.com::a842b86d-45ea-43c2-b817-e9c36c9d776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A5FDAD-45FC-46BB-B5F1-C0E658C5CE9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6172522-EEB2-43A9-BABC-89EC901F021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="0" i="0" baseline="0" dirty="0"/>
            <a:t>Computer übernehmen Aufgaben wie Menschen</a:t>
          </a:r>
          <a:endParaRPr lang="en-US" dirty="0"/>
        </a:p>
      </dgm:t>
    </dgm:pt>
    <dgm:pt modelId="{789FCADB-A64F-40E5-80FE-0049382A250F}" type="parTrans" cxnId="{84BC911E-77FF-4FE9-8A8D-7167BA58F06C}">
      <dgm:prSet/>
      <dgm:spPr/>
      <dgm:t>
        <a:bodyPr/>
        <a:lstStyle/>
        <a:p>
          <a:endParaRPr lang="en-US"/>
        </a:p>
      </dgm:t>
    </dgm:pt>
    <dgm:pt modelId="{1741E0BE-E28B-492E-9065-1D6020708EEC}" type="sibTrans" cxnId="{84BC911E-77FF-4FE9-8A8D-7167BA58F06C}">
      <dgm:prSet/>
      <dgm:spPr/>
      <dgm:t>
        <a:bodyPr/>
        <a:lstStyle/>
        <a:p>
          <a:endParaRPr lang="en-US"/>
        </a:p>
      </dgm:t>
    </dgm:pt>
    <dgm:pt modelId="{58696126-FD52-46A6-A0CD-2AA661ABC43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="0" i="0" baseline="0"/>
            <a:t>Kann </a:t>
          </a:r>
          <a:r>
            <a:rPr lang="de-DE" b="1" i="0" baseline="0"/>
            <a:t>Sprache verstehen</a:t>
          </a:r>
          <a:endParaRPr lang="en-US"/>
        </a:p>
      </dgm:t>
    </dgm:pt>
    <dgm:pt modelId="{06B33A2F-DCC5-4CE4-9D67-CF4B2C85002B}" type="parTrans" cxnId="{226C37B1-B65D-4896-9F49-E77179C9CDAD}">
      <dgm:prSet/>
      <dgm:spPr/>
      <dgm:t>
        <a:bodyPr/>
        <a:lstStyle/>
        <a:p>
          <a:endParaRPr lang="en-US"/>
        </a:p>
      </dgm:t>
    </dgm:pt>
    <dgm:pt modelId="{E717E49F-3C5C-4BF3-8BDA-076244041509}" type="sibTrans" cxnId="{226C37B1-B65D-4896-9F49-E77179C9CDAD}">
      <dgm:prSet/>
      <dgm:spPr/>
      <dgm:t>
        <a:bodyPr/>
        <a:lstStyle/>
        <a:p>
          <a:endParaRPr lang="en-US"/>
        </a:p>
      </dgm:t>
    </dgm:pt>
    <dgm:pt modelId="{18E6922C-89FB-481F-9316-90EC8670CA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="0" i="0" baseline="0"/>
            <a:t>Kann </a:t>
          </a:r>
          <a:r>
            <a:rPr lang="de-DE" b="1" i="0" baseline="0"/>
            <a:t>Bilder erkennen</a:t>
          </a:r>
          <a:endParaRPr lang="en-US"/>
        </a:p>
      </dgm:t>
    </dgm:pt>
    <dgm:pt modelId="{85FEF093-F289-4876-BB6D-30802BB84127}" type="parTrans" cxnId="{3630B9AC-6A3A-4603-8239-7C10BD85808F}">
      <dgm:prSet/>
      <dgm:spPr/>
      <dgm:t>
        <a:bodyPr/>
        <a:lstStyle/>
        <a:p>
          <a:endParaRPr lang="en-US"/>
        </a:p>
      </dgm:t>
    </dgm:pt>
    <dgm:pt modelId="{0710E1D0-8451-431E-9902-0392A9322DA9}" type="sibTrans" cxnId="{3630B9AC-6A3A-4603-8239-7C10BD85808F}">
      <dgm:prSet/>
      <dgm:spPr/>
      <dgm:t>
        <a:bodyPr/>
        <a:lstStyle/>
        <a:p>
          <a:endParaRPr lang="en-US"/>
        </a:p>
      </dgm:t>
    </dgm:pt>
    <dgm:pt modelId="{9AC99361-D266-4D54-B94A-B3945E84E51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DE" b="0" i="0" baseline="0"/>
            <a:t>Trifft </a:t>
          </a:r>
          <a:r>
            <a:rPr lang="de-DE" b="1" i="0" baseline="0"/>
            <a:t>Entscheidungen mit Daten</a:t>
          </a:r>
          <a:endParaRPr lang="en-US"/>
        </a:p>
      </dgm:t>
    </dgm:pt>
    <dgm:pt modelId="{D0BA8732-2D39-40FC-B3ED-8604E7E8B7E6}" type="parTrans" cxnId="{B05C5868-922A-4195-84E6-C28CC2A90D87}">
      <dgm:prSet/>
      <dgm:spPr/>
      <dgm:t>
        <a:bodyPr/>
        <a:lstStyle/>
        <a:p>
          <a:endParaRPr lang="en-US"/>
        </a:p>
      </dgm:t>
    </dgm:pt>
    <dgm:pt modelId="{B7610C84-3E4C-4E5B-9EC2-78CFFF1F0F73}" type="sibTrans" cxnId="{B05C5868-922A-4195-84E6-C28CC2A90D87}">
      <dgm:prSet/>
      <dgm:spPr/>
      <dgm:t>
        <a:bodyPr/>
        <a:lstStyle/>
        <a:p>
          <a:endParaRPr lang="en-US"/>
        </a:p>
      </dgm:t>
    </dgm:pt>
    <dgm:pt modelId="{E2B0FE0F-5D2E-4016-B5FC-61D089D369DF}" type="pres">
      <dgm:prSet presAssocID="{CCA5FDAD-45FC-46BB-B5F1-C0E658C5CE93}" presName="root" presStyleCnt="0">
        <dgm:presLayoutVars>
          <dgm:dir/>
          <dgm:resizeHandles val="exact"/>
        </dgm:presLayoutVars>
      </dgm:prSet>
      <dgm:spPr/>
    </dgm:pt>
    <dgm:pt modelId="{A0399D88-02CC-42E9-8A01-C375D35AD6BA}" type="pres">
      <dgm:prSet presAssocID="{B6172522-EEB2-43A9-BABC-89EC901F0213}" presName="compNode" presStyleCnt="0"/>
      <dgm:spPr/>
    </dgm:pt>
    <dgm:pt modelId="{7560B01A-4613-417E-82F3-C11EC1D20707}" type="pres">
      <dgm:prSet presAssocID="{B6172522-EEB2-43A9-BABC-89EC901F0213}" presName="iconBgRect" presStyleLbl="bgShp" presStyleIdx="0" presStyleCnt="4"/>
      <dgm:spPr/>
    </dgm:pt>
    <dgm:pt modelId="{A6F0668E-EB23-4409-A477-FD0BB2133ACC}" type="pres">
      <dgm:prSet presAssocID="{B6172522-EEB2-43A9-BABC-89EC901F021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E99F4D9-F313-4BA8-8BF0-06C18966438B}" type="pres">
      <dgm:prSet presAssocID="{B6172522-EEB2-43A9-BABC-89EC901F0213}" presName="spaceRect" presStyleCnt="0"/>
      <dgm:spPr/>
    </dgm:pt>
    <dgm:pt modelId="{78EA1071-317F-4A15-A7A6-502D9D49A17B}" type="pres">
      <dgm:prSet presAssocID="{B6172522-EEB2-43A9-BABC-89EC901F0213}" presName="textRect" presStyleLbl="revTx" presStyleIdx="0" presStyleCnt="4">
        <dgm:presLayoutVars>
          <dgm:chMax val="1"/>
          <dgm:chPref val="1"/>
        </dgm:presLayoutVars>
      </dgm:prSet>
      <dgm:spPr/>
    </dgm:pt>
    <dgm:pt modelId="{C5B22D00-F624-43FE-A740-9ED9AA12C975}" type="pres">
      <dgm:prSet presAssocID="{1741E0BE-E28B-492E-9065-1D6020708EEC}" presName="sibTrans" presStyleCnt="0"/>
      <dgm:spPr/>
    </dgm:pt>
    <dgm:pt modelId="{615EB364-9913-4F81-8EB6-5A0EF0FD5B50}" type="pres">
      <dgm:prSet presAssocID="{58696126-FD52-46A6-A0CD-2AA661ABC435}" presName="compNode" presStyleCnt="0"/>
      <dgm:spPr/>
    </dgm:pt>
    <dgm:pt modelId="{F0923651-E5DB-4453-8084-2E50DD45B25A}" type="pres">
      <dgm:prSet presAssocID="{58696126-FD52-46A6-A0CD-2AA661ABC435}" presName="iconBgRect" presStyleLbl="bgShp" presStyleIdx="1" presStyleCnt="4"/>
      <dgm:spPr/>
    </dgm:pt>
    <dgm:pt modelId="{AB349F06-46C2-449F-8A08-1F7759EA0B8B}" type="pres">
      <dgm:prSet presAssocID="{58696126-FD52-46A6-A0CD-2AA661ABC43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05BC071-656C-4C78-915B-6AED045F6B75}" type="pres">
      <dgm:prSet presAssocID="{58696126-FD52-46A6-A0CD-2AA661ABC435}" presName="spaceRect" presStyleCnt="0"/>
      <dgm:spPr/>
    </dgm:pt>
    <dgm:pt modelId="{E6C02BAE-C4B2-47B2-B1CF-A75073880E71}" type="pres">
      <dgm:prSet presAssocID="{58696126-FD52-46A6-A0CD-2AA661ABC435}" presName="textRect" presStyleLbl="revTx" presStyleIdx="1" presStyleCnt="4">
        <dgm:presLayoutVars>
          <dgm:chMax val="1"/>
          <dgm:chPref val="1"/>
        </dgm:presLayoutVars>
      </dgm:prSet>
      <dgm:spPr/>
    </dgm:pt>
    <dgm:pt modelId="{A6CB9324-2FCE-44DA-AF53-45D41545D183}" type="pres">
      <dgm:prSet presAssocID="{E717E49F-3C5C-4BF3-8BDA-076244041509}" presName="sibTrans" presStyleCnt="0"/>
      <dgm:spPr/>
    </dgm:pt>
    <dgm:pt modelId="{CFE817AC-15DC-49F1-933B-CD9A9F778751}" type="pres">
      <dgm:prSet presAssocID="{18E6922C-89FB-481F-9316-90EC8670CA0A}" presName="compNode" presStyleCnt="0"/>
      <dgm:spPr/>
    </dgm:pt>
    <dgm:pt modelId="{E500EF1F-AF71-44FD-8B3E-A05D3CFE2DEA}" type="pres">
      <dgm:prSet presAssocID="{18E6922C-89FB-481F-9316-90EC8670CA0A}" presName="iconBgRect" presStyleLbl="bgShp" presStyleIdx="2" presStyleCnt="4"/>
      <dgm:spPr/>
    </dgm:pt>
    <dgm:pt modelId="{1B9209A2-7213-4792-88E8-C0E269204DE8}" type="pres">
      <dgm:prSet presAssocID="{18E6922C-89FB-481F-9316-90EC8670CA0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amera"/>
        </a:ext>
      </dgm:extLst>
    </dgm:pt>
    <dgm:pt modelId="{7B99C3DB-3F7D-4701-8684-6365FFF06A7B}" type="pres">
      <dgm:prSet presAssocID="{18E6922C-89FB-481F-9316-90EC8670CA0A}" presName="spaceRect" presStyleCnt="0"/>
      <dgm:spPr/>
    </dgm:pt>
    <dgm:pt modelId="{C1A81925-5290-4D97-9C52-853B1AE6511D}" type="pres">
      <dgm:prSet presAssocID="{18E6922C-89FB-481F-9316-90EC8670CA0A}" presName="textRect" presStyleLbl="revTx" presStyleIdx="2" presStyleCnt="4">
        <dgm:presLayoutVars>
          <dgm:chMax val="1"/>
          <dgm:chPref val="1"/>
        </dgm:presLayoutVars>
      </dgm:prSet>
      <dgm:spPr/>
    </dgm:pt>
    <dgm:pt modelId="{3BE2DC8B-3E24-4786-B7CC-42D9F431A1D2}" type="pres">
      <dgm:prSet presAssocID="{0710E1D0-8451-431E-9902-0392A9322DA9}" presName="sibTrans" presStyleCnt="0"/>
      <dgm:spPr/>
    </dgm:pt>
    <dgm:pt modelId="{E168981C-06BE-4235-A2C3-0249827D9F4C}" type="pres">
      <dgm:prSet presAssocID="{9AC99361-D266-4D54-B94A-B3945E84E511}" presName="compNode" presStyleCnt="0"/>
      <dgm:spPr/>
    </dgm:pt>
    <dgm:pt modelId="{2998C75F-4094-49C4-B3C9-CF6C4987761F}" type="pres">
      <dgm:prSet presAssocID="{9AC99361-D266-4D54-B94A-B3945E84E511}" presName="iconBgRect" presStyleLbl="bgShp" presStyleIdx="3" presStyleCnt="4"/>
      <dgm:spPr/>
    </dgm:pt>
    <dgm:pt modelId="{32F476FE-9D94-4C4C-8F6E-32619515C444}" type="pres">
      <dgm:prSet presAssocID="{9AC99361-D266-4D54-B94A-B3945E84E51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6BF6E558-60DA-4CEF-9D5F-AA6E8FAC8F41}" type="pres">
      <dgm:prSet presAssocID="{9AC99361-D266-4D54-B94A-B3945E84E511}" presName="spaceRect" presStyleCnt="0"/>
      <dgm:spPr/>
    </dgm:pt>
    <dgm:pt modelId="{D271360B-AFE9-4538-AB80-C94340FB4C23}" type="pres">
      <dgm:prSet presAssocID="{9AC99361-D266-4D54-B94A-B3945E84E51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4BC911E-77FF-4FE9-8A8D-7167BA58F06C}" srcId="{CCA5FDAD-45FC-46BB-B5F1-C0E658C5CE93}" destId="{B6172522-EEB2-43A9-BABC-89EC901F0213}" srcOrd="0" destOrd="0" parTransId="{789FCADB-A64F-40E5-80FE-0049382A250F}" sibTransId="{1741E0BE-E28B-492E-9065-1D6020708EEC}"/>
    <dgm:cxn modelId="{B05C5868-922A-4195-84E6-C28CC2A90D87}" srcId="{CCA5FDAD-45FC-46BB-B5F1-C0E658C5CE93}" destId="{9AC99361-D266-4D54-B94A-B3945E84E511}" srcOrd="3" destOrd="0" parTransId="{D0BA8732-2D39-40FC-B3ED-8604E7E8B7E6}" sibTransId="{B7610C84-3E4C-4E5B-9EC2-78CFFF1F0F73}"/>
    <dgm:cxn modelId="{D21B2E75-1890-4858-8C34-C25FFDA87C25}" type="presOf" srcId="{B6172522-EEB2-43A9-BABC-89EC901F0213}" destId="{78EA1071-317F-4A15-A7A6-502D9D49A17B}" srcOrd="0" destOrd="0" presId="urn:microsoft.com/office/officeart/2018/5/layout/IconCircleLabelList"/>
    <dgm:cxn modelId="{3630B9AC-6A3A-4603-8239-7C10BD85808F}" srcId="{CCA5FDAD-45FC-46BB-B5F1-C0E658C5CE93}" destId="{18E6922C-89FB-481F-9316-90EC8670CA0A}" srcOrd="2" destOrd="0" parTransId="{85FEF093-F289-4876-BB6D-30802BB84127}" sibTransId="{0710E1D0-8451-431E-9902-0392A9322DA9}"/>
    <dgm:cxn modelId="{226C37B1-B65D-4896-9F49-E77179C9CDAD}" srcId="{CCA5FDAD-45FC-46BB-B5F1-C0E658C5CE93}" destId="{58696126-FD52-46A6-A0CD-2AA661ABC435}" srcOrd="1" destOrd="0" parTransId="{06B33A2F-DCC5-4CE4-9D67-CF4B2C85002B}" sibTransId="{E717E49F-3C5C-4BF3-8BDA-076244041509}"/>
    <dgm:cxn modelId="{5BDA8ABA-0846-4945-83D2-DBAAE2DB67C6}" type="presOf" srcId="{58696126-FD52-46A6-A0CD-2AA661ABC435}" destId="{E6C02BAE-C4B2-47B2-B1CF-A75073880E71}" srcOrd="0" destOrd="0" presId="urn:microsoft.com/office/officeart/2018/5/layout/IconCircleLabelList"/>
    <dgm:cxn modelId="{914F43C0-5D57-4AE4-A596-5957A615895B}" type="presOf" srcId="{CCA5FDAD-45FC-46BB-B5F1-C0E658C5CE93}" destId="{E2B0FE0F-5D2E-4016-B5FC-61D089D369DF}" srcOrd="0" destOrd="0" presId="urn:microsoft.com/office/officeart/2018/5/layout/IconCircleLabelList"/>
    <dgm:cxn modelId="{1A5D51C1-FEA7-41C2-B56A-87C3F6357E6A}" type="presOf" srcId="{18E6922C-89FB-481F-9316-90EC8670CA0A}" destId="{C1A81925-5290-4D97-9C52-853B1AE6511D}" srcOrd="0" destOrd="0" presId="urn:microsoft.com/office/officeart/2018/5/layout/IconCircleLabelList"/>
    <dgm:cxn modelId="{5B6D76F7-1C38-48E6-8A19-B27AABBCD796}" type="presOf" srcId="{9AC99361-D266-4D54-B94A-B3945E84E511}" destId="{D271360B-AFE9-4538-AB80-C94340FB4C23}" srcOrd="0" destOrd="0" presId="urn:microsoft.com/office/officeart/2018/5/layout/IconCircleLabelList"/>
    <dgm:cxn modelId="{72AA6EB8-9FE3-492A-9DFB-0FCB50515297}" type="presParOf" srcId="{E2B0FE0F-5D2E-4016-B5FC-61D089D369DF}" destId="{A0399D88-02CC-42E9-8A01-C375D35AD6BA}" srcOrd="0" destOrd="0" presId="urn:microsoft.com/office/officeart/2018/5/layout/IconCircleLabelList"/>
    <dgm:cxn modelId="{9E18664A-63F3-40FF-B238-5079DF6C2076}" type="presParOf" srcId="{A0399D88-02CC-42E9-8A01-C375D35AD6BA}" destId="{7560B01A-4613-417E-82F3-C11EC1D20707}" srcOrd="0" destOrd="0" presId="urn:microsoft.com/office/officeart/2018/5/layout/IconCircleLabelList"/>
    <dgm:cxn modelId="{226FB95F-23C7-4CD5-85AC-8CAC5FE2A8C1}" type="presParOf" srcId="{A0399D88-02CC-42E9-8A01-C375D35AD6BA}" destId="{A6F0668E-EB23-4409-A477-FD0BB2133ACC}" srcOrd="1" destOrd="0" presId="urn:microsoft.com/office/officeart/2018/5/layout/IconCircleLabelList"/>
    <dgm:cxn modelId="{1D4DB759-E996-45AB-A738-A80E2C667749}" type="presParOf" srcId="{A0399D88-02CC-42E9-8A01-C375D35AD6BA}" destId="{9E99F4D9-F313-4BA8-8BF0-06C18966438B}" srcOrd="2" destOrd="0" presId="urn:microsoft.com/office/officeart/2018/5/layout/IconCircleLabelList"/>
    <dgm:cxn modelId="{0F48904E-EAA6-4706-AAEE-F446CCD05463}" type="presParOf" srcId="{A0399D88-02CC-42E9-8A01-C375D35AD6BA}" destId="{78EA1071-317F-4A15-A7A6-502D9D49A17B}" srcOrd="3" destOrd="0" presId="urn:microsoft.com/office/officeart/2018/5/layout/IconCircleLabelList"/>
    <dgm:cxn modelId="{93CCEC7E-7B5E-43BC-9F66-C6DA54C21928}" type="presParOf" srcId="{E2B0FE0F-5D2E-4016-B5FC-61D089D369DF}" destId="{C5B22D00-F624-43FE-A740-9ED9AA12C975}" srcOrd="1" destOrd="0" presId="urn:microsoft.com/office/officeart/2018/5/layout/IconCircleLabelList"/>
    <dgm:cxn modelId="{42D322AE-90AF-44B1-A999-1E25B6C5CF2F}" type="presParOf" srcId="{E2B0FE0F-5D2E-4016-B5FC-61D089D369DF}" destId="{615EB364-9913-4F81-8EB6-5A0EF0FD5B50}" srcOrd="2" destOrd="0" presId="urn:microsoft.com/office/officeart/2018/5/layout/IconCircleLabelList"/>
    <dgm:cxn modelId="{2D780BB2-5FA2-44C2-944C-120F62460456}" type="presParOf" srcId="{615EB364-9913-4F81-8EB6-5A0EF0FD5B50}" destId="{F0923651-E5DB-4453-8084-2E50DD45B25A}" srcOrd="0" destOrd="0" presId="urn:microsoft.com/office/officeart/2018/5/layout/IconCircleLabelList"/>
    <dgm:cxn modelId="{C39884E4-3EF1-4E71-A53F-FFC9637A837A}" type="presParOf" srcId="{615EB364-9913-4F81-8EB6-5A0EF0FD5B50}" destId="{AB349F06-46C2-449F-8A08-1F7759EA0B8B}" srcOrd="1" destOrd="0" presId="urn:microsoft.com/office/officeart/2018/5/layout/IconCircleLabelList"/>
    <dgm:cxn modelId="{43B4494D-7E77-4E71-A000-61826D946011}" type="presParOf" srcId="{615EB364-9913-4F81-8EB6-5A0EF0FD5B50}" destId="{205BC071-656C-4C78-915B-6AED045F6B75}" srcOrd="2" destOrd="0" presId="urn:microsoft.com/office/officeart/2018/5/layout/IconCircleLabelList"/>
    <dgm:cxn modelId="{58575959-499A-490E-B203-1B8ADC815EE3}" type="presParOf" srcId="{615EB364-9913-4F81-8EB6-5A0EF0FD5B50}" destId="{E6C02BAE-C4B2-47B2-B1CF-A75073880E71}" srcOrd="3" destOrd="0" presId="urn:microsoft.com/office/officeart/2018/5/layout/IconCircleLabelList"/>
    <dgm:cxn modelId="{6A25AF4A-5612-4A34-8036-B22D1957216A}" type="presParOf" srcId="{E2B0FE0F-5D2E-4016-B5FC-61D089D369DF}" destId="{A6CB9324-2FCE-44DA-AF53-45D41545D183}" srcOrd="3" destOrd="0" presId="urn:microsoft.com/office/officeart/2018/5/layout/IconCircleLabelList"/>
    <dgm:cxn modelId="{A6986CCE-DD6B-4D63-8A12-E09B110DBDA0}" type="presParOf" srcId="{E2B0FE0F-5D2E-4016-B5FC-61D089D369DF}" destId="{CFE817AC-15DC-49F1-933B-CD9A9F778751}" srcOrd="4" destOrd="0" presId="urn:microsoft.com/office/officeart/2018/5/layout/IconCircleLabelList"/>
    <dgm:cxn modelId="{995D3E3D-DC48-4CFD-B712-B6622BC804E8}" type="presParOf" srcId="{CFE817AC-15DC-49F1-933B-CD9A9F778751}" destId="{E500EF1F-AF71-44FD-8B3E-A05D3CFE2DEA}" srcOrd="0" destOrd="0" presId="urn:microsoft.com/office/officeart/2018/5/layout/IconCircleLabelList"/>
    <dgm:cxn modelId="{B58701C0-D3AD-4E9E-9153-FF0731A3C98B}" type="presParOf" srcId="{CFE817AC-15DC-49F1-933B-CD9A9F778751}" destId="{1B9209A2-7213-4792-88E8-C0E269204DE8}" srcOrd="1" destOrd="0" presId="urn:microsoft.com/office/officeart/2018/5/layout/IconCircleLabelList"/>
    <dgm:cxn modelId="{33A02044-BAAF-4E89-A9F6-B89DB89C5790}" type="presParOf" srcId="{CFE817AC-15DC-49F1-933B-CD9A9F778751}" destId="{7B99C3DB-3F7D-4701-8684-6365FFF06A7B}" srcOrd="2" destOrd="0" presId="urn:microsoft.com/office/officeart/2018/5/layout/IconCircleLabelList"/>
    <dgm:cxn modelId="{E18F3F79-DDEB-4FCD-9E55-795643B1ECAA}" type="presParOf" srcId="{CFE817AC-15DC-49F1-933B-CD9A9F778751}" destId="{C1A81925-5290-4D97-9C52-853B1AE6511D}" srcOrd="3" destOrd="0" presId="urn:microsoft.com/office/officeart/2018/5/layout/IconCircleLabelList"/>
    <dgm:cxn modelId="{AB467288-66A4-4123-9DFC-9CD28E84CB5F}" type="presParOf" srcId="{E2B0FE0F-5D2E-4016-B5FC-61D089D369DF}" destId="{3BE2DC8B-3E24-4786-B7CC-42D9F431A1D2}" srcOrd="5" destOrd="0" presId="urn:microsoft.com/office/officeart/2018/5/layout/IconCircleLabelList"/>
    <dgm:cxn modelId="{8373F0DE-7239-442D-9CFF-A3C3AEC260B4}" type="presParOf" srcId="{E2B0FE0F-5D2E-4016-B5FC-61D089D369DF}" destId="{E168981C-06BE-4235-A2C3-0249827D9F4C}" srcOrd="6" destOrd="0" presId="urn:microsoft.com/office/officeart/2018/5/layout/IconCircleLabelList"/>
    <dgm:cxn modelId="{86DF8A71-351E-46F8-B25A-182B8D32A5BE}" type="presParOf" srcId="{E168981C-06BE-4235-A2C3-0249827D9F4C}" destId="{2998C75F-4094-49C4-B3C9-CF6C4987761F}" srcOrd="0" destOrd="0" presId="urn:microsoft.com/office/officeart/2018/5/layout/IconCircleLabelList"/>
    <dgm:cxn modelId="{E998DFBE-85D7-49A7-98AC-06CB0CADF2C8}" type="presParOf" srcId="{E168981C-06BE-4235-A2C3-0249827D9F4C}" destId="{32F476FE-9D94-4C4C-8F6E-32619515C444}" srcOrd="1" destOrd="0" presId="urn:microsoft.com/office/officeart/2018/5/layout/IconCircleLabelList"/>
    <dgm:cxn modelId="{996E0808-4BD0-4651-8175-3D24102F3768}" type="presParOf" srcId="{E168981C-06BE-4235-A2C3-0249827D9F4C}" destId="{6BF6E558-60DA-4CEF-9D5F-AA6E8FAC8F41}" srcOrd="2" destOrd="0" presId="urn:microsoft.com/office/officeart/2018/5/layout/IconCircleLabelList"/>
    <dgm:cxn modelId="{66B476B1-6B8E-40A9-BF99-E6DD36C894EA}" type="presParOf" srcId="{E168981C-06BE-4235-A2C3-0249827D9F4C}" destId="{D271360B-AFE9-4538-AB80-C94340FB4C2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AA0EF5-982D-4D4F-8A5E-577FDD89FD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1F3C1A-1FE0-4697-BF98-B62E70C3BC5B}">
      <dgm:prSet/>
      <dgm:spPr/>
      <dgm:t>
        <a:bodyPr/>
        <a:lstStyle/>
        <a:p>
          <a:r>
            <a:rPr lang="de-DE" b="1" i="0" baseline="0"/>
            <a:t>Kein echtes Denken oder Bewusstsein</a:t>
          </a:r>
          <a:r>
            <a:rPr lang="de-DE" b="0" i="0" baseline="0"/>
            <a:t> </a:t>
          </a:r>
          <a:endParaRPr lang="en-US"/>
        </a:p>
      </dgm:t>
    </dgm:pt>
    <dgm:pt modelId="{E4515013-0FE2-4A32-B85D-CFEED803ED24}" type="parTrans" cxnId="{8DD48DEB-EB89-4C27-ABFF-31C2551F8081}">
      <dgm:prSet/>
      <dgm:spPr/>
      <dgm:t>
        <a:bodyPr/>
        <a:lstStyle/>
        <a:p>
          <a:endParaRPr lang="en-US"/>
        </a:p>
      </dgm:t>
    </dgm:pt>
    <dgm:pt modelId="{C818F301-3F9D-4544-8830-487E8052C2F1}" type="sibTrans" cxnId="{8DD48DEB-EB89-4C27-ABFF-31C2551F8081}">
      <dgm:prSet/>
      <dgm:spPr/>
      <dgm:t>
        <a:bodyPr/>
        <a:lstStyle/>
        <a:p>
          <a:endParaRPr lang="en-US"/>
        </a:p>
      </dgm:t>
    </dgm:pt>
    <dgm:pt modelId="{1DC53177-F81F-43FA-82E1-448C4B71BC87}">
      <dgm:prSet/>
      <dgm:spPr/>
      <dgm:t>
        <a:bodyPr/>
        <a:lstStyle/>
        <a:p>
          <a:r>
            <a:rPr lang="de-DE" b="1" i="0" baseline="0" dirty="0"/>
            <a:t>Keine Gefühle oder Meinungen</a:t>
          </a:r>
          <a:endParaRPr lang="en-US" dirty="0"/>
        </a:p>
      </dgm:t>
    </dgm:pt>
    <dgm:pt modelId="{77BFCBFB-63E1-4105-A829-18850AB973EE}" type="parTrans" cxnId="{0A8330C0-8556-4F27-BC9E-FBDB05DC0925}">
      <dgm:prSet/>
      <dgm:spPr/>
      <dgm:t>
        <a:bodyPr/>
        <a:lstStyle/>
        <a:p>
          <a:endParaRPr lang="en-US"/>
        </a:p>
      </dgm:t>
    </dgm:pt>
    <dgm:pt modelId="{0306F68B-AFB6-4CEE-B339-2B5BA290A930}" type="sibTrans" cxnId="{0A8330C0-8556-4F27-BC9E-FBDB05DC0925}">
      <dgm:prSet/>
      <dgm:spPr/>
      <dgm:t>
        <a:bodyPr/>
        <a:lstStyle/>
        <a:p>
          <a:endParaRPr lang="en-US"/>
        </a:p>
      </dgm:t>
    </dgm:pt>
    <dgm:pt modelId="{C807AED8-B868-4EC9-86BB-B25A21578473}">
      <dgm:prSet/>
      <dgm:spPr/>
      <dgm:t>
        <a:bodyPr/>
        <a:lstStyle/>
        <a:p>
          <a:r>
            <a:rPr lang="de-DE" b="1" i="0" baseline="0" dirty="0"/>
            <a:t>Nicht allwissend</a:t>
          </a:r>
          <a:endParaRPr lang="en-US" dirty="0"/>
        </a:p>
      </dgm:t>
    </dgm:pt>
    <dgm:pt modelId="{69834138-1AD5-462C-9532-4D17E370FC29}" type="parTrans" cxnId="{17AC78EB-A4F7-4DCE-B89E-826D0A72ADA5}">
      <dgm:prSet/>
      <dgm:spPr/>
      <dgm:t>
        <a:bodyPr/>
        <a:lstStyle/>
        <a:p>
          <a:endParaRPr lang="en-US"/>
        </a:p>
      </dgm:t>
    </dgm:pt>
    <dgm:pt modelId="{FD97947D-07B8-4E74-A107-E3AF60040EF5}" type="sibTrans" cxnId="{17AC78EB-A4F7-4DCE-B89E-826D0A72ADA5}">
      <dgm:prSet/>
      <dgm:spPr/>
      <dgm:t>
        <a:bodyPr/>
        <a:lstStyle/>
        <a:p>
          <a:endParaRPr lang="en-US"/>
        </a:p>
      </dgm:t>
    </dgm:pt>
    <dgm:pt modelId="{F5E84744-6424-4A49-A10D-9136A379C90A}">
      <dgm:prSet/>
      <dgm:spPr/>
      <dgm:t>
        <a:bodyPr/>
        <a:lstStyle/>
        <a:p>
          <a:r>
            <a:rPr lang="de-DE" b="1" i="0" baseline="0" dirty="0"/>
            <a:t>Kein Ersatz für Menschen</a:t>
          </a:r>
          <a:r>
            <a:rPr lang="de-DE" b="0" i="0" baseline="0" dirty="0"/>
            <a:t> </a:t>
          </a:r>
          <a:endParaRPr lang="en-US" dirty="0"/>
        </a:p>
      </dgm:t>
    </dgm:pt>
    <dgm:pt modelId="{A09BAB70-ADCD-4AD7-A8F8-5AE3C7BF7527}" type="parTrans" cxnId="{E81E4F9C-16FF-4F55-8AF2-A2C05CE12BFC}">
      <dgm:prSet/>
      <dgm:spPr/>
    </dgm:pt>
    <dgm:pt modelId="{29FDD222-9686-43BE-BE36-1939FD405DE5}" type="sibTrans" cxnId="{E81E4F9C-16FF-4F55-8AF2-A2C05CE12BFC}">
      <dgm:prSet/>
      <dgm:spPr/>
    </dgm:pt>
    <dgm:pt modelId="{25CED50F-AE19-4928-A005-8CEE444AF56A}" type="pres">
      <dgm:prSet presAssocID="{61AA0EF5-982D-4D4F-8A5E-577FDD89FD07}" presName="linear" presStyleCnt="0">
        <dgm:presLayoutVars>
          <dgm:animLvl val="lvl"/>
          <dgm:resizeHandles val="exact"/>
        </dgm:presLayoutVars>
      </dgm:prSet>
      <dgm:spPr/>
    </dgm:pt>
    <dgm:pt modelId="{F224A0EA-AA02-4276-ACC6-F802FB5EEAC7}" type="pres">
      <dgm:prSet presAssocID="{B31F3C1A-1FE0-4697-BF98-B62E70C3BC5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DF31BAE-5085-476E-9F14-DFA9F0C61B5A}" type="pres">
      <dgm:prSet presAssocID="{C818F301-3F9D-4544-8830-487E8052C2F1}" presName="spacer" presStyleCnt="0"/>
      <dgm:spPr/>
    </dgm:pt>
    <dgm:pt modelId="{9FBFD280-7DA9-4ABC-BB02-ECA94841DC27}" type="pres">
      <dgm:prSet presAssocID="{1DC53177-F81F-43FA-82E1-448C4B71BC8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E8282F2-7F75-4F76-B339-807DCD0AA3A4}" type="pres">
      <dgm:prSet presAssocID="{0306F68B-AFB6-4CEE-B339-2B5BA290A930}" presName="spacer" presStyleCnt="0"/>
      <dgm:spPr/>
    </dgm:pt>
    <dgm:pt modelId="{6F062081-DB1D-4968-ABAC-1E9EFCC269A5}" type="pres">
      <dgm:prSet presAssocID="{C807AED8-B868-4EC9-86BB-B25A2157847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9DA2ADD-FE22-4962-ACAE-738163CA3BB2}" type="pres">
      <dgm:prSet presAssocID="{FD97947D-07B8-4E74-A107-E3AF60040EF5}" presName="spacer" presStyleCnt="0"/>
      <dgm:spPr/>
    </dgm:pt>
    <dgm:pt modelId="{8D844F38-369D-4C9C-83F3-7E7B905C5D48}" type="pres">
      <dgm:prSet presAssocID="{F5E84744-6424-4A49-A10D-9136A379C90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D4FDD10-C31A-457A-B95A-6D073B9D7DD4}" type="presOf" srcId="{B31F3C1A-1FE0-4697-BF98-B62E70C3BC5B}" destId="{F224A0EA-AA02-4276-ACC6-F802FB5EEAC7}" srcOrd="0" destOrd="0" presId="urn:microsoft.com/office/officeart/2005/8/layout/vList2"/>
    <dgm:cxn modelId="{3EC0DF24-0B3C-47AD-9334-DA26F8313BE0}" type="presOf" srcId="{1DC53177-F81F-43FA-82E1-448C4B71BC87}" destId="{9FBFD280-7DA9-4ABC-BB02-ECA94841DC27}" srcOrd="0" destOrd="0" presId="urn:microsoft.com/office/officeart/2005/8/layout/vList2"/>
    <dgm:cxn modelId="{87BF3D58-B4A5-41F1-9883-630D77A3C775}" type="presOf" srcId="{C807AED8-B868-4EC9-86BB-B25A21578473}" destId="{6F062081-DB1D-4968-ABAC-1E9EFCC269A5}" srcOrd="0" destOrd="0" presId="urn:microsoft.com/office/officeart/2005/8/layout/vList2"/>
    <dgm:cxn modelId="{E81E4F9C-16FF-4F55-8AF2-A2C05CE12BFC}" srcId="{61AA0EF5-982D-4D4F-8A5E-577FDD89FD07}" destId="{F5E84744-6424-4A49-A10D-9136A379C90A}" srcOrd="3" destOrd="0" parTransId="{A09BAB70-ADCD-4AD7-A8F8-5AE3C7BF7527}" sibTransId="{29FDD222-9686-43BE-BE36-1939FD405DE5}"/>
    <dgm:cxn modelId="{0A8330C0-8556-4F27-BC9E-FBDB05DC0925}" srcId="{61AA0EF5-982D-4D4F-8A5E-577FDD89FD07}" destId="{1DC53177-F81F-43FA-82E1-448C4B71BC87}" srcOrd="1" destOrd="0" parTransId="{77BFCBFB-63E1-4105-A829-18850AB973EE}" sibTransId="{0306F68B-AFB6-4CEE-B339-2B5BA290A930}"/>
    <dgm:cxn modelId="{B5A495E8-B2A4-4411-B938-BECA81C46E86}" type="presOf" srcId="{F5E84744-6424-4A49-A10D-9136A379C90A}" destId="{8D844F38-369D-4C9C-83F3-7E7B905C5D48}" srcOrd="0" destOrd="0" presId="urn:microsoft.com/office/officeart/2005/8/layout/vList2"/>
    <dgm:cxn modelId="{17AC78EB-A4F7-4DCE-B89E-826D0A72ADA5}" srcId="{61AA0EF5-982D-4D4F-8A5E-577FDD89FD07}" destId="{C807AED8-B868-4EC9-86BB-B25A21578473}" srcOrd="2" destOrd="0" parTransId="{69834138-1AD5-462C-9532-4D17E370FC29}" sibTransId="{FD97947D-07B8-4E74-A107-E3AF60040EF5}"/>
    <dgm:cxn modelId="{8DD48DEB-EB89-4C27-ABFF-31C2551F8081}" srcId="{61AA0EF5-982D-4D4F-8A5E-577FDD89FD07}" destId="{B31F3C1A-1FE0-4697-BF98-B62E70C3BC5B}" srcOrd="0" destOrd="0" parTransId="{E4515013-0FE2-4A32-B85D-CFEED803ED24}" sibTransId="{C818F301-3F9D-4544-8830-487E8052C2F1}"/>
    <dgm:cxn modelId="{667D99EF-CB66-40D3-8127-E3FF66AE8118}" type="presOf" srcId="{61AA0EF5-982D-4D4F-8A5E-577FDD89FD07}" destId="{25CED50F-AE19-4928-A005-8CEE444AF56A}" srcOrd="0" destOrd="0" presId="urn:microsoft.com/office/officeart/2005/8/layout/vList2"/>
    <dgm:cxn modelId="{ED26FA03-9832-4407-9BBC-49792D4B1B83}" type="presParOf" srcId="{25CED50F-AE19-4928-A005-8CEE444AF56A}" destId="{F224A0EA-AA02-4276-ACC6-F802FB5EEAC7}" srcOrd="0" destOrd="0" presId="urn:microsoft.com/office/officeart/2005/8/layout/vList2"/>
    <dgm:cxn modelId="{A868CA6B-AA7B-4E66-9D30-28AC45DE26FC}" type="presParOf" srcId="{25CED50F-AE19-4928-A005-8CEE444AF56A}" destId="{EDF31BAE-5085-476E-9F14-DFA9F0C61B5A}" srcOrd="1" destOrd="0" presId="urn:microsoft.com/office/officeart/2005/8/layout/vList2"/>
    <dgm:cxn modelId="{F87CAAD3-9B2A-4940-8E9E-45CF1973EE09}" type="presParOf" srcId="{25CED50F-AE19-4928-A005-8CEE444AF56A}" destId="{9FBFD280-7DA9-4ABC-BB02-ECA94841DC27}" srcOrd="2" destOrd="0" presId="urn:microsoft.com/office/officeart/2005/8/layout/vList2"/>
    <dgm:cxn modelId="{2D481BB6-9F5A-4535-91B9-A196658B270C}" type="presParOf" srcId="{25CED50F-AE19-4928-A005-8CEE444AF56A}" destId="{DE8282F2-7F75-4F76-B339-807DCD0AA3A4}" srcOrd="3" destOrd="0" presId="urn:microsoft.com/office/officeart/2005/8/layout/vList2"/>
    <dgm:cxn modelId="{548D46C6-B7C0-4B7D-A1B3-7A5B70E13DE2}" type="presParOf" srcId="{25CED50F-AE19-4928-A005-8CEE444AF56A}" destId="{6F062081-DB1D-4968-ABAC-1E9EFCC269A5}" srcOrd="4" destOrd="0" presId="urn:microsoft.com/office/officeart/2005/8/layout/vList2"/>
    <dgm:cxn modelId="{70E4C1EA-09D6-4618-B4EC-7C1A979B5EC2}" type="presParOf" srcId="{25CED50F-AE19-4928-A005-8CEE444AF56A}" destId="{29DA2ADD-FE22-4962-ACAE-738163CA3BB2}" srcOrd="5" destOrd="0" presId="urn:microsoft.com/office/officeart/2005/8/layout/vList2"/>
    <dgm:cxn modelId="{523965AC-D9AB-465F-A587-E9C85B82012E}" type="presParOf" srcId="{25CED50F-AE19-4928-A005-8CEE444AF56A}" destId="{8D844F38-369D-4C9C-83F3-7E7B905C5D4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43298A-6419-4A61-AB9C-9215FBC7EF6B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9561183-DA78-419E-82E9-577B993EE32D}">
      <dgm:prSet/>
      <dgm:spPr/>
      <dgm:t>
        <a:bodyPr/>
        <a:lstStyle/>
        <a:p>
          <a:r>
            <a:rPr lang="en-US" b="0" i="0"/>
            <a:t>- Erleichtert den Alltag</a:t>
          </a:r>
          <a:endParaRPr lang="en-US"/>
        </a:p>
      </dgm:t>
    </dgm:pt>
    <dgm:pt modelId="{741479DF-9178-4DF8-BD10-B2E7EC676224}" type="parTrans" cxnId="{E6F4EC34-9C63-4AA0-9178-4D1BD18043FA}">
      <dgm:prSet/>
      <dgm:spPr/>
      <dgm:t>
        <a:bodyPr/>
        <a:lstStyle/>
        <a:p>
          <a:endParaRPr lang="en-US"/>
        </a:p>
      </dgm:t>
    </dgm:pt>
    <dgm:pt modelId="{E5963173-F342-4A22-B2DF-8CBB376BD625}" type="sibTrans" cxnId="{E6F4EC34-9C63-4AA0-9178-4D1BD18043FA}">
      <dgm:prSet/>
      <dgm:spPr/>
      <dgm:t>
        <a:bodyPr/>
        <a:lstStyle/>
        <a:p>
          <a:endParaRPr lang="en-US"/>
        </a:p>
      </dgm:t>
    </dgm:pt>
    <dgm:pt modelId="{5783531F-D87F-4096-9A66-98A1626719A5}">
      <dgm:prSet/>
      <dgm:spPr/>
      <dgm:t>
        <a:bodyPr/>
        <a:lstStyle/>
        <a:p>
          <a:r>
            <a:rPr lang="en-US" b="0" i="0" dirty="0"/>
            <a:t>- Spart Zeit und Arbeit</a:t>
          </a:r>
          <a:endParaRPr lang="en-US" dirty="0"/>
        </a:p>
      </dgm:t>
    </dgm:pt>
    <dgm:pt modelId="{28D87C61-23A6-4B9A-95FB-EC53526837D9}" type="parTrans" cxnId="{0689848E-C7E7-4FCC-8459-A4408B9D04E2}">
      <dgm:prSet/>
      <dgm:spPr/>
      <dgm:t>
        <a:bodyPr/>
        <a:lstStyle/>
        <a:p>
          <a:endParaRPr lang="en-US"/>
        </a:p>
      </dgm:t>
    </dgm:pt>
    <dgm:pt modelId="{938415A0-EF0E-431D-8B09-51F7B3584110}" type="sibTrans" cxnId="{0689848E-C7E7-4FCC-8459-A4408B9D04E2}">
      <dgm:prSet/>
      <dgm:spPr/>
      <dgm:t>
        <a:bodyPr/>
        <a:lstStyle/>
        <a:p>
          <a:endParaRPr lang="en-US"/>
        </a:p>
      </dgm:t>
    </dgm:pt>
    <dgm:pt modelId="{28A255C4-CF4A-459E-B4A2-4B85A848585A}">
      <dgm:prSet/>
      <dgm:spPr/>
      <dgm:t>
        <a:bodyPr/>
        <a:lstStyle/>
        <a:p>
          <a:r>
            <a:rPr lang="en-US" b="0" i="0"/>
            <a:t>- Hilft in der Medizin</a:t>
          </a:r>
          <a:endParaRPr lang="en-US"/>
        </a:p>
      </dgm:t>
    </dgm:pt>
    <dgm:pt modelId="{7CAEEA70-AC7E-4EA4-82FD-07A6B78D4421}" type="parTrans" cxnId="{09663219-94CD-430A-8ECB-9CA056F0EAFF}">
      <dgm:prSet/>
      <dgm:spPr/>
      <dgm:t>
        <a:bodyPr/>
        <a:lstStyle/>
        <a:p>
          <a:endParaRPr lang="en-US"/>
        </a:p>
      </dgm:t>
    </dgm:pt>
    <dgm:pt modelId="{7EB920E0-9B50-4719-9A70-58942613CD86}" type="sibTrans" cxnId="{09663219-94CD-430A-8ECB-9CA056F0EAFF}">
      <dgm:prSet/>
      <dgm:spPr/>
      <dgm:t>
        <a:bodyPr/>
        <a:lstStyle/>
        <a:p>
          <a:endParaRPr lang="en-US"/>
        </a:p>
      </dgm:t>
    </dgm:pt>
    <dgm:pt modelId="{B9EC336F-99EE-4EB4-8040-BEC4C005E98B}">
      <dgm:prSet/>
      <dgm:spPr/>
      <dgm:t>
        <a:bodyPr/>
        <a:lstStyle/>
        <a:p>
          <a:r>
            <a:rPr lang="en-US" b="0" i="0"/>
            <a:t>- Kann gefährliche Aufgaben übernehmen</a:t>
          </a:r>
          <a:endParaRPr lang="en-US"/>
        </a:p>
      </dgm:t>
    </dgm:pt>
    <dgm:pt modelId="{D165D48A-CB13-47ED-8735-2C3CB49E2418}" type="parTrans" cxnId="{F1E7C0E0-0F95-49B3-8D7E-53C0FA6C6121}">
      <dgm:prSet/>
      <dgm:spPr/>
      <dgm:t>
        <a:bodyPr/>
        <a:lstStyle/>
        <a:p>
          <a:endParaRPr lang="en-US"/>
        </a:p>
      </dgm:t>
    </dgm:pt>
    <dgm:pt modelId="{07908AB2-1438-4465-9C1E-9F94629BBB32}" type="sibTrans" cxnId="{F1E7C0E0-0F95-49B3-8D7E-53C0FA6C6121}">
      <dgm:prSet/>
      <dgm:spPr/>
      <dgm:t>
        <a:bodyPr/>
        <a:lstStyle/>
        <a:p>
          <a:endParaRPr lang="en-US"/>
        </a:p>
      </dgm:t>
    </dgm:pt>
    <dgm:pt modelId="{050D7D5B-8F50-4B0A-BB31-B94ABA4B562A}" type="pres">
      <dgm:prSet presAssocID="{A643298A-6419-4A61-AB9C-9215FBC7EF6B}" presName="matrix" presStyleCnt="0">
        <dgm:presLayoutVars>
          <dgm:chMax val="1"/>
          <dgm:dir/>
          <dgm:resizeHandles val="exact"/>
        </dgm:presLayoutVars>
      </dgm:prSet>
      <dgm:spPr/>
    </dgm:pt>
    <dgm:pt modelId="{F7E60C3A-C21F-4031-9E42-839E706A5114}" type="pres">
      <dgm:prSet presAssocID="{A643298A-6419-4A61-AB9C-9215FBC7EF6B}" presName="diamond" presStyleLbl="bgShp" presStyleIdx="0" presStyleCnt="1"/>
      <dgm:spPr/>
    </dgm:pt>
    <dgm:pt modelId="{2AE128AB-B584-45FD-9C38-DB50E94D657D}" type="pres">
      <dgm:prSet presAssocID="{A643298A-6419-4A61-AB9C-9215FBC7EF6B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6ABA0E0-BD6D-4CE9-BABB-6D55EBEB56FB}" type="pres">
      <dgm:prSet presAssocID="{A643298A-6419-4A61-AB9C-9215FBC7EF6B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0705C47-5C35-4281-A3A5-81EB0298DAF8}" type="pres">
      <dgm:prSet presAssocID="{A643298A-6419-4A61-AB9C-9215FBC7EF6B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16DB04E-7E18-40C6-AA7A-22E1C80E8B8A}" type="pres">
      <dgm:prSet presAssocID="{A643298A-6419-4A61-AB9C-9215FBC7EF6B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286100A-026B-4A4F-81F8-B830F8C7D5CD}" type="presOf" srcId="{5783531F-D87F-4096-9A66-98A1626719A5}" destId="{46ABA0E0-BD6D-4CE9-BABB-6D55EBEB56FB}" srcOrd="0" destOrd="0" presId="urn:microsoft.com/office/officeart/2005/8/layout/matrix3"/>
    <dgm:cxn modelId="{09663219-94CD-430A-8ECB-9CA056F0EAFF}" srcId="{A643298A-6419-4A61-AB9C-9215FBC7EF6B}" destId="{28A255C4-CF4A-459E-B4A2-4B85A848585A}" srcOrd="2" destOrd="0" parTransId="{7CAEEA70-AC7E-4EA4-82FD-07A6B78D4421}" sibTransId="{7EB920E0-9B50-4719-9A70-58942613CD86}"/>
    <dgm:cxn modelId="{E6F4EC34-9C63-4AA0-9178-4D1BD18043FA}" srcId="{A643298A-6419-4A61-AB9C-9215FBC7EF6B}" destId="{79561183-DA78-419E-82E9-577B993EE32D}" srcOrd="0" destOrd="0" parTransId="{741479DF-9178-4DF8-BD10-B2E7EC676224}" sibTransId="{E5963173-F342-4A22-B2DF-8CBB376BD625}"/>
    <dgm:cxn modelId="{DBFA9C48-CA82-4A13-B349-94D66BEDA961}" type="presOf" srcId="{B9EC336F-99EE-4EB4-8040-BEC4C005E98B}" destId="{016DB04E-7E18-40C6-AA7A-22E1C80E8B8A}" srcOrd="0" destOrd="0" presId="urn:microsoft.com/office/officeart/2005/8/layout/matrix3"/>
    <dgm:cxn modelId="{0689848E-C7E7-4FCC-8459-A4408B9D04E2}" srcId="{A643298A-6419-4A61-AB9C-9215FBC7EF6B}" destId="{5783531F-D87F-4096-9A66-98A1626719A5}" srcOrd="1" destOrd="0" parTransId="{28D87C61-23A6-4B9A-95FB-EC53526837D9}" sibTransId="{938415A0-EF0E-431D-8B09-51F7B3584110}"/>
    <dgm:cxn modelId="{08C39C91-7092-4B10-A31B-2E70C67CE10E}" type="presOf" srcId="{28A255C4-CF4A-459E-B4A2-4B85A848585A}" destId="{80705C47-5C35-4281-A3A5-81EB0298DAF8}" srcOrd="0" destOrd="0" presId="urn:microsoft.com/office/officeart/2005/8/layout/matrix3"/>
    <dgm:cxn modelId="{1BE42594-221C-416E-A606-D0515CE8557C}" type="presOf" srcId="{79561183-DA78-419E-82E9-577B993EE32D}" destId="{2AE128AB-B584-45FD-9C38-DB50E94D657D}" srcOrd="0" destOrd="0" presId="urn:microsoft.com/office/officeart/2005/8/layout/matrix3"/>
    <dgm:cxn modelId="{F1E7C0E0-0F95-49B3-8D7E-53C0FA6C6121}" srcId="{A643298A-6419-4A61-AB9C-9215FBC7EF6B}" destId="{B9EC336F-99EE-4EB4-8040-BEC4C005E98B}" srcOrd="3" destOrd="0" parTransId="{D165D48A-CB13-47ED-8735-2C3CB49E2418}" sibTransId="{07908AB2-1438-4465-9C1E-9F94629BBB32}"/>
    <dgm:cxn modelId="{15EEA5FC-157C-4B27-A8B7-A797B988B550}" type="presOf" srcId="{A643298A-6419-4A61-AB9C-9215FBC7EF6B}" destId="{050D7D5B-8F50-4B0A-BB31-B94ABA4B562A}" srcOrd="0" destOrd="0" presId="urn:microsoft.com/office/officeart/2005/8/layout/matrix3"/>
    <dgm:cxn modelId="{6EEF9C5A-C1B5-4666-9796-764E676D6674}" type="presParOf" srcId="{050D7D5B-8F50-4B0A-BB31-B94ABA4B562A}" destId="{F7E60C3A-C21F-4031-9E42-839E706A5114}" srcOrd="0" destOrd="0" presId="urn:microsoft.com/office/officeart/2005/8/layout/matrix3"/>
    <dgm:cxn modelId="{595E6AEC-5D4D-4E20-A508-EB8E93811D03}" type="presParOf" srcId="{050D7D5B-8F50-4B0A-BB31-B94ABA4B562A}" destId="{2AE128AB-B584-45FD-9C38-DB50E94D657D}" srcOrd="1" destOrd="0" presId="urn:microsoft.com/office/officeart/2005/8/layout/matrix3"/>
    <dgm:cxn modelId="{37DE856D-1AFA-4D00-8017-847A7C365883}" type="presParOf" srcId="{050D7D5B-8F50-4B0A-BB31-B94ABA4B562A}" destId="{46ABA0E0-BD6D-4CE9-BABB-6D55EBEB56FB}" srcOrd="2" destOrd="0" presId="urn:microsoft.com/office/officeart/2005/8/layout/matrix3"/>
    <dgm:cxn modelId="{442EC1BA-E6C2-4DA1-9BF1-80C95A99CACF}" type="presParOf" srcId="{050D7D5B-8F50-4B0A-BB31-B94ABA4B562A}" destId="{80705C47-5C35-4281-A3A5-81EB0298DAF8}" srcOrd="3" destOrd="0" presId="urn:microsoft.com/office/officeart/2005/8/layout/matrix3"/>
    <dgm:cxn modelId="{7A0CA424-1A5C-4F30-93D6-CDDBA5924BE2}" type="presParOf" srcId="{050D7D5B-8F50-4B0A-BB31-B94ABA4B562A}" destId="{016DB04E-7E18-40C6-AA7A-22E1C80E8B8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6BF429C-FD14-4669-A6B2-41AAE45E8EB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05C03DF-7C31-4FF7-98CE-894D075D248E}">
      <dgm:prSet/>
      <dgm:spPr/>
      <dgm:t>
        <a:bodyPr/>
        <a:lstStyle/>
        <a:p>
          <a:r>
            <a:rPr lang="en-US" b="0" i="0" dirty="0"/>
            <a:t>- Fehler und </a:t>
          </a:r>
          <a:r>
            <a:rPr lang="en-US" b="0" i="0" dirty="0" err="1"/>
            <a:t>Vorurteile</a:t>
          </a:r>
          <a:endParaRPr lang="en-US" dirty="0"/>
        </a:p>
      </dgm:t>
    </dgm:pt>
    <dgm:pt modelId="{C2C666CB-B234-4419-B34F-4779355D7F05}" type="parTrans" cxnId="{1A7D7E68-3C5E-471D-A556-C5A9ACC01AA3}">
      <dgm:prSet/>
      <dgm:spPr/>
      <dgm:t>
        <a:bodyPr/>
        <a:lstStyle/>
        <a:p>
          <a:endParaRPr lang="en-US"/>
        </a:p>
      </dgm:t>
    </dgm:pt>
    <dgm:pt modelId="{A83C9C33-22DC-45D9-B582-A6FAAEC78DE7}" type="sibTrans" cxnId="{1A7D7E68-3C5E-471D-A556-C5A9ACC01AA3}">
      <dgm:prSet phldrT="1" phldr="0"/>
      <dgm:spPr/>
      <dgm:t>
        <a:bodyPr/>
        <a:lstStyle/>
        <a:p>
          <a:endParaRPr lang="en-US"/>
        </a:p>
      </dgm:t>
    </dgm:pt>
    <dgm:pt modelId="{BCA767E4-F58E-48BE-A770-26553992D0D8}">
      <dgm:prSet/>
      <dgm:spPr/>
      <dgm:t>
        <a:bodyPr/>
        <a:lstStyle/>
        <a:p>
          <a:r>
            <a:rPr lang="de-DE" dirty="0"/>
            <a:t>- Täuschung: KI kann gefälschte E-Mails oder Anrufe erzeugen (Phishing)</a:t>
          </a:r>
          <a:endParaRPr lang="en-US" dirty="0"/>
        </a:p>
      </dgm:t>
    </dgm:pt>
    <dgm:pt modelId="{E627F506-50ED-48F9-AB50-2BECE2A27754}" type="parTrans" cxnId="{AB5A08BC-D9A1-4B2C-894D-06ECCA0ED664}">
      <dgm:prSet/>
      <dgm:spPr/>
      <dgm:t>
        <a:bodyPr/>
        <a:lstStyle/>
        <a:p>
          <a:endParaRPr lang="de-DE"/>
        </a:p>
      </dgm:t>
    </dgm:pt>
    <dgm:pt modelId="{F20C1E7A-2515-4F03-A09D-A3FDA97B11FF}" type="sibTrans" cxnId="{AB5A08BC-D9A1-4B2C-894D-06ECCA0ED664}">
      <dgm:prSet phldrT="4" phldr="0"/>
      <dgm:spPr/>
      <dgm:t>
        <a:bodyPr/>
        <a:lstStyle/>
        <a:p>
          <a:endParaRPr lang="de-DE"/>
        </a:p>
      </dgm:t>
    </dgm:pt>
    <dgm:pt modelId="{FAD39EC0-7A3F-4695-B338-53B8AE73C8DB}">
      <dgm:prSet/>
      <dgm:spPr/>
      <dgm:t>
        <a:bodyPr/>
        <a:lstStyle/>
        <a:p>
          <a:r>
            <a:rPr lang="de-DE" dirty="0"/>
            <a:t>- Arbeitsplatzverlust durch Automatisierung</a:t>
          </a:r>
          <a:endParaRPr lang="en-US" dirty="0"/>
        </a:p>
      </dgm:t>
    </dgm:pt>
    <dgm:pt modelId="{49E25A2D-F7F5-482D-8A82-1109699CDFDD}" type="parTrans" cxnId="{5E176AFD-D7CC-4205-816C-90D3F65283C4}">
      <dgm:prSet/>
      <dgm:spPr/>
      <dgm:t>
        <a:bodyPr/>
        <a:lstStyle/>
        <a:p>
          <a:endParaRPr lang="de-DE"/>
        </a:p>
      </dgm:t>
    </dgm:pt>
    <dgm:pt modelId="{896F817F-A453-4559-8BD4-5986616896A7}" type="sibTrans" cxnId="{5E176AFD-D7CC-4205-816C-90D3F65283C4}">
      <dgm:prSet/>
      <dgm:spPr/>
      <dgm:t>
        <a:bodyPr/>
        <a:lstStyle/>
        <a:p>
          <a:endParaRPr lang="de-DE"/>
        </a:p>
      </dgm:t>
    </dgm:pt>
    <dgm:pt modelId="{7E042D2A-7027-4166-8A8A-BCCC19EA2F21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Datenschutz-Risiken</a:t>
          </a:r>
          <a:endParaRPr lang="en-US" dirty="0"/>
        </a:p>
      </dgm:t>
    </dgm:pt>
    <dgm:pt modelId="{3CB469ED-CB18-436C-8CBE-7AE641E7DA98}" type="parTrans" cxnId="{53550E49-3C8B-4267-B89D-C2231BE015FC}">
      <dgm:prSet/>
      <dgm:spPr/>
      <dgm:t>
        <a:bodyPr/>
        <a:lstStyle/>
        <a:p>
          <a:endParaRPr lang="de-DE"/>
        </a:p>
      </dgm:t>
    </dgm:pt>
    <dgm:pt modelId="{4ECFB5A1-E417-42CC-AB7C-23FA34F0101E}" type="sibTrans" cxnId="{53550E49-3C8B-4267-B89D-C2231BE015FC}">
      <dgm:prSet/>
      <dgm:spPr/>
      <dgm:t>
        <a:bodyPr/>
        <a:lstStyle/>
        <a:p>
          <a:endParaRPr lang="de-DE"/>
        </a:p>
      </dgm:t>
    </dgm:pt>
    <dgm:pt modelId="{BD969113-51D4-4BDB-BD88-B63C6ACC92DC}" type="pres">
      <dgm:prSet presAssocID="{C6BF429C-FD14-4669-A6B2-41AAE45E8EBC}" presName="linear" presStyleCnt="0">
        <dgm:presLayoutVars>
          <dgm:animLvl val="lvl"/>
          <dgm:resizeHandles val="exact"/>
        </dgm:presLayoutVars>
      </dgm:prSet>
      <dgm:spPr/>
    </dgm:pt>
    <dgm:pt modelId="{6B999CF3-19A7-440D-AC9D-B65444381D18}" type="pres">
      <dgm:prSet presAssocID="{905C03DF-7C31-4FF7-98CE-894D075D248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A0D9AF2-C302-4C04-B5D3-5A3995BD2615}" type="pres">
      <dgm:prSet presAssocID="{A83C9C33-22DC-45D9-B582-A6FAAEC78DE7}" presName="spacer" presStyleCnt="0"/>
      <dgm:spPr/>
    </dgm:pt>
    <dgm:pt modelId="{C222A573-F33F-4CA2-82AA-6D242CCA12C9}" type="pres">
      <dgm:prSet presAssocID="{FAD39EC0-7A3F-4695-B338-53B8AE73C8D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369AA70-BE0F-4AA3-B3CE-463367FB5CA2}" type="pres">
      <dgm:prSet presAssocID="{896F817F-A453-4559-8BD4-5986616896A7}" presName="spacer" presStyleCnt="0"/>
      <dgm:spPr/>
    </dgm:pt>
    <dgm:pt modelId="{BF6580F4-6830-49C0-A9DD-A27DAD0501DE}" type="pres">
      <dgm:prSet presAssocID="{7E042D2A-7027-4166-8A8A-BCCC19EA2F2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FB274B4-6786-4BEB-93A3-B424C0059678}" type="pres">
      <dgm:prSet presAssocID="{4ECFB5A1-E417-42CC-AB7C-23FA34F0101E}" presName="spacer" presStyleCnt="0"/>
      <dgm:spPr/>
    </dgm:pt>
    <dgm:pt modelId="{9C6B2BCF-169C-46EB-959C-FA05CE06E66D}" type="pres">
      <dgm:prSet presAssocID="{BCA767E4-F58E-48BE-A770-26553992D0D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7C7A91A-7768-4CBC-8456-9193EC7C422A}" type="presOf" srcId="{7E042D2A-7027-4166-8A8A-BCCC19EA2F21}" destId="{BF6580F4-6830-49C0-A9DD-A27DAD0501DE}" srcOrd="0" destOrd="0" presId="urn:microsoft.com/office/officeart/2005/8/layout/vList2"/>
    <dgm:cxn modelId="{DDFA913D-88BE-4DE6-BEC0-5540478ADACF}" type="presOf" srcId="{FAD39EC0-7A3F-4695-B338-53B8AE73C8DB}" destId="{C222A573-F33F-4CA2-82AA-6D242CCA12C9}" srcOrd="0" destOrd="0" presId="urn:microsoft.com/office/officeart/2005/8/layout/vList2"/>
    <dgm:cxn modelId="{1A7D7E68-3C5E-471D-A556-C5A9ACC01AA3}" srcId="{C6BF429C-FD14-4669-A6B2-41AAE45E8EBC}" destId="{905C03DF-7C31-4FF7-98CE-894D075D248E}" srcOrd="0" destOrd="0" parTransId="{C2C666CB-B234-4419-B34F-4779355D7F05}" sibTransId="{A83C9C33-22DC-45D9-B582-A6FAAEC78DE7}"/>
    <dgm:cxn modelId="{53550E49-3C8B-4267-B89D-C2231BE015FC}" srcId="{C6BF429C-FD14-4669-A6B2-41AAE45E8EBC}" destId="{7E042D2A-7027-4166-8A8A-BCCC19EA2F21}" srcOrd="2" destOrd="0" parTransId="{3CB469ED-CB18-436C-8CBE-7AE641E7DA98}" sibTransId="{4ECFB5A1-E417-42CC-AB7C-23FA34F0101E}"/>
    <dgm:cxn modelId="{EE789C6A-21CE-4B59-A8A9-57342F7942B3}" type="presOf" srcId="{BCA767E4-F58E-48BE-A770-26553992D0D8}" destId="{9C6B2BCF-169C-46EB-959C-FA05CE06E66D}" srcOrd="0" destOrd="0" presId="urn:microsoft.com/office/officeart/2005/8/layout/vList2"/>
    <dgm:cxn modelId="{4378338F-7FE6-4F9C-946A-0A29BC51C3D0}" type="presOf" srcId="{905C03DF-7C31-4FF7-98CE-894D075D248E}" destId="{6B999CF3-19A7-440D-AC9D-B65444381D18}" srcOrd="0" destOrd="0" presId="urn:microsoft.com/office/officeart/2005/8/layout/vList2"/>
    <dgm:cxn modelId="{AB5A08BC-D9A1-4B2C-894D-06ECCA0ED664}" srcId="{C6BF429C-FD14-4669-A6B2-41AAE45E8EBC}" destId="{BCA767E4-F58E-48BE-A770-26553992D0D8}" srcOrd="3" destOrd="0" parTransId="{E627F506-50ED-48F9-AB50-2BECE2A27754}" sibTransId="{F20C1E7A-2515-4F03-A09D-A3FDA97B11FF}"/>
    <dgm:cxn modelId="{B188D3CC-2109-422A-A458-06CD3B527D9F}" type="presOf" srcId="{C6BF429C-FD14-4669-A6B2-41AAE45E8EBC}" destId="{BD969113-51D4-4BDB-BD88-B63C6ACC92DC}" srcOrd="0" destOrd="0" presId="urn:microsoft.com/office/officeart/2005/8/layout/vList2"/>
    <dgm:cxn modelId="{5E176AFD-D7CC-4205-816C-90D3F65283C4}" srcId="{C6BF429C-FD14-4669-A6B2-41AAE45E8EBC}" destId="{FAD39EC0-7A3F-4695-B338-53B8AE73C8DB}" srcOrd="1" destOrd="0" parTransId="{49E25A2D-F7F5-482D-8A82-1109699CDFDD}" sibTransId="{896F817F-A453-4559-8BD4-5986616896A7}"/>
    <dgm:cxn modelId="{FC3B0E84-7417-4D67-A45A-25E382C82827}" type="presParOf" srcId="{BD969113-51D4-4BDB-BD88-B63C6ACC92DC}" destId="{6B999CF3-19A7-440D-AC9D-B65444381D18}" srcOrd="0" destOrd="0" presId="urn:microsoft.com/office/officeart/2005/8/layout/vList2"/>
    <dgm:cxn modelId="{FEE83A3C-22E9-4719-BF11-C59C486FE61A}" type="presParOf" srcId="{BD969113-51D4-4BDB-BD88-B63C6ACC92DC}" destId="{0A0D9AF2-C302-4C04-B5D3-5A3995BD2615}" srcOrd="1" destOrd="0" presId="urn:microsoft.com/office/officeart/2005/8/layout/vList2"/>
    <dgm:cxn modelId="{FF2D066C-8410-40AF-B71F-E65EEE0DAF5C}" type="presParOf" srcId="{BD969113-51D4-4BDB-BD88-B63C6ACC92DC}" destId="{C222A573-F33F-4CA2-82AA-6D242CCA12C9}" srcOrd="2" destOrd="0" presId="urn:microsoft.com/office/officeart/2005/8/layout/vList2"/>
    <dgm:cxn modelId="{F22CE35A-2AB8-48C7-8A9C-D145C9A46D3A}" type="presParOf" srcId="{BD969113-51D4-4BDB-BD88-B63C6ACC92DC}" destId="{F369AA70-BE0F-4AA3-B3CE-463367FB5CA2}" srcOrd="3" destOrd="0" presId="urn:microsoft.com/office/officeart/2005/8/layout/vList2"/>
    <dgm:cxn modelId="{98AA3846-397C-42F0-8885-912589F2068A}" type="presParOf" srcId="{BD969113-51D4-4BDB-BD88-B63C6ACC92DC}" destId="{BF6580F4-6830-49C0-A9DD-A27DAD0501DE}" srcOrd="4" destOrd="0" presId="urn:microsoft.com/office/officeart/2005/8/layout/vList2"/>
    <dgm:cxn modelId="{00F00529-26E3-4061-80A2-6439F5B4BB9B}" type="presParOf" srcId="{BD969113-51D4-4BDB-BD88-B63C6ACC92DC}" destId="{6FB274B4-6786-4BEB-93A3-B424C0059678}" srcOrd="5" destOrd="0" presId="urn:microsoft.com/office/officeart/2005/8/layout/vList2"/>
    <dgm:cxn modelId="{E4DAACD3-F471-40B6-A662-4FE63E7A1B7E}" type="presParOf" srcId="{BD969113-51D4-4BDB-BD88-B63C6ACC92DC}" destId="{9C6B2BCF-169C-46EB-959C-FA05CE06E66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8E621C2-EBF0-49AD-BD9C-B1BA4E7BB090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C8E251C-931D-4FD6-A8B2-29B797C4EB12}">
      <dgm:prSet/>
      <dgm:spPr/>
      <dgm:t>
        <a:bodyPr/>
        <a:lstStyle/>
        <a:p>
          <a:r>
            <a:rPr lang="de-DE" b="0" i="0" baseline="0"/>
            <a:t>KI = digitaler Helfer</a:t>
          </a:r>
          <a:endParaRPr lang="en-US"/>
        </a:p>
      </dgm:t>
    </dgm:pt>
    <dgm:pt modelId="{35F25392-97F6-4628-8CCE-0791266A728D}" type="parTrans" cxnId="{12C8ECDC-F4B7-48B4-A997-542251F315ED}">
      <dgm:prSet/>
      <dgm:spPr/>
      <dgm:t>
        <a:bodyPr/>
        <a:lstStyle/>
        <a:p>
          <a:endParaRPr lang="en-US"/>
        </a:p>
      </dgm:t>
    </dgm:pt>
    <dgm:pt modelId="{81D92B9F-320E-491F-87A5-EDC6A7882DAC}" type="sibTrans" cxnId="{12C8ECDC-F4B7-48B4-A997-542251F315ED}">
      <dgm:prSet/>
      <dgm:spPr/>
      <dgm:t>
        <a:bodyPr/>
        <a:lstStyle/>
        <a:p>
          <a:endParaRPr lang="en-US"/>
        </a:p>
      </dgm:t>
    </dgm:pt>
    <dgm:pt modelId="{6E3B6048-FCA1-4A87-AD18-CFD2FFAE340C}">
      <dgm:prSet/>
      <dgm:spPr/>
      <dgm:t>
        <a:bodyPr/>
        <a:lstStyle/>
        <a:p>
          <a:r>
            <a:rPr lang="de-DE" b="0" i="0" baseline="0" dirty="0"/>
            <a:t>Macht Alltag einfacher</a:t>
          </a:r>
          <a:endParaRPr lang="en-US" dirty="0"/>
        </a:p>
      </dgm:t>
    </dgm:pt>
    <dgm:pt modelId="{5C9B4A48-6459-4AEB-BBCE-AE315801B52C}" type="parTrans" cxnId="{87161030-7581-4C02-AF36-BE8770DB48DF}">
      <dgm:prSet/>
      <dgm:spPr/>
      <dgm:t>
        <a:bodyPr/>
        <a:lstStyle/>
        <a:p>
          <a:endParaRPr lang="en-US"/>
        </a:p>
      </dgm:t>
    </dgm:pt>
    <dgm:pt modelId="{D085ED80-E2AE-4EEF-9464-2CCF88B519F1}" type="sibTrans" cxnId="{87161030-7581-4C02-AF36-BE8770DB48DF}">
      <dgm:prSet/>
      <dgm:spPr/>
      <dgm:t>
        <a:bodyPr/>
        <a:lstStyle/>
        <a:p>
          <a:endParaRPr lang="en-US"/>
        </a:p>
      </dgm:t>
    </dgm:pt>
    <dgm:pt modelId="{06C3BFB6-83BB-4814-8626-D36AF169B88C}">
      <dgm:prSet/>
      <dgm:spPr/>
      <dgm:t>
        <a:bodyPr/>
        <a:lstStyle/>
        <a:p>
          <a:r>
            <a:rPr lang="de-DE" b="0" i="0" baseline="0"/>
            <a:t>Unterstützt, ersetzt nicht</a:t>
          </a:r>
          <a:endParaRPr lang="en-US"/>
        </a:p>
      </dgm:t>
    </dgm:pt>
    <dgm:pt modelId="{9E2F0192-BBBD-4094-88C9-0F47BE0D3CB6}" type="parTrans" cxnId="{473826EE-D1D1-47BB-AFE1-C10A3875C105}">
      <dgm:prSet/>
      <dgm:spPr/>
      <dgm:t>
        <a:bodyPr/>
        <a:lstStyle/>
        <a:p>
          <a:endParaRPr lang="en-US"/>
        </a:p>
      </dgm:t>
    </dgm:pt>
    <dgm:pt modelId="{A850C213-5006-4BFC-847D-CAF1A4399E8A}" type="sibTrans" cxnId="{473826EE-D1D1-47BB-AFE1-C10A3875C105}">
      <dgm:prSet/>
      <dgm:spPr/>
      <dgm:t>
        <a:bodyPr/>
        <a:lstStyle/>
        <a:p>
          <a:endParaRPr lang="en-US"/>
        </a:p>
      </dgm:t>
    </dgm:pt>
    <dgm:pt modelId="{42BE1A04-30EE-4073-9990-D81764D6BFE1}">
      <dgm:prSet/>
      <dgm:spPr/>
      <dgm:t>
        <a:bodyPr/>
        <a:lstStyle/>
        <a:p>
          <a:r>
            <a:rPr lang="de-DE" b="0" i="0" baseline="0" dirty="0"/>
            <a:t>Erleichtert geistige Arbeit</a:t>
          </a:r>
          <a:endParaRPr lang="en-US" dirty="0"/>
        </a:p>
      </dgm:t>
    </dgm:pt>
    <dgm:pt modelId="{F358EC95-8572-45A7-8499-97E3130CB665}" type="parTrans" cxnId="{F7F691E7-15B9-4114-8725-824F461F34FD}">
      <dgm:prSet/>
      <dgm:spPr/>
      <dgm:t>
        <a:bodyPr/>
        <a:lstStyle/>
        <a:p>
          <a:endParaRPr lang="en-US"/>
        </a:p>
      </dgm:t>
    </dgm:pt>
    <dgm:pt modelId="{07E638D8-D52F-430F-8E08-46434C1A207B}" type="sibTrans" cxnId="{F7F691E7-15B9-4114-8725-824F461F34FD}">
      <dgm:prSet/>
      <dgm:spPr/>
      <dgm:t>
        <a:bodyPr/>
        <a:lstStyle/>
        <a:p>
          <a:endParaRPr lang="en-US"/>
        </a:p>
      </dgm:t>
    </dgm:pt>
    <dgm:pt modelId="{179E1BE7-F399-4236-BE52-08383CE34464}" type="pres">
      <dgm:prSet presAssocID="{E8E621C2-EBF0-49AD-BD9C-B1BA4E7BB090}" presName="Name0" presStyleCnt="0">
        <dgm:presLayoutVars>
          <dgm:dir/>
          <dgm:animLvl val="lvl"/>
          <dgm:resizeHandles val="exact"/>
        </dgm:presLayoutVars>
      </dgm:prSet>
      <dgm:spPr/>
    </dgm:pt>
    <dgm:pt modelId="{331E1C15-73A7-4BCE-8B41-A8521F390A8C}" type="pres">
      <dgm:prSet presAssocID="{1C8E251C-931D-4FD6-A8B2-29B797C4EB12}" presName="linNode" presStyleCnt="0"/>
      <dgm:spPr/>
    </dgm:pt>
    <dgm:pt modelId="{C9C5DA2B-8D37-46D3-9B62-A73015E1B129}" type="pres">
      <dgm:prSet presAssocID="{1C8E251C-931D-4FD6-A8B2-29B797C4EB12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9AD9BD18-801E-4D71-BA55-90F15E791E7E}" type="pres">
      <dgm:prSet presAssocID="{81D92B9F-320E-491F-87A5-EDC6A7882DAC}" presName="sp" presStyleCnt="0"/>
      <dgm:spPr/>
    </dgm:pt>
    <dgm:pt modelId="{DBE5A5F9-C4B1-45B8-8CE0-F5B1344F62AD}" type="pres">
      <dgm:prSet presAssocID="{6E3B6048-FCA1-4A87-AD18-CFD2FFAE340C}" presName="linNode" presStyleCnt="0"/>
      <dgm:spPr/>
    </dgm:pt>
    <dgm:pt modelId="{E18896A8-693A-4A99-91F2-EFB721FF2207}" type="pres">
      <dgm:prSet presAssocID="{6E3B6048-FCA1-4A87-AD18-CFD2FFAE340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14C9767-FADB-4A4D-A966-0DD0DB22063D}" type="pres">
      <dgm:prSet presAssocID="{D085ED80-E2AE-4EEF-9464-2CCF88B519F1}" presName="sp" presStyleCnt="0"/>
      <dgm:spPr/>
    </dgm:pt>
    <dgm:pt modelId="{FA2A3ECB-2FC2-4D66-887E-77AE8E3A16F6}" type="pres">
      <dgm:prSet presAssocID="{06C3BFB6-83BB-4814-8626-D36AF169B88C}" presName="linNode" presStyleCnt="0"/>
      <dgm:spPr/>
    </dgm:pt>
    <dgm:pt modelId="{029968B8-41B4-4290-8B3E-E00307959DA0}" type="pres">
      <dgm:prSet presAssocID="{06C3BFB6-83BB-4814-8626-D36AF169B88C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3FD7FB46-9BAE-4D9F-8365-3A636A91AE2A}" type="pres">
      <dgm:prSet presAssocID="{A850C213-5006-4BFC-847D-CAF1A4399E8A}" presName="sp" presStyleCnt="0"/>
      <dgm:spPr/>
    </dgm:pt>
    <dgm:pt modelId="{D7C8942C-5893-4E7C-AB8B-8257AA0D845C}" type="pres">
      <dgm:prSet presAssocID="{42BE1A04-30EE-4073-9990-D81764D6BFE1}" presName="linNode" presStyleCnt="0"/>
      <dgm:spPr/>
    </dgm:pt>
    <dgm:pt modelId="{A38B9DAA-16C0-4E05-BEC2-1BD8B8F34ACD}" type="pres">
      <dgm:prSet presAssocID="{42BE1A04-30EE-4073-9990-D81764D6BFE1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A5CADC15-2D96-42C8-9F88-BF215EC572F9}" type="presOf" srcId="{E8E621C2-EBF0-49AD-BD9C-B1BA4E7BB090}" destId="{179E1BE7-F399-4236-BE52-08383CE34464}" srcOrd="0" destOrd="0" presId="urn:microsoft.com/office/officeart/2005/8/layout/vList5"/>
    <dgm:cxn modelId="{87161030-7581-4C02-AF36-BE8770DB48DF}" srcId="{E8E621C2-EBF0-49AD-BD9C-B1BA4E7BB090}" destId="{6E3B6048-FCA1-4A87-AD18-CFD2FFAE340C}" srcOrd="1" destOrd="0" parTransId="{5C9B4A48-6459-4AEB-BBCE-AE315801B52C}" sibTransId="{D085ED80-E2AE-4EEF-9464-2CCF88B519F1}"/>
    <dgm:cxn modelId="{4AF93B5C-9125-4671-99EF-F20170BAFDB9}" type="presOf" srcId="{1C8E251C-931D-4FD6-A8B2-29B797C4EB12}" destId="{C9C5DA2B-8D37-46D3-9B62-A73015E1B129}" srcOrd="0" destOrd="0" presId="urn:microsoft.com/office/officeart/2005/8/layout/vList5"/>
    <dgm:cxn modelId="{4C0FF9B7-9D53-49CF-963C-88340A7B03C8}" type="presOf" srcId="{6E3B6048-FCA1-4A87-AD18-CFD2FFAE340C}" destId="{E18896A8-693A-4A99-91F2-EFB721FF2207}" srcOrd="0" destOrd="0" presId="urn:microsoft.com/office/officeart/2005/8/layout/vList5"/>
    <dgm:cxn modelId="{12C8ECDC-F4B7-48B4-A997-542251F315ED}" srcId="{E8E621C2-EBF0-49AD-BD9C-B1BA4E7BB090}" destId="{1C8E251C-931D-4FD6-A8B2-29B797C4EB12}" srcOrd="0" destOrd="0" parTransId="{35F25392-97F6-4628-8CCE-0791266A728D}" sibTransId="{81D92B9F-320E-491F-87A5-EDC6A7882DAC}"/>
    <dgm:cxn modelId="{F7F691E7-15B9-4114-8725-824F461F34FD}" srcId="{E8E621C2-EBF0-49AD-BD9C-B1BA4E7BB090}" destId="{42BE1A04-30EE-4073-9990-D81764D6BFE1}" srcOrd="3" destOrd="0" parTransId="{F358EC95-8572-45A7-8499-97E3130CB665}" sibTransId="{07E638D8-D52F-430F-8E08-46434C1A207B}"/>
    <dgm:cxn modelId="{473826EE-D1D1-47BB-AFE1-C10A3875C105}" srcId="{E8E621C2-EBF0-49AD-BD9C-B1BA4E7BB090}" destId="{06C3BFB6-83BB-4814-8626-D36AF169B88C}" srcOrd="2" destOrd="0" parTransId="{9E2F0192-BBBD-4094-88C9-0F47BE0D3CB6}" sibTransId="{A850C213-5006-4BFC-847D-CAF1A4399E8A}"/>
    <dgm:cxn modelId="{CEEAF2EF-C70F-44F6-BE39-85BB36B69D24}" type="presOf" srcId="{42BE1A04-30EE-4073-9990-D81764D6BFE1}" destId="{A38B9DAA-16C0-4E05-BEC2-1BD8B8F34ACD}" srcOrd="0" destOrd="0" presId="urn:microsoft.com/office/officeart/2005/8/layout/vList5"/>
    <dgm:cxn modelId="{636A53F5-D1AB-4FE4-9947-ABE958F99652}" type="presOf" srcId="{06C3BFB6-83BB-4814-8626-D36AF169B88C}" destId="{029968B8-41B4-4290-8B3E-E00307959DA0}" srcOrd="0" destOrd="0" presId="urn:microsoft.com/office/officeart/2005/8/layout/vList5"/>
    <dgm:cxn modelId="{86B871D6-4F55-424D-AC02-16486AC6E39C}" type="presParOf" srcId="{179E1BE7-F399-4236-BE52-08383CE34464}" destId="{331E1C15-73A7-4BCE-8B41-A8521F390A8C}" srcOrd="0" destOrd="0" presId="urn:microsoft.com/office/officeart/2005/8/layout/vList5"/>
    <dgm:cxn modelId="{F291B906-E416-469B-AD3B-89FC25C862B6}" type="presParOf" srcId="{331E1C15-73A7-4BCE-8B41-A8521F390A8C}" destId="{C9C5DA2B-8D37-46D3-9B62-A73015E1B129}" srcOrd="0" destOrd="0" presId="urn:microsoft.com/office/officeart/2005/8/layout/vList5"/>
    <dgm:cxn modelId="{9B177D84-0616-41C5-9110-06E7375B599B}" type="presParOf" srcId="{179E1BE7-F399-4236-BE52-08383CE34464}" destId="{9AD9BD18-801E-4D71-BA55-90F15E791E7E}" srcOrd="1" destOrd="0" presId="urn:microsoft.com/office/officeart/2005/8/layout/vList5"/>
    <dgm:cxn modelId="{9E2DAC8D-57D7-4F19-9104-39107E6A3237}" type="presParOf" srcId="{179E1BE7-F399-4236-BE52-08383CE34464}" destId="{DBE5A5F9-C4B1-45B8-8CE0-F5B1344F62AD}" srcOrd="2" destOrd="0" presId="urn:microsoft.com/office/officeart/2005/8/layout/vList5"/>
    <dgm:cxn modelId="{7D678F54-776F-4B02-AAE7-E7844F14841A}" type="presParOf" srcId="{DBE5A5F9-C4B1-45B8-8CE0-F5B1344F62AD}" destId="{E18896A8-693A-4A99-91F2-EFB721FF2207}" srcOrd="0" destOrd="0" presId="urn:microsoft.com/office/officeart/2005/8/layout/vList5"/>
    <dgm:cxn modelId="{4A218E20-C80A-4BBF-BA4B-D87BF0048152}" type="presParOf" srcId="{179E1BE7-F399-4236-BE52-08383CE34464}" destId="{514C9767-FADB-4A4D-A966-0DD0DB22063D}" srcOrd="3" destOrd="0" presId="urn:microsoft.com/office/officeart/2005/8/layout/vList5"/>
    <dgm:cxn modelId="{0400EE7F-21C6-4287-89D8-29C61B609DD7}" type="presParOf" srcId="{179E1BE7-F399-4236-BE52-08383CE34464}" destId="{FA2A3ECB-2FC2-4D66-887E-77AE8E3A16F6}" srcOrd="4" destOrd="0" presId="urn:microsoft.com/office/officeart/2005/8/layout/vList5"/>
    <dgm:cxn modelId="{66D4C1A8-6CF6-4AE4-BCE1-427F67586DBF}" type="presParOf" srcId="{FA2A3ECB-2FC2-4D66-887E-77AE8E3A16F6}" destId="{029968B8-41B4-4290-8B3E-E00307959DA0}" srcOrd="0" destOrd="0" presId="urn:microsoft.com/office/officeart/2005/8/layout/vList5"/>
    <dgm:cxn modelId="{C286BA05-944D-4DFD-8AFF-B6C33108DD12}" type="presParOf" srcId="{179E1BE7-F399-4236-BE52-08383CE34464}" destId="{3FD7FB46-9BAE-4D9F-8365-3A636A91AE2A}" srcOrd="5" destOrd="0" presId="urn:microsoft.com/office/officeart/2005/8/layout/vList5"/>
    <dgm:cxn modelId="{13CBE42C-6722-4FAA-AED1-B0860C4121D3}" type="presParOf" srcId="{179E1BE7-F399-4236-BE52-08383CE34464}" destId="{D7C8942C-5893-4E7C-AB8B-8257AA0D845C}" srcOrd="6" destOrd="0" presId="urn:microsoft.com/office/officeart/2005/8/layout/vList5"/>
    <dgm:cxn modelId="{537733CC-0D46-4E09-A115-F699BE60A655}" type="presParOf" srcId="{D7C8942C-5893-4E7C-AB8B-8257AA0D845C}" destId="{A38B9DAA-16C0-4E05-BEC2-1BD8B8F34AC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0B01A-4613-417E-82F3-C11EC1D20707}">
      <dsp:nvSpPr>
        <dsp:cNvPr id="0" name=""/>
        <dsp:cNvSpPr/>
      </dsp:nvSpPr>
      <dsp:spPr>
        <a:xfrm>
          <a:off x="625717" y="65757"/>
          <a:ext cx="1212337" cy="12123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F0668E-EB23-4409-A477-FD0BB2133ACC}">
      <dsp:nvSpPr>
        <dsp:cNvPr id="0" name=""/>
        <dsp:cNvSpPr/>
      </dsp:nvSpPr>
      <dsp:spPr>
        <a:xfrm>
          <a:off x="884084" y="324124"/>
          <a:ext cx="695603" cy="6956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A1071-317F-4A15-A7A6-502D9D49A17B}">
      <dsp:nvSpPr>
        <dsp:cNvPr id="0" name=""/>
        <dsp:cNvSpPr/>
      </dsp:nvSpPr>
      <dsp:spPr>
        <a:xfrm>
          <a:off x="238166" y="1655707"/>
          <a:ext cx="19874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b="0" i="0" kern="1200" baseline="0" dirty="0"/>
            <a:t>Computer übernehmen Aufgaben wie Menschen</a:t>
          </a:r>
          <a:endParaRPr lang="en-US" sz="1200" kern="1200" dirty="0"/>
        </a:p>
      </dsp:txBody>
      <dsp:txXfrm>
        <a:off x="238166" y="1655707"/>
        <a:ext cx="1987438" cy="720000"/>
      </dsp:txXfrm>
    </dsp:sp>
    <dsp:sp modelId="{F0923651-E5DB-4453-8084-2E50DD45B25A}">
      <dsp:nvSpPr>
        <dsp:cNvPr id="0" name=""/>
        <dsp:cNvSpPr/>
      </dsp:nvSpPr>
      <dsp:spPr>
        <a:xfrm>
          <a:off x="2960957" y="65757"/>
          <a:ext cx="1212337" cy="12123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349F06-46C2-449F-8A08-1F7759EA0B8B}">
      <dsp:nvSpPr>
        <dsp:cNvPr id="0" name=""/>
        <dsp:cNvSpPr/>
      </dsp:nvSpPr>
      <dsp:spPr>
        <a:xfrm>
          <a:off x="3219324" y="324124"/>
          <a:ext cx="695603" cy="6956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02BAE-C4B2-47B2-B1CF-A75073880E71}">
      <dsp:nvSpPr>
        <dsp:cNvPr id="0" name=""/>
        <dsp:cNvSpPr/>
      </dsp:nvSpPr>
      <dsp:spPr>
        <a:xfrm>
          <a:off x="2573406" y="1655707"/>
          <a:ext cx="19874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b="0" i="0" kern="1200" baseline="0"/>
            <a:t>Kann </a:t>
          </a:r>
          <a:r>
            <a:rPr lang="de-DE" sz="1200" b="1" i="0" kern="1200" baseline="0"/>
            <a:t>Sprache verstehen</a:t>
          </a:r>
          <a:endParaRPr lang="en-US" sz="1200" kern="1200"/>
        </a:p>
      </dsp:txBody>
      <dsp:txXfrm>
        <a:off x="2573406" y="1655707"/>
        <a:ext cx="1987438" cy="720000"/>
      </dsp:txXfrm>
    </dsp:sp>
    <dsp:sp modelId="{E500EF1F-AF71-44FD-8B3E-A05D3CFE2DEA}">
      <dsp:nvSpPr>
        <dsp:cNvPr id="0" name=""/>
        <dsp:cNvSpPr/>
      </dsp:nvSpPr>
      <dsp:spPr>
        <a:xfrm>
          <a:off x="625717" y="2872567"/>
          <a:ext cx="1212337" cy="12123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209A2-7213-4792-88E8-C0E269204DE8}">
      <dsp:nvSpPr>
        <dsp:cNvPr id="0" name=""/>
        <dsp:cNvSpPr/>
      </dsp:nvSpPr>
      <dsp:spPr>
        <a:xfrm>
          <a:off x="884084" y="3130934"/>
          <a:ext cx="695603" cy="6956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81925-5290-4D97-9C52-853B1AE6511D}">
      <dsp:nvSpPr>
        <dsp:cNvPr id="0" name=""/>
        <dsp:cNvSpPr/>
      </dsp:nvSpPr>
      <dsp:spPr>
        <a:xfrm>
          <a:off x="238166" y="4462517"/>
          <a:ext cx="19874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b="0" i="0" kern="1200" baseline="0"/>
            <a:t>Kann </a:t>
          </a:r>
          <a:r>
            <a:rPr lang="de-DE" sz="1200" b="1" i="0" kern="1200" baseline="0"/>
            <a:t>Bilder erkennen</a:t>
          </a:r>
          <a:endParaRPr lang="en-US" sz="1200" kern="1200"/>
        </a:p>
      </dsp:txBody>
      <dsp:txXfrm>
        <a:off x="238166" y="4462517"/>
        <a:ext cx="1987438" cy="720000"/>
      </dsp:txXfrm>
    </dsp:sp>
    <dsp:sp modelId="{2998C75F-4094-49C4-B3C9-CF6C4987761F}">
      <dsp:nvSpPr>
        <dsp:cNvPr id="0" name=""/>
        <dsp:cNvSpPr/>
      </dsp:nvSpPr>
      <dsp:spPr>
        <a:xfrm>
          <a:off x="2960957" y="2872567"/>
          <a:ext cx="1212337" cy="121233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F476FE-9D94-4C4C-8F6E-32619515C444}">
      <dsp:nvSpPr>
        <dsp:cNvPr id="0" name=""/>
        <dsp:cNvSpPr/>
      </dsp:nvSpPr>
      <dsp:spPr>
        <a:xfrm>
          <a:off x="3219324" y="3130934"/>
          <a:ext cx="695603" cy="6956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1360B-AFE9-4538-AB80-C94340FB4C23}">
      <dsp:nvSpPr>
        <dsp:cNvPr id="0" name=""/>
        <dsp:cNvSpPr/>
      </dsp:nvSpPr>
      <dsp:spPr>
        <a:xfrm>
          <a:off x="2573406" y="4462517"/>
          <a:ext cx="19874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DE" sz="1200" b="0" i="0" kern="1200" baseline="0"/>
            <a:t>Trifft </a:t>
          </a:r>
          <a:r>
            <a:rPr lang="de-DE" sz="1200" b="1" i="0" kern="1200" baseline="0"/>
            <a:t>Entscheidungen mit Daten</a:t>
          </a:r>
          <a:endParaRPr lang="en-US" sz="1200" kern="1200"/>
        </a:p>
      </dsp:txBody>
      <dsp:txXfrm>
        <a:off x="2573406" y="4462517"/>
        <a:ext cx="1987438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4A0EA-AA02-4276-ACC6-F802FB5EEAC7}">
      <dsp:nvSpPr>
        <dsp:cNvPr id="0" name=""/>
        <dsp:cNvSpPr/>
      </dsp:nvSpPr>
      <dsp:spPr>
        <a:xfrm>
          <a:off x="0" y="47349"/>
          <a:ext cx="4641141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i="0" kern="1200" baseline="0"/>
            <a:t>Kein echtes Denken oder Bewusstsein</a:t>
          </a:r>
          <a:r>
            <a:rPr lang="de-DE" sz="2200" b="0" i="0" kern="1200" baseline="0"/>
            <a:t> </a:t>
          </a:r>
          <a:endParaRPr lang="en-US" sz="2200" kern="1200"/>
        </a:p>
      </dsp:txBody>
      <dsp:txXfrm>
        <a:off x="42722" y="90071"/>
        <a:ext cx="4555697" cy="789716"/>
      </dsp:txXfrm>
    </dsp:sp>
    <dsp:sp modelId="{9FBFD280-7DA9-4ABC-BB02-ECA94841DC27}">
      <dsp:nvSpPr>
        <dsp:cNvPr id="0" name=""/>
        <dsp:cNvSpPr/>
      </dsp:nvSpPr>
      <dsp:spPr>
        <a:xfrm>
          <a:off x="0" y="985869"/>
          <a:ext cx="4641141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i="0" kern="1200" baseline="0" dirty="0"/>
            <a:t>Keine Gefühle oder Meinungen</a:t>
          </a:r>
          <a:endParaRPr lang="en-US" sz="2200" kern="1200" dirty="0"/>
        </a:p>
      </dsp:txBody>
      <dsp:txXfrm>
        <a:off x="42722" y="1028591"/>
        <a:ext cx="4555697" cy="789716"/>
      </dsp:txXfrm>
    </dsp:sp>
    <dsp:sp modelId="{6F062081-DB1D-4968-ABAC-1E9EFCC269A5}">
      <dsp:nvSpPr>
        <dsp:cNvPr id="0" name=""/>
        <dsp:cNvSpPr/>
      </dsp:nvSpPr>
      <dsp:spPr>
        <a:xfrm>
          <a:off x="0" y="1924389"/>
          <a:ext cx="4641141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i="0" kern="1200" baseline="0" dirty="0"/>
            <a:t>Nicht allwissend</a:t>
          </a:r>
          <a:endParaRPr lang="en-US" sz="2200" kern="1200" dirty="0"/>
        </a:p>
      </dsp:txBody>
      <dsp:txXfrm>
        <a:off x="42722" y="1967111"/>
        <a:ext cx="4555697" cy="789716"/>
      </dsp:txXfrm>
    </dsp:sp>
    <dsp:sp modelId="{8D844F38-369D-4C9C-83F3-7E7B905C5D48}">
      <dsp:nvSpPr>
        <dsp:cNvPr id="0" name=""/>
        <dsp:cNvSpPr/>
      </dsp:nvSpPr>
      <dsp:spPr>
        <a:xfrm>
          <a:off x="0" y="2862909"/>
          <a:ext cx="4641141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200" b="1" i="0" kern="1200" baseline="0" dirty="0"/>
            <a:t>Kein Ersatz für Menschen</a:t>
          </a:r>
          <a:r>
            <a:rPr lang="de-DE" sz="2200" b="0" i="0" kern="1200" baseline="0" dirty="0"/>
            <a:t> </a:t>
          </a:r>
          <a:endParaRPr lang="en-US" sz="2200" kern="1200" dirty="0"/>
        </a:p>
      </dsp:txBody>
      <dsp:txXfrm>
        <a:off x="42722" y="2905631"/>
        <a:ext cx="4555697" cy="7897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E60C3A-C21F-4031-9E42-839E706A5114}">
      <dsp:nvSpPr>
        <dsp:cNvPr id="0" name=""/>
        <dsp:cNvSpPr/>
      </dsp:nvSpPr>
      <dsp:spPr>
        <a:xfrm>
          <a:off x="0" y="281186"/>
          <a:ext cx="4211240" cy="421124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128AB-B584-45FD-9C38-DB50E94D657D}">
      <dsp:nvSpPr>
        <dsp:cNvPr id="0" name=""/>
        <dsp:cNvSpPr/>
      </dsp:nvSpPr>
      <dsp:spPr>
        <a:xfrm>
          <a:off x="400067" y="681254"/>
          <a:ext cx="1642383" cy="164238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- Erleichtert den Alltag</a:t>
          </a:r>
          <a:endParaRPr lang="en-US" sz="1600" kern="1200"/>
        </a:p>
      </dsp:txBody>
      <dsp:txXfrm>
        <a:off x="480242" y="761429"/>
        <a:ext cx="1482033" cy="1482033"/>
      </dsp:txXfrm>
    </dsp:sp>
    <dsp:sp modelId="{46ABA0E0-BD6D-4CE9-BABB-6D55EBEB56FB}">
      <dsp:nvSpPr>
        <dsp:cNvPr id="0" name=""/>
        <dsp:cNvSpPr/>
      </dsp:nvSpPr>
      <dsp:spPr>
        <a:xfrm>
          <a:off x="2168788" y="681254"/>
          <a:ext cx="1642383" cy="164238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- Spart Zeit und Arbeit</a:t>
          </a:r>
          <a:endParaRPr lang="en-US" sz="1600" kern="1200" dirty="0"/>
        </a:p>
      </dsp:txBody>
      <dsp:txXfrm>
        <a:off x="2248963" y="761429"/>
        <a:ext cx="1482033" cy="1482033"/>
      </dsp:txXfrm>
    </dsp:sp>
    <dsp:sp modelId="{80705C47-5C35-4281-A3A5-81EB0298DAF8}">
      <dsp:nvSpPr>
        <dsp:cNvPr id="0" name=""/>
        <dsp:cNvSpPr/>
      </dsp:nvSpPr>
      <dsp:spPr>
        <a:xfrm>
          <a:off x="400067" y="2449975"/>
          <a:ext cx="1642383" cy="164238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- Hilft in der Medizin</a:t>
          </a:r>
          <a:endParaRPr lang="en-US" sz="1600" kern="1200"/>
        </a:p>
      </dsp:txBody>
      <dsp:txXfrm>
        <a:off x="480242" y="2530150"/>
        <a:ext cx="1482033" cy="1482033"/>
      </dsp:txXfrm>
    </dsp:sp>
    <dsp:sp modelId="{016DB04E-7E18-40C6-AA7A-22E1C80E8B8A}">
      <dsp:nvSpPr>
        <dsp:cNvPr id="0" name=""/>
        <dsp:cNvSpPr/>
      </dsp:nvSpPr>
      <dsp:spPr>
        <a:xfrm>
          <a:off x="2168788" y="2449975"/>
          <a:ext cx="1642383" cy="164238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- Kann gefährliche Aufgaben übernehmen</a:t>
          </a:r>
          <a:endParaRPr lang="en-US" sz="1600" kern="1200"/>
        </a:p>
      </dsp:txBody>
      <dsp:txXfrm>
        <a:off x="2248963" y="2530150"/>
        <a:ext cx="1482033" cy="14820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99CF3-19A7-440D-AC9D-B65444381D18}">
      <dsp:nvSpPr>
        <dsp:cNvPr id="0" name=""/>
        <dsp:cNvSpPr/>
      </dsp:nvSpPr>
      <dsp:spPr>
        <a:xfrm>
          <a:off x="0" y="610593"/>
          <a:ext cx="4872038" cy="79450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- Fehler und </a:t>
          </a:r>
          <a:r>
            <a:rPr lang="en-US" sz="2000" b="0" i="0" kern="1200" dirty="0" err="1"/>
            <a:t>Vorurteile</a:t>
          </a:r>
          <a:endParaRPr lang="en-US" sz="2000" kern="1200" dirty="0"/>
        </a:p>
      </dsp:txBody>
      <dsp:txXfrm>
        <a:off x="38784" y="649377"/>
        <a:ext cx="4794470" cy="716935"/>
      </dsp:txXfrm>
    </dsp:sp>
    <dsp:sp modelId="{C222A573-F33F-4CA2-82AA-6D242CCA12C9}">
      <dsp:nvSpPr>
        <dsp:cNvPr id="0" name=""/>
        <dsp:cNvSpPr/>
      </dsp:nvSpPr>
      <dsp:spPr>
        <a:xfrm>
          <a:off x="0" y="1462696"/>
          <a:ext cx="4872038" cy="794503"/>
        </a:xfrm>
        <a:prstGeom prst="roundRect">
          <a:avLst/>
        </a:prstGeom>
        <a:gradFill rotWithShape="0">
          <a:gsLst>
            <a:gs pos="0">
              <a:schemeClr val="accent2">
                <a:hueOff val="451605"/>
                <a:satOff val="-2211"/>
                <a:lumOff val="1242"/>
                <a:alphaOff val="0"/>
                <a:tint val="98000"/>
                <a:lumMod val="114000"/>
              </a:schemeClr>
            </a:gs>
            <a:gs pos="100000">
              <a:schemeClr val="accent2">
                <a:hueOff val="451605"/>
                <a:satOff val="-2211"/>
                <a:lumOff val="1242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- Arbeitsplatzverlust durch Automatisierung</a:t>
          </a:r>
          <a:endParaRPr lang="en-US" sz="2000" kern="1200" dirty="0"/>
        </a:p>
      </dsp:txBody>
      <dsp:txXfrm>
        <a:off x="38784" y="1501480"/>
        <a:ext cx="4794470" cy="716935"/>
      </dsp:txXfrm>
    </dsp:sp>
    <dsp:sp modelId="{BF6580F4-6830-49C0-A9DD-A27DAD0501DE}">
      <dsp:nvSpPr>
        <dsp:cNvPr id="0" name=""/>
        <dsp:cNvSpPr/>
      </dsp:nvSpPr>
      <dsp:spPr>
        <a:xfrm>
          <a:off x="0" y="2314800"/>
          <a:ext cx="4872038" cy="794503"/>
        </a:xfrm>
        <a:prstGeom prst="roundRect">
          <a:avLst/>
        </a:prstGeom>
        <a:gradFill rotWithShape="0">
          <a:gsLst>
            <a:gs pos="0">
              <a:schemeClr val="accent2">
                <a:hueOff val="903209"/>
                <a:satOff val="-4421"/>
                <a:lumOff val="2483"/>
                <a:alphaOff val="0"/>
                <a:tint val="98000"/>
                <a:lumMod val="114000"/>
              </a:schemeClr>
            </a:gs>
            <a:gs pos="100000">
              <a:schemeClr val="accent2">
                <a:hueOff val="903209"/>
                <a:satOff val="-4421"/>
                <a:lumOff val="2483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</a:t>
          </a:r>
          <a:r>
            <a:rPr lang="en-US" sz="2000" kern="1200" dirty="0" err="1"/>
            <a:t>Datenschutz-Risiken</a:t>
          </a:r>
          <a:endParaRPr lang="en-US" sz="2000" kern="1200" dirty="0"/>
        </a:p>
      </dsp:txBody>
      <dsp:txXfrm>
        <a:off x="38784" y="2353584"/>
        <a:ext cx="4794470" cy="716935"/>
      </dsp:txXfrm>
    </dsp:sp>
    <dsp:sp modelId="{9C6B2BCF-169C-46EB-959C-FA05CE06E66D}">
      <dsp:nvSpPr>
        <dsp:cNvPr id="0" name=""/>
        <dsp:cNvSpPr/>
      </dsp:nvSpPr>
      <dsp:spPr>
        <a:xfrm>
          <a:off x="0" y="3166903"/>
          <a:ext cx="4872038" cy="794503"/>
        </a:xfrm>
        <a:prstGeom prst="roundRect">
          <a:avLst/>
        </a:prstGeom>
        <a:gradFill rotWithShape="0">
          <a:gsLst>
            <a:gs pos="0">
              <a:schemeClr val="accent2">
                <a:hueOff val="1354814"/>
                <a:satOff val="-6632"/>
                <a:lumOff val="3725"/>
                <a:alphaOff val="0"/>
                <a:tint val="98000"/>
                <a:lumMod val="114000"/>
              </a:schemeClr>
            </a:gs>
            <a:gs pos="100000">
              <a:schemeClr val="accent2">
                <a:hueOff val="1354814"/>
                <a:satOff val="-6632"/>
                <a:lumOff val="3725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- Täuschung: KI kann gefälschte E-Mails oder Anrufe erzeugen (Phishing)</a:t>
          </a:r>
          <a:endParaRPr lang="en-US" sz="2000" kern="1200" dirty="0"/>
        </a:p>
      </dsp:txBody>
      <dsp:txXfrm>
        <a:off x="38784" y="3205687"/>
        <a:ext cx="4794470" cy="71693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5DA2B-8D37-46D3-9B62-A73015E1B129}">
      <dsp:nvSpPr>
        <dsp:cNvPr id="0" name=""/>
        <dsp:cNvSpPr/>
      </dsp:nvSpPr>
      <dsp:spPr>
        <a:xfrm>
          <a:off x="2614888" y="2056"/>
          <a:ext cx="2941750" cy="98894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i="0" kern="1200" baseline="0"/>
            <a:t>KI = digitaler Helfer</a:t>
          </a:r>
          <a:endParaRPr lang="en-US" sz="2800" kern="1200"/>
        </a:p>
      </dsp:txBody>
      <dsp:txXfrm>
        <a:off x="2663164" y="50332"/>
        <a:ext cx="2845198" cy="892389"/>
      </dsp:txXfrm>
    </dsp:sp>
    <dsp:sp modelId="{E18896A8-693A-4A99-91F2-EFB721FF2207}">
      <dsp:nvSpPr>
        <dsp:cNvPr id="0" name=""/>
        <dsp:cNvSpPr/>
      </dsp:nvSpPr>
      <dsp:spPr>
        <a:xfrm>
          <a:off x="2614888" y="1040444"/>
          <a:ext cx="2941750" cy="988941"/>
        </a:xfrm>
        <a:prstGeom prst="roundRect">
          <a:avLst/>
        </a:prstGeom>
        <a:solidFill>
          <a:schemeClr val="accent5">
            <a:hueOff val="2436877"/>
            <a:satOff val="265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i="0" kern="1200" baseline="0" dirty="0"/>
            <a:t>Macht Alltag einfacher</a:t>
          </a:r>
          <a:endParaRPr lang="en-US" sz="2800" kern="1200" dirty="0"/>
        </a:p>
      </dsp:txBody>
      <dsp:txXfrm>
        <a:off x="2663164" y="1088720"/>
        <a:ext cx="2845198" cy="892389"/>
      </dsp:txXfrm>
    </dsp:sp>
    <dsp:sp modelId="{029968B8-41B4-4290-8B3E-E00307959DA0}">
      <dsp:nvSpPr>
        <dsp:cNvPr id="0" name=""/>
        <dsp:cNvSpPr/>
      </dsp:nvSpPr>
      <dsp:spPr>
        <a:xfrm>
          <a:off x="2614888" y="2078833"/>
          <a:ext cx="2941750" cy="988941"/>
        </a:xfrm>
        <a:prstGeom prst="roundRect">
          <a:avLst/>
        </a:prstGeom>
        <a:solidFill>
          <a:schemeClr val="accent5">
            <a:hueOff val="4873755"/>
            <a:satOff val="530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i="0" kern="1200" baseline="0"/>
            <a:t>Unterstützt, ersetzt nicht</a:t>
          </a:r>
          <a:endParaRPr lang="en-US" sz="2800" kern="1200"/>
        </a:p>
      </dsp:txBody>
      <dsp:txXfrm>
        <a:off x="2663164" y="2127109"/>
        <a:ext cx="2845198" cy="892389"/>
      </dsp:txXfrm>
    </dsp:sp>
    <dsp:sp modelId="{A38B9DAA-16C0-4E05-BEC2-1BD8B8F34ACD}">
      <dsp:nvSpPr>
        <dsp:cNvPr id="0" name=""/>
        <dsp:cNvSpPr/>
      </dsp:nvSpPr>
      <dsp:spPr>
        <a:xfrm>
          <a:off x="2614888" y="3117222"/>
          <a:ext cx="2941750" cy="988941"/>
        </a:xfrm>
        <a:prstGeom prst="roundRect">
          <a:avLst/>
        </a:prstGeom>
        <a:solidFill>
          <a:schemeClr val="accent5">
            <a:hueOff val="7310632"/>
            <a:satOff val="795"/>
            <a:lumOff val="-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b="0" i="0" kern="1200" baseline="0" dirty="0"/>
            <a:t>Erleichtert geistige Arbeit</a:t>
          </a:r>
          <a:endParaRPr lang="en-US" sz="2800" kern="1200" dirty="0"/>
        </a:p>
      </dsp:txBody>
      <dsp:txXfrm>
        <a:off x="2663164" y="3165498"/>
        <a:ext cx="2845198" cy="8923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23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75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8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63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872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7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3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6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8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21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350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1266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823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97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8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1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03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1786" y="1454964"/>
            <a:ext cx="4696438" cy="20654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5600" dirty="0"/>
              <a:t>Künstliche Intelligenz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1786" y="4763803"/>
            <a:ext cx="4696438" cy="1464378"/>
          </a:xfrm>
        </p:spPr>
        <p:txBody>
          <a:bodyPr>
            <a:normAutofit/>
          </a:bodyPr>
          <a:lstStyle/>
          <a:p>
            <a:r>
              <a:rPr dirty="0"/>
              <a:t>Eine </a:t>
            </a:r>
            <a:r>
              <a:rPr dirty="0" err="1"/>
              <a:t>Einführung</a:t>
            </a:r>
            <a:r>
              <a:rPr dirty="0"/>
              <a:t> für </a:t>
            </a:r>
            <a:r>
              <a:rPr dirty="0" err="1"/>
              <a:t>ältere</a:t>
            </a:r>
            <a:r>
              <a:rPr dirty="0"/>
              <a:t> Menschen</a:t>
            </a:r>
          </a:p>
        </p:txBody>
      </p:sp>
      <p:pic>
        <p:nvPicPr>
          <p:cNvPr id="5" name="Picture 4" descr="Ein Roboter mit Gesicht">
            <a:extLst>
              <a:ext uri="{FF2B5EF4-FFF2-40B4-BE49-F238E27FC236}">
                <a16:creationId xmlns:a16="http://schemas.microsoft.com/office/drawing/2014/main" id="{1864C5B0-EAA4-3302-C1DB-AC40B4F184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698" r="10822" b="1"/>
          <a:stretch>
            <a:fillRect/>
          </a:stretch>
        </p:blipFill>
        <p:spPr>
          <a:xfrm>
            <a:off x="20" y="10"/>
            <a:ext cx="3475990" cy="685799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de-DE" dirty="0"/>
              <a:t>Was ist KI?</a:t>
            </a:r>
          </a:p>
        </p:txBody>
      </p:sp>
      <p:graphicFrame>
        <p:nvGraphicFramePr>
          <p:cNvPr id="18" name="Rectangle 3">
            <a:extLst>
              <a:ext uri="{FF2B5EF4-FFF2-40B4-BE49-F238E27FC236}">
                <a16:creationId xmlns:a16="http://schemas.microsoft.com/office/drawing/2014/main" id="{05DB5938-B628-95F0-B03B-79E7798713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2213" y="804863"/>
          <a:ext cx="4799012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8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EBEBEB"/>
                </a:solidFill>
              </a:rPr>
              <a:t>Was KI nicht ist</a:t>
            </a:r>
          </a:p>
        </p:txBody>
      </p:sp>
      <p:graphicFrame>
        <p:nvGraphicFramePr>
          <p:cNvPr id="16" name="Rectangle 1">
            <a:extLst>
              <a:ext uri="{FF2B5EF4-FFF2-40B4-BE49-F238E27FC236}">
                <a16:creationId xmlns:a16="http://schemas.microsoft.com/office/drawing/2014/main" id="{8CE8B245-4AE0-4B03-085A-E32BAB54CF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5958832"/>
              </p:ext>
            </p:extLst>
          </p:nvPr>
        </p:nvGraphicFramePr>
        <p:xfrm>
          <a:off x="486697" y="2438400"/>
          <a:ext cx="4641142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, die sich zur Sonne streckt">
            <a:extLst>
              <a:ext uri="{FF2B5EF4-FFF2-40B4-BE49-F238E27FC236}">
                <a16:creationId xmlns:a16="http://schemas.microsoft.com/office/drawing/2014/main" id="{B1FAE433-47C8-6DB0-829D-E2EB42BE07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1009" r="22625" b="2"/>
          <a:stretch>
            <a:fillRect/>
          </a:stretch>
        </p:blipFill>
        <p:spPr>
          <a:xfrm>
            <a:off x="5421881" y="1"/>
            <a:ext cx="3722434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1063417"/>
            <a:ext cx="2629122" cy="4675396"/>
          </a:xfrm>
        </p:spPr>
        <p:txBody>
          <a:bodyPr anchor="ctr">
            <a:normAutofit/>
          </a:bodyPr>
          <a:lstStyle/>
          <a:p>
            <a:r>
              <a:rPr lang="de-DE" sz="3600" dirty="0">
                <a:solidFill>
                  <a:srgbClr val="F2F2F2"/>
                </a:solidFill>
              </a:rPr>
              <a:t>Vorteile von KI</a:t>
            </a: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2766" y="484632"/>
            <a:ext cx="4938073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740B355-0AEB-FA4E-AEF1-10D3A1F00A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097270"/>
              </p:ext>
            </p:extLst>
          </p:nvPr>
        </p:nvGraphicFramePr>
        <p:xfrm>
          <a:off x="4206478" y="965200"/>
          <a:ext cx="4211240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21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E78424C-6FD0-41F8-9CAA-5DC19C423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4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891" y="1447800"/>
            <a:ext cx="2331469" cy="4572000"/>
          </a:xfrm>
        </p:spPr>
        <p:txBody>
          <a:bodyPr anchor="ctr">
            <a:normAutofit/>
          </a:bodyPr>
          <a:lstStyle/>
          <a:p>
            <a:r>
              <a:rPr lang="de-DE" sz="3200" dirty="0">
                <a:solidFill>
                  <a:srgbClr val="F2F2F2"/>
                </a:solidFill>
              </a:rPr>
              <a:t>Nachteile von KI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D136760-57DC-4301-8BEA-B71AD2D13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0982" y="0"/>
            <a:ext cx="6023018" cy="6858000"/>
          </a:xfrm>
          <a:custGeom>
            <a:avLst/>
            <a:gdLst>
              <a:gd name="connsiteX0" fmla="*/ 1176 w 8030690"/>
              <a:gd name="connsiteY0" fmla="*/ 0 h 6858000"/>
              <a:gd name="connsiteX1" fmla="*/ 1344715 w 8030690"/>
              <a:gd name="connsiteY1" fmla="*/ 0 h 6858000"/>
              <a:gd name="connsiteX2" fmla="*/ 1344715 w 8030690"/>
              <a:gd name="connsiteY2" fmla="*/ 0 h 6858000"/>
              <a:gd name="connsiteX3" fmla="*/ 8030690 w 8030690"/>
              <a:gd name="connsiteY3" fmla="*/ 0 h 6858000"/>
              <a:gd name="connsiteX4" fmla="*/ 8030690 w 8030690"/>
              <a:gd name="connsiteY4" fmla="*/ 6858000 h 6858000"/>
              <a:gd name="connsiteX5" fmla="*/ 477746 w 8030690"/>
              <a:gd name="connsiteY5" fmla="*/ 6858000 h 6858000"/>
              <a:gd name="connsiteX6" fmla="*/ 477746 w 8030690"/>
              <a:gd name="connsiteY6" fmla="*/ 6858000 h 6858000"/>
              <a:gd name="connsiteX7" fmla="*/ 0 w 8030690"/>
              <a:gd name="connsiteY7" fmla="*/ 6858000 h 6858000"/>
              <a:gd name="connsiteX8" fmla="*/ 5883 w 8030690"/>
              <a:gd name="connsiteY8" fmla="*/ 6817538 h 6858000"/>
              <a:gd name="connsiteX9" fmla="*/ 23196 w 8030690"/>
              <a:gd name="connsiteY9" fmla="*/ 6698894 h 6858000"/>
              <a:gd name="connsiteX10" fmla="*/ 35298 w 8030690"/>
              <a:gd name="connsiteY10" fmla="*/ 6612483 h 6858000"/>
              <a:gd name="connsiteX11" fmla="*/ 48073 w 8030690"/>
              <a:gd name="connsiteY11" fmla="*/ 6509613 h 6858000"/>
              <a:gd name="connsiteX12" fmla="*/ 63369 w 8030690"/>
              <a:gd name="connsiteY12" fmla="*/ 6387541 h 6858000"/>
              <a:gd name="connsiteX13" fmla="*/ 79506 w 8030690"/>
              <a:gd name="connsiteY13" fmla="*/ 6252438 h 6858000"/>
              <a:gd name="connsiteX14" fmla="*/ 96483 w 8030690"/>
              <a:gd name="connsiteY14" fmla="*/ 6100191 h 6858000"/>
              <a:gd name="connsiteX15" fmla="*/ 114468 w 8030690"/>
              <a:gd name="connsiteY15" fmla="*/ 5934227 h 6858000"/>
              <a:gd name="connsiteX16" fmla="*/ 132454 w 8030690"/>
              <a:gd name="connsiteY16" fmla="*/ 5753862 h 6858000"/>
              <a:gd name="connsiteX17" fmla="*/ 150775 w 8030690"/>
              <a:gd name="connsiteY17" fmla="*/ 5561838 h 6858000"/>
              <a:gd name="connsiteX18" fmla="*/ 167752 w 8030690"/>
              <a:gd name="connsiteY18" fmla="*/ 5354726 h 6858000"/>
              <a:gd name="connsiteX19" fmla="*/ 184057 w 8030690"/>
              <a:gd name="connsiteY19" fmla="*/ 5138013 h 6858000"/>
              <a:gd name="connsiteX20" fmla="*/ 198849 w 8030690"/>
              <a:gd name="connsiteY20" fmla="*/ 4908956 h 6858000"/>
              <a:gd name="connsiteX21" fmla="*/ 212968 w 8030690"/>
              <a:gd name="connsiteY21" fmla="*/ 4670298 h 6858000"/>
              <a:gd name="connsiteX22" fmla="*/ 226248 w 8030690"/>
              <a:gd name="connsiteY22" fmla="*/ 4421352 h 6858000"/>
              <a:gd name="connsiteX23" fmla="*/ 230954 w 8030690"/>
              <a:gd name="connsiteY23" fmla="*/ 4293793 h 6858000"/>
              <a:gd name="connsiteX24" fmla="*/ 236165 w 8030690"/>
              <a:gd name="connsiteY24" fmla="*/ 4163491 h 6858000"/>
              <a:gd name="connsiteX25" fmla="*/ 241039 w 8030690"/>
              <a:gd name="connsiteY25" fmla="*/ 4031132 h 6858000"/>
              <a:gd name="connsiteX26" fmla="*/ 244233 w 8030690"/>
              <a:gd name="connsiteY26" fmla="*/ 3898087 h 6858000"/>
              <a:gd name="connsiteX27" fmla="*/ 247091 w 8030690"/>
              <a:gd name="connsiteY27" fmla="*/ 3762298 h 6858000"/>
              <a:gd name="connsiteX28" fmla="*/ 250116 w 8030690"/>
              <a:gd name="connsiteY28" fmla="*/ 3625138 h 6858000"/>
              <a:gd name="connsiteX29" fmla="*/ 252133 w 8030690"/>
              <a:gd name="connsiteY29" fmla="*/ 3485235 h 6858000"/>
              <a:gd name="connsiteX30" fmla="*/ 252133 w 8030690"/>
              <a:gd name="connsiteY30" fmla="*/ 3343960 h 6858000"/>
              <a:gd name="connsiteX31" fmla="*/ 253142 w 8030690"/>
              <a:gd name="connsiteY31" fmla="*/ 3201314 h 6858000"/>
              <a:gd name="connsiteX32" fmla="*/ 252133 w 8030690"/>
              <a:gd name="connsiteY32" fmla="*/ 3057296 h 6858000"/>
              <a:gd name="connsiteX33" fmla="*/ 250116 w 8030690"/>
              <a:gd name="connsiteY33" fmla="*/ 2911221 h 6858000"/>
              <a:gd name="connsiteX34" fmla="*/ 248267 w 8030690"/>
              <a:gd name="connsiteY34" fmla="*/ 2765145 h 6858000"/>
              <a:gd name="connsiteX35" fmla="*/ 244233 w 8030690"/>
              <a:gd name="connsiteY35" fmla="*/ 2617013 h 6858000"/>
              <a:gd name="connsiteX36" fmla="*/ 240031 w 8030690"/>
              <a:gd name="connsiteY36" fmla="*/ 2467508 h 6858000"/>
              <a:gd name="connsiteX37" fmla="*/ 235156 w 8030690"/>
              <a:gd name="connsiteY37" fmla="*/ 2318004 h 6858000"/>
              <a:gd name="connsiteX38" fmla="*/ 228265 w 8030690"/>
              <a:gd name="connsiteY38" fmla="*/ 2167128 h 6858000"/>
              <a:gd name="connsiteX39" fmla="*/ 220028 w 8030690"/>
              <a:gd name="connsiteY39" fmla="*/ 2014880 h 6858000"/>
              <a:gd name="connsiteX40" fmla="*/ 212128 w 8030690"/>
              <a:gd name="connsiteY40" fmla="*/ 1861947 h 6858000"/>
              <a:gd name="connsiteX41" fmla="*/ 202043 w 8030690"/>
              <a:gd name="connsiteY41" fmla="*/ 1709013 h 6858000"/>
              <a:gd name="connsiteX42" fmla="*/ 189940 w 8030690"/>
              <a:gd name="connsiteY42" fmla="*/ 1554023 h 6858000"/>
              <a:gd name="connsiteX43" fmla="*/ 177838 w 8030690"/>
              <a:gd name="connsiteY43" fmla="*/ 1401089 h 6858000"/>
              <a:gd name="connsiteX44" fmla="*/ 163886 w 8030690"/>
              <a:gd name="connsiteY44" fmla="*/ 1245413 h 6858000"/>
              <a:gd name="connsiteX45" fmla="*/ 148590 w 8030690"/>
              <a:gd name="connsiteY45" fmla="*/ 1089050 h 6858000"/>
              <a:gd name="connsiteX46" fmla="*/ 132454 w 8030690"/>
              <a:gd name="connsiteY46" fmla="*/ 934745 h 6858000"/>
              <a:gd name="connsiteX47" fmla="*/ 113628 w 8030690"/>
              <a:gd name="connsiteY47" fmla="*/ 778383 h 6858000"/>
              <a:gd name="connsiteX48" fmla="*/ 93457 w 8030690"/>
              <a:gd name="connsiteY48" fmla="*/ 622706 h 6858000"/>
              <a:gd name="connsiteX49" fmla="*/ 73454 w 8030690"/>
              <a:gd name="connsiteY49" fmla="*/ 466344 h 6858000"/>
              <a:gd name="connsiteX50" fmla="*/ 50090 w 8030690"/>
              <a:gd name="connsiteY50" fmla="*/ 310667 h 6858000"/>
              <a:gd name="connsiteX51" fmla="*/ 26222 w 8030690"/>
              <a:gd name="connsiteY51" fmla="*/ 15567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8030690" h="6858000">
                <a:moveTo>
                  <a:pt x="1176" y="0"/>
                </a:moveTo>
                <a:lnTo>
                  <a:pt x="1344715" y="0"/>
                </a:lnTo>
                <a:lnTo>
                  <a:pt x="1344715" y="0"/>
                </a:lnTo>
                <a:lnTo>
                  <a:pt x="8030690" y="0"/>
                </a:lnTo>
                <a:lnTo>
                  <a:pt x="8030690" y="6858000"/>
                </a:lnTo>
                <a:lnTo>
                  <a:pt x="477746" y="6858000"/>
                </a:lnTo>
                <a:lnTo>
                  <a:pt x="477746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8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8" y="5934227"/>
                </a:lnTo>
                <a:lnTo>
                  <a:pt x="132454" y="5753862"/>
                </a:lnTo>
                <a:lnTo>
                  <a:pt x="150775" y="5561838"/>
                </a:lnTo>
                <a:lnTo>
                  <a:pt x="167752" y="5354726"/>
                </a:lnTo>
                <a:lnTo>
                  <a:pt x="184057" y="5138013"/>
                </a:lnTo>
                <a:lnTo>
                  <a:pt x="198849" y="4908956"/>
                </a:lnTo>
                <a:lnTo>
                  <a:pt x="212968" y="4670298"/>
                </a:lnTo>
                <a:lnTo>
                  <a:pt x="226248" y="4421352"/>
                </a:lnTo>
                <a:lnTo>
                  <a:pt x="230954" y="4293793"/>
                </a:lnTo>
                <a:lnTo>
                  <a:pt x="236165" y="4163491"/>
                </a:lnTo>
                <a:lnTo>
                  <a:pt x="241039" y="4031132"/>
                </a:lnTo>
                <a:lnTo>
                  <a:pt x="244233" y="3898087"/>
                </a:lnTo>
                <a:lnTo>
                  <a:pt x="247091" y="3762298"/>
                </a:lnTo>
                <a:lnTo>
                  <a:pt x="250116" y="3625138"/>
                </a:lnTo>
                <a:lnTo>
                  <a:pt x="252133" y="3485235"/>
                </a:lnTo>
                <a:lnTo>
                  <a:pt x="252133" y="3343960"/>
                </a:lnTo>
                <a:lnTo>
                  <a:pt x="253142" y="3201314"/>
                </a:lnTo>
                <a:lnTo>
                  <a:pt x="252133" y="3057296"/>
                </a:lnTo>
                <a:lnTo>
                  <a:pt x="250116" y="2911221"/>
                </a:lnTo>
                <a:lnTo>
                  <a:pt x="248267" y="2765145"/>
                </a:lnTo>
                <a:lnTo>
                  <a:pt x="244233" y="2617013"/>
                </a:lnTo>
                <a:lnTo>
                  <a:pt x="240031" y="2467508"/>
                </a:lnTo>
                <a:lnTo>
                  <a:pt x="235156" y="2318004"/>
                </a:lnTo>
                <a:lnTo>
                  <a:pt x="228265" y="2167128"/>
                </a:lnTo>
                <a:lnTo>
                  <a:pt x="220028" y="2014880"/>
                </a:lnTo>
                <a:lnTo>
                  <a:pt x="212128" y="1861947"/>
                </a:lnTo>
                <a:lnTo>
                  <a:pt x="202043" y="1709013"/>
                </a:lnTo>
                <a:lnTo>
                  <a:pt x="189940" y="1554023"/>
                </a:lnTo>
                <a:lnTo>
                  <a:pt x="177838" y="1401089"/>
                </a:lnTo>
                <a:lnTo>
                  <a:pt x="163886" y="1245413"/>
                </a:lnTo>
                <a:lnTo>
                  <a:pt x="148590" y="1089050"/>
                </a:lnTo>
                <a:lnTo>
                  <a:pt x="132454" y="934745"/>
                </a:lnTo>
                <a:lnTo>
                  <a:pt x="113628" y="778383"/>
                </a:lnTo>
                <a:lnTo>
                  <a:pt x="93457" y="622706"/>
                </a:lnTo>
                <a:lnTo>
                  <a:pt x="73454" y="466344"/>
                </a:lnTo>
                <a:lnTo>
                  <a:pt x="50090" y="310667"/>
                </a:lnTo>
                <a:lnTo>
                  <a:pt x="26222" y="1556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 11">
            <a:extLst>
              <a:ext uri="{FF2B5EF4-FFF2-40B4-BE49-F238E27FC236}">
                <a16:creationId xmlns:a16="http://schemas.microsoft.com/office/drawing/2014/main" id="{BDC58DEA-1307-4F44-AD47-E613D8B76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9B912D-1E4B-42AF-A2BE-CFEFEC916E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DC910B-61C8-0398-AC78-EDE48CFE50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042702"/>
              </p:ext>
            </p:extLst>
          </p:nvPr>
        </p:nvGraphicFramePr>
        <p:xfrm>
          <a:off x="3786187" y="1447800"/>
          <a:ext cx="4872038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1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F1B4F2-E96D-F11B-55E0-1843AF0F4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29267"/>
            <a:ext cx="8171528" cy="1016654"/>
          </a:xfrm>
        </p:spPr>
        <p:txBody>
          <a:bodyPr>
            <a:normAutofit/>
          </a:bodyPr>
          <a:lstStyle/>
          <a:p>
            <a:pPr algn="ctr"/>
            <a:r>
              <a:rPr lang="de-DE" dirty="0">
                <a:solidFill>
                  <a:srgbClr val="EBEBEB"/>
                </a:solidFill>
              </a:rPr>
              <a:t>Fazit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33" name="Freeform: Shape 27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F0ADCB1-D509-3C5B-08EE-1CDA26D0E6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398334"/>
              </p:ext>
            </p:extLst>
          </p:nvPr>
        </p:nvGraphicFramePr>
        <p:xfrm>
          <a:off x="486697" y="2402308"/>
          <a:ext cx="8171528" cy="41082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3678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108</Words>
  <Application>Microsoft Office PowerPoint</Application>
  <PresentationFormat>Bildschirmpräsentation (4:3)</PresentationFormat>
  <Paragraphs>27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Künstliche Intelligenz </vt:lpstr>
      <vt:lpstr>Was ist KI?</vt:lpstr>
      <vt:lpstr>Was KI nicht ist</vt:lpstr>
      <vt:lpstr>Vorteile von KI</vt:lpstr>
      <vt:lpstr>Nachteile von KI</vt:lpstr>
      <vt:lpstr>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Dima Becker</dc:creator>
  <cp:keywords/>
  <dc:description>generated using python-pptx</dc:description>
  <cp:lastModifiedBy>Dima Becker</cp:lastModifiedBy>
  <cp:revision>6</cp:revision>
  <dcterms:created xsi:type="dcterms:W3CDTF">2013-01-27T09:14:16Z</dcterms:created>
  <dcterms:modified xsi:type="dcterms:W3CDTF">2025-09-11T08:55:04Z</dcterms:modified>
  <cp:category/>
</cp:coreProperties>
</file>