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9daa03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f9daa03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04f4ed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04f4ed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d04f4ed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d04f4ed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f9daa03d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f9daa03d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Alltagsrelevante KI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eine alltagsrelevante KI?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KI?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KI ist die Nachbildung menschlicher Intelligenz durch Computer.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Ziele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Problemlösung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Arbeitserleichterung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Anwendungen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Chatbots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Autonomes fahren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Empfehlungs-Systeme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Alltagsrelevante KI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KI, die einen direkten Einfluss auf das alltägliche Leben 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Beispiele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Home Assistenten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Empfehlungssystem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LLMs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Vorteile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Komfort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Zeitersparnis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Personalisierung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Barrierefreiheit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Nicht Alltagsrelevante KI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KI, die den normalen alltag nicht direkt beeinflusst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Beispiele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Analyse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Industrielle Automatisierung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Militärische Anwendungen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Vorteile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spezifische Anwendungsbereiche und Abdeckung dieser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Fazit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Alltagsrelevante KI ist bereits fest in unserem Alltag verankert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Sie erleichtert uns Arbeit, steigert unseren Komfort und macht uns effizienter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Hohe Personalisierung in Form von auf den Nutzer zugeschnittenen Informationen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Alltagsrelevante KI bringt auch Risiken mit sich; Datenschutz, Ethik, Arbeitsplatzveränderungen, Abhängigkeit 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