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949FAE-5ACC-4475-A83F-17F606AFB7A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37806E-9AEC-4528-84D9-BEB239AD5152}">
      <dgm:prSet/>
      <dgm:spPr/>
      <dgm:t>
        <a:bodyPr/>
        <a:lstStyle/>
        <a:p>
          <a:r>
            <a:rPr lang="de-DE" b="1"/>
            <a:t>Medizin</a:t>
          </a:r>
          <a:endParaRPr lang="en-US"/>
        </a:p>
      </dgm:t>
    </dgm:pt>
    <dgm:pt modelId="{5EF0FF44-B57F-4EC0-8A6B-6E06D268D081}" type="parTrans" cxnId="{A6CF23C8-07E4-41C4-A503-0EC573758909}">
      <dgm:prSet/>
      <dgm:spPr/>
      <dgm:t>
        <a:bodyPr/>
        <a:lstStyle/>
        <a:p>
          <a:endParaRPr lang="en-US"/>
        </a:p>
      </dgm:t>
    </dgm:pt>
    <dgm:pt modelId="{62DFCD5E-CC31-4BB8-8A72-AC55BF80A35C}" type="sibTrans" cxnId="{A6CF23C8-07E4-41C4-A503-0EC573758909}">
      <dgm:prSet/>
      <dgm:spPr/>
      <dgm:t>
        <a:bodyPr/>
        <a:lstStyle/>
        <a:p>
          <a:endParaRPr lang="en-US"/>
        </a:p>
      </dgm:t>
    </dgm:pt>
    <dgm:pt modelId="{497A2E21-BA99-47C3-8B37-9944AAD7C860}">
      <dgm:prSet/>
      <dgm:spPr/>
      <dgm:t>
        <a:bodyPr/>
        <a:lstStyle/>
        <a:p>
          <a:r>
            <a:rPr lang="de-DE" b="1"/>
            <a:t>Mobilität &amp; Verkehr</a:t>
          </a:r>
          <a:endParaRPr lang="en-US"/>
        </a:p>
      </dgm:t>
    </dgm:pt>
    <dgm:pt modelId="{DFD6E2A1-FB94-4A58-A498-4F8826576469}" type="parTrans" cxnId="{AA3AA5BD-6027-4A1B-8AA1-66B0FC77DC1B}">
      <dgm:prSet/>
      <dgm:spPr/>
      <dgm:t>
        <a:bodyPr/>
        <a:lstStyle/>
        <a:p>
          <a:endParaRPr lang="en-US"/>
        </a:p>
      </dgm:t>
    </dgm:pt>
    <dgm:pt modelId="{D9255D7C-8EFE-4964-8F5F-55BDFE5185D9}" type="sibTrans" cxnId="{AA3AA5BD-6027-4A1B-8AA1-66B0FC77DC1B}">
      <dgm:prSet/>
      <dgm:spPr/>
      <dgm:t>
        <a:bodyPr/>
        <a:lstStyle/>
        <a:p>
          <a:endParaRPr lang="en-US"/>
        </a:p>
      </dgm:t>
    </dgm:pt>
    <dgm:pt modelId="{083DA1B0-B15E-4241-B9B9-27FBB10150C2}">
      <dgm:prSet/>
      <dgm:spPr/>
      <dgm:t>
        <a:bodyPr/>
        <a:lstStyle/>
        <a:p>
          <a:r>
            <a:rPr lang="de-DE" b="1"/>
            <a:t>Alltag &amp; Konsum</a:t>
          </a:r>
          <a:endParaRPr lang="en-US"/>
        </a:p>
      </dgm:t>
    </dgm:pt>
    <dgm:pt modelId="{C9A2EA61-441C-4B18-BAFD-D1F8D1EC0EFD}" type="parTrans" cxnId="{A235E53E-B6AD-4A8D-89EA-E76E849B0536}">
      <dgm:prSet/>
      <dgm:spPr/>
      <dgm:t>
        <a:bodyPr/>
        <a:lstStyle/>
        <a:p>
          <a:endParaRPr lang="en-US"/>
        </a:p>
      </dgm:t>
    </dgm:pt>
    <dgm:pt modelId="{89228FF3-37F1-4AAC-BBE4-37FF04B8C404}" type="sibTrans" cxnId="{A235E53E-B6AD-4A8D-89EA-E76E849B0536}">
      <dgm:prSet/>
      <dgm:spPr/>
      <dgm:t>
        <a:bodyPr/>
        <a:lstStyle/>
        <a:p>
          <a:endParaRPr lang="en-US"/>
        </a:p>
      </dgm:t>
    </dgm:pt>
    <dgm:pt modelId="{540ABFE7-D2A8-4DA8-8AD7-FD29B3647AF4}">
      <dgm:prSet/>
      <dgm:spPr/>
      <dgm:t>
        <a:bodyPr/>
        <a:lstStyle/>
        <a:p>
          <a:r>
            <a:rPr lang="de-DE" b="1"/>
            <a:t>Arbeit &amp; Büro</a:t>
          </a:r>
          <a:endParaRPr lang="en-US"/>
        </a:p>
      </dgm:t>
    </dgm:pt>
    <dgm:pt modelId="{D5A01712-612D-49A2-86E4-15AD364D975C}" type="parTrans" cxnId="{F2A1D3B8-ABAD-4C20-9046-735E1CB842CF}">
      <dgm:prSet/>
      <dgm:spPr/>
      <dgm:t>
        <a:bodyPr/>
        <a:lstStyle/>
        <a:p>
          <a:endParaRPr lang="en-US"/>
        </a:p>
      </dgm:t>
    </dgm:pt>
    <dgm:pt modelId="{9AE22E11-3022-4C9E-9AC8-CBE1A56F7153}" type="sibTrans" cxnId="{F2A1D3B8-ABAD-4C20-9046-735E1CB842CF}">
      <dgm:prSet/>
      <dgm:spPr/>
      <dgm:t>
        <a:bodyPr/>
        <a:lstStyle/>
        <a:p>
          <a:endParaRPr lang="en-US"/>
        </a:p>
      </dgm:t>
    </dgm:pt>
    <dgm:pt modelId="{2E47D68B-CED9-4256-B9AC-2B79AC251559}">
      <dgm:prSet/>
      <dgm:spPr/>
      <dgm:t>
        <a:bodyPr/>
        <a:lstStyle/>
        <a:p>
          <a:r>
            <a:rPr lang="de-DE" b="1" dirty="0"/>
            <a:t>Sicherheit &amp; Überwachung</a:t>
          </a:r>
          <a:endParaRPr lang="en-US" dirty="0"/>
        </a:p>
      </dgm:t>
    </dgm:pt>
    <dgm:pt modelId="{D8861FD9-4C99-408F-BD92-2F187DE94309}" type="parTrans" cxnId="{52BA2C7D-4A42-45DF-A99C-850BE4F5B904}">
      <dgm:prSet/>
      <dgm:spPr/>
      <dgm:t>
        <a:bodyPr/>
        <a:lstStyle/>
        <a:p>
          <a:endParaRPr lang="en-US"/>
        </a:p>
      </dgm:t>
    </dgm:pt>
    <dgm:pt modelId="{0E8F80A4-FF6A-4AEF-80C6-D9A222EB55F9}" type="sibTrans" cxnId="{52BA2C7D-4A42-45DF-A99C-850BE4F5B904}">
      <dgm:prSet/>
      <dgm:spPr/>
      <dgm:t>
        <a:bodyPr/>
        <a:lstStyle/>
        <a:p>
          <a:endParaRPr lang="en-US"/>
        </a:p>
      </dgm:t>
    </dgm:pt>
    <dgm:pt modelId="{21B5CFCB-0630-441D-B867-A173816048CA}">
      <dgm:prSet/>
      <dgm:spPr/>
      <dgm:t>
        <a:bodyPr/>
        <a:lstStyle/>
        <a:p>
          <a:r>
            <a:rPr lang="de-DE" b="1"/>
            <a:t>Kunst</a:t>
          </a:r>
          <a:endParaRPr lang="en-US"/>
        </a:p>
      </dgm:t>
    </dgm:pt>
    <dgm:pt modelId="{49A0EB62-C31C-4407-8128-20D2CCA95511}" type="parTrans" cxnId="{B17F5D74-DB8B-4246-AA3D-76A1BE427A03}">
      <dgm:prSet/>
      <dgm:spPr/>
      <dgm:t>
        <a:bodyPr/>
        <a:lstStyle/>
        <a:p>
          <a:endParaRPr lang="en-US"/>
        </a:p>
      </dgm:t>
    </dgm:pt>
    <dgm:pt modelId="{15BD0129-7405-4CE5-8E6D-D1FD8E653DE0}" type="sibTrans" cxnId="{B17F5D74-DB8B-4246-AA3D-76A1BE427A03}">
      <dgm:prSet/>
      <dgm:spPr/>
      <dgm:t>
        <a:bodyPr/>
        <a:lstStyle/>
        <a:p>
          <a:endParaRPr lang="en-US"/>
        </a:p>
      </dgm:t>
    </dgm:pt>
    <dgm:pt modelId="{4DC8E9D8-A068-4DB9-A491-1FAED446A2AE}">
      <dgm:prSet/>
      <dgm:spPr/>
      <dgm:t>
        <a:bodyPr/>
        <a:lstStyle/>
        <a:p>
          <a:r>
            <a:rPr lang="de-DE" b="1"/>
            <a:t>Freizeit</a:t>
          </a:r>
          <a:endParaRPr lang="en-US"/>
        </a:p>
      </dgm:t>
    </dgm:pt>
    <dgm:pt modelId="{B9B529E7-C5C2-4D7F-A5DA-A9D2190B1CCB}" type="parTrans" cxnId="{D38C3869-2BD6-4FAE-BC40-569019A641B3}">
      <dgm:prSet/>
      <dgm:spPr/>
      <dgm:t>
        <a:bodyPr/>
        <a:lstStyle/>
        <a:p>
          <a:endParaRPr lang="en-US"/>
        </a:p>
      </dgm:t>
    </dgm:pt>
    <dgm:pt modelId="{9F0C0D13-02D2-4DF8-B274-97645B58CD94}" type="sibTrans" cxnId="{D38C3869-2BD6-4FAE-BC40-569019A641B3}">
      <dgm:prSet/>
      <dgm:spPr/>
      <dgm:t>
        <a:bodyPr/>
        <a:lstStyle/>
        <a:p>
          <a:endParaRPr lang="en-US"/>
        </a:p>
      </dgm:t>
    </dgm:pt>
    <dgm:pt modelId="{5A49B895-FC91-4311-8DA0-FB23F88B6F18}" type="pres">
      <dgm:prSet presAssocID="{F8949FAE-5ACC-4475-A83F-17F606AFB7AC}" presName="vert0" presStyleCnt="0">
        <dgm:presLayoutVars>
          <dgm:dir/>
          <dgm:animOne val="branch"/>
          <dgm:animLvl val="lvl"/>
        </dgm:presLayoutVars>
      </dgm:prSet>
      <dgm:spPr/>
    </dgm:pt>
    <dgm:pt modelId="{46294AB3-C6FD-44DE-BF23-B0C25B5FD99D}" type="pres">
      <dgm:prSet presAssocID="{BB37806E-9AEC-4528-84D9-BEB239AD5152}" presName="thickLine" presStyleLbl="alignNode1" presStyleIdx="0" presStyleCnt="7"/>
      <dgm:spPr/>
    </dgm:pt>
    <dgm:pt modelId="{C78D2ACB-6661-40B4-9012-195CB3652073}" type="pres">
      <dgm:prSet presAssocID="{BB37806E-9AEC-4528-84D9-BEB239AD5152}" presName="horz1" presStyleCnt="0"/>
      <dgm:spPr/>
    </dgm:pt>
    <dgm:pt modelId="{7AB1C0A6-759E-4ADF-9461-BBE30804AFF1}" type="pres">
      <dgm:prSet presAssocID="{BB37806E-9AEC-4528-84D9-BEB239AD5152}" presName="tx1" presStyleLbl="revTx" presStyleIdx="0" presStyleCnt="7"/>
      <dgm:spPr/>
    </dgm:pt>
    <dgm:pt modelId="{4F66534C-AADC-4CEE-A3EC-BF2D2C1D7EE0}" type="pres">
      <dgm:prSet presAssocID="{BB37806E-9AEC-4528-84D9-BEB239AD5152}" presName="vert1" presStyleCnt="0"/>
      <dgm:spPr/>
    </dgm:pt>
    <dgm:pt modelId="{6005D947-047D-4F75-8013-72699042BB3F}" type="pres">
      <dgm:prSet presAssocID="{497A2E21-BA99-47C3-8B37-9944AAD7C860}" presName="thickLine" presStyleLbl="alignNode1" presStyleIdx="1" presStyleCnt="7"/>
      <dgm:spPr/>
    </dgm:pt>
    <dgm:pt modelId="{5B70C83C-870B-4075-A048-575B00E046FC}" type="pres">
      <dgm:prSet presAssocID="{497A2E21-BA99-47C3-8B37-9944AAD7C860}" presName="horz1" presStyleCnt="0"/>
      <dgm:spPr/>
    </dgm:pt>
    <dgm:pt modelId="{C7B4C589-F2BB-4602-A8E6-A294B25E510A}" type="pres">
      <dgm:prSet presAssocID="{497A2E21-BA99-47C3-8B37-9944AAD7C860}" presName="tx1" presStyleLbl="revTx" presStyleIdx="1" presStyleCnt="7"/>
      <dgm:spPr/>
    </dgm:pt>
    <dgm:pt modelId="{00501DE4-7CC1-4D95-9E90-31CA5A8E2371}" type="pres">
      <dgm:prSet presAssocID="{497A2E21-BA99-47C3-8B37-9944AAD7C860}" presName="vert1" presStyleCnt="0"/>
      <dgm:spPr/>
    </dgm:pt>
    <dgm:pt modelId="{8E3E436A-6462-444E-A1D6-B0791B5C293E}" type="pres">
      <dgm:prSet presAssocID="{083DA1B0-B15E-4241-B9B9-27FBB10150C2}" presName="thickLine" presStyleLbl="alignNode1" presStyleIdx="2" presStyleCnt="7"/>
      <dgm:spPr/>
    </dgm:pt>
    <dgm:pt modelId="{A0483656-114C-4EA6-B40A-F07A315D9048}" type="pres">
      <dgm:prSet presAssocID="{083DA1B0-B15E-4241-B9B9-27FBB10150C2}" presName="horz1" presStyleCnt="0"/>
      <dgm:spPr/>
    </dgm:pt>
    <dgm:pt modelId="{30646AD6-3C31-4063-99E9-AB5C5986AD16}" type="pres">
      <dgm:prSet presAssocID="{083DA1B0-B15E-4241-B9B9-27FBB10150C2}" presName="tx1" presStyleLbl="revTx" presStyleIdx="2" presStyleCnt="7"/>
      <dgm:spPr/>
    </dgm:pt>
    <dgm:pt modelId="{823541D2-25CE-47A9-A449-514FC89EBD2F}" type="pres">
      <dgm:prSet presAssocID="{083DA1B0-B15E-4241-B9B9-27FBB10150C2}" presName="vert1" presStyleCnt="0"/>
      <dgm:spPr/>
    </dgm:pt>
    <dgm:pt modelId="{EB09C1B8-5E2C-447D-A485-7B4E97FA214C}" type="pres">
      <dgm:prSet presAssocID="{540ABFE7-D2A8-4DA8-8AD7-FD29B3647AF4}" presName="thickLine" presStyleLbl="alignNode1" presStyleIdx="3" presStyleCnt="7"/>
      <dgm:spPr/>
    </dgm:pt>
    <dgm:pt modelId="{51B18FC4-A55D-4C90-9D94-F4513A846656}" type="pres">
      <dgm:prSet presAssocID="{540ABFE7-D2A8-4DA8-8AD7-FD29B3647AF4}" presName="horz1" presStyleCnt="0"/>
      <dgm:spPr/>
    </dgm:pt>
    <dgm:pt modelId="{F804EBCC-DECF-40B1-9C69-34BB38FC96D7}" type="pres">
      <dgm:prSet presAssocID="{540ABFE7-D2A8-4DA8-8AD7-FD29B3647AF4}" presName="tx1" presStyleLbl="revTx" presStyleIdx="3" presStyleCnt="7"/>
      <dgm:spPr/>
    </dgm:pt>
    <dgm:pt modelId="{85700CCA-4322-4543-A716-C886544A4479}" type="pres">
      <dgm:prSet presAssocID="{540ABFE7-D2A8-4DA8-8AD7-FD29B3647AF4}" presName="vert1" presStyleCnt="0"/>
      <dgm:spPr/>
    </dgm:pt>
    <dgm:pt modelId="{A06FF1DE-47F6-4D09-8AD2-3053C0B08B4A}" type="pres">
      <dgm:prSet presAssocID="{2E47D68B-CED9-4256-B9AC-2B79AC251559}" presName="thickLine" presStyleLbl="alignNode1" presStyleIdx="4" presStyleCnt="7"/>
      <dgm:spPr/>
    </dgm:pt>
    <dgm:pt modelId="{59353659-DD80-479D-84FB-FA21616B9EA4}" type="pres">
      <dgm:prSet presAssocID="{2E47D68B-CED9-4256-B9AC-2B79AC251559}" presName="horz1" presStyleCnt="0"/>
      <dgm:spPr/>
    </dgm:pt>
    <dgm:pt modelId="{35E09430-4B21-4987-BCF2-38F6C4979DBA}" type="pres">
      <dgm:prSet presAssocID="{2E47D68B-CED9-4256-B9AC-2B79AC251559}" presName="tx1" presStyleLbl="revTx" presStyleIdx="4" presStyleCnt="7"/>
      <dgm:spPr/>
    </dgm:pt>
    <dgm:pt modelId="{607E3608-B349-4161-9BC0-FF27E18FC6C0}" type="pres">
      <dgm:prSet presAssocID="{2E47D68B-CED9-4256-B9AC-2B79AC251559}" presName="vert1" presStyleCnt="0"/>
      <dgm:spPr/>
    </dgm:pt>
    <dgm:pt modelId="{5A669D14-4C41-4035-9864-17EF473D718A}" type="pres">
      <dgm:prSet presAssocID="{21B5CFCB-0630-441D-B867-A173816048CA}" presName="thickLine" presStyleLbl="alignNode1" presStyleIdx="5" presStyleCnt="7"/>
      <dgm:spPr/>
    </dgm:pt>
    <dgm:pt modelId="{3EFCFA7C-6612-4429-906A-5345DAD3C5A0}" type="pres">
      <dgm:prSet presAssocID="{21B5CFCB-0630-441D-B867-A173816048CA}" presName="horz1" presStyleCnt="0"/>
      <dgm:spPr/>
    </dgm:pt>
    <dgm:pt modelId="{D0E47607-A5F9-4C8D-BD49-FA6318335B9F}" type="pres">
      <dgm:prSet presAssocID="{21B5CFCB-0630-441D-B867-A173816048CA}" presName="tx1" presStyleLbl="revTx" presStyleIdx="5" presStyleCnt="7"/>
      <dgm:spPr/>
    </dgm:pt>
    <dgm:pt modelId="{A2968973-3793-4ABD-8B33-BD39CE0D6900}" type="pres">
      <dgm:prSet presAssocID="{21B5CFCB-0630-441D-B867-A173816048CA}" presName="vert1" presStyleCnt="0"/>
      <dgm:spPr/>
    </dgm:pt>
    <dgm:pt modelId="{EFD40FE9-3F69-4FD0-98D0-C692AB22E725}" type="pres">
      <dgm:prSet presAssocID="{4DC8E9D8-A068-4DB9-A491-1FAED446A2AE}" presName="thickLine" presStyleLbl="alignNode1" presStyleIdx="6" presStyleCnt="7"/>
      <dgm:spPr/>
    </dgm:pt>
    <dgm:pt modelId="{342D2DBF-42FD-4399-81A7-614EF6A45464}" type="pres">
      <dgm:prSet presAssocID="{4DC8E9D8-A068-4DB9-A491-1FAED446A2AE}" presName="horz1" presStyleCnt="0"/>
      <dgm:spPr/>
    </dgm:pt>
    <dgm:pt modelId="{444127DB-7B4A-4199-9BA7-EA9908D929B5}" type="pres">
      <dgm:prSet presAssocID="{4DC8E9D8-A068-4DB9-A491-1FAED446A2AE}" presName="tx1" presStyleLbl="revTx" presStyleIdx="6" presStyleCnt="7"/>
      <dgm:spPr/>
    </dgm:pt>
    <dgm:pt modelId="{1B1FAE60-D63C-4B45-9BF8-51459EC9F223}" type="pres">
      <dgm:prSet presAssocID="{4DC8E9D8-A068-4DB9-A491-1FAED446A2AE}" presName="vert1" presStyleCnt="0"/>
      <dgm:spPr/>
    </dgm:pt>
  </dgm:ptLst>
  <dgm:cxnLst>
    <dgm:cxn modelId="{8786D203-59DC-47F7-B54E-913090F3BD33}" type="presOf" srcId="{21B5CFCB-0630-441D-B867-A173816048CA}" destId="{D0E47607-A5F9-4C8D-BD49-FA6318335B9F}" srcOrd="0" destOrd="0" presId="urn:microsoft.com/office/officeart/2008/layout/LinedList"/>
    <dgm:cxn modelId="{EA351C0A-7410-4BF1-B238-13E0D49262A3}" type="presOf" srcId="{540ABFE7-D2A8-4DA8-8AD7-FD29B3647AF4}" destId="{F804EBCC-DECF-40B1-9C69-34BB38FC96D7}" srcOrd="0" destOrd="0" presId="urn:microsoft.com/office/officeart/2008/layout/LinedList"/>
    <dgm:cxn modelId="{A235E53E-B6AD-4A8D-89EA-E76E849B0536}" srcId="{F8949FAE-5ACC-4475-A83F-17F606AFB7AC}" destId="{083DA1B0-B15E-4241-B9B9-27FBB10150C2}" srcOrd="2" destOrd="0" parTransId="{C9A2EA61-441C-4B18-BAFD-D1F8D1EC0EFD}" sibTransId="{89228FF3-37F1-4AAC-BBE4-37FF04B8C404}"/>
    <dgm:cxn modelId="{D38C3869-2BD6-4FAE-BC40-569019A641B3}" srcId="{F8949FAE-5ACC-4475-A83F-17F606AFB7AC}" destId="{4DC8E9D8-A068-4DB9-A491-1FAED446A2AE}" srcOrd="6" destOrd="0" parTransId="{B9B529E7-C5C2-4D7F-A5DA-A9D2190B1CCB}" sibTransId="{9F0C0D13-02D2-4DF8-B274-97645B58CD94}"/>
    <dgm:cxn modelId="{B17F5D74-DB8B-4246-AA3D-76A1BE427A03}" srcId="{F8949FAE-5ACC-4475-A83F-17F606AFB7AC}" destId="{21B5CFCB-0630-441D-B867-A173816048CA}" srcOrd="5" destOrd="0" parTransId="{49A0EB62-C31C-4407-8128-20D2CCA95511}" sibTransId="{15BD0129-7405-4CE5-8E6D-D1FD8E653DE0}"/>
    <dgm:cxn modelId="{52BA2C7D-4A42-45DF-A99C-850BE4F5B904}" srcId="{F8949FAE-5ACC-4475-A83F-17F606AFB7AC}" destId="{2E47D68B-CED9-4256-B9AC-2B79AC251559}" srcOrd="4" destOrd="0" parTransId="{D8861FD9-4C99-408F-BD92-2F187DE94309}" sibTransId="{0E8F80A4-FF6A-4AEF-80C6-D9A222EB55F9}"/>
    <dgm:cxn modelId="{80AF85AA-F360-4EC7-A1F0-5E96358F20AA}" type="presOf" srcId="{BB37806E-9AEC-4528-84D9-BEB239AD5152}" destId="{7AB1C0A6-759E-4ADF-9461-BBE30804AFF1}" srcOrd="0" destOrd="0" presId="urn:microsoft.com/office/officeart/2008/layout/LinedList"/>
    <dgm:cxn modelId="{E35BB0AE-D566-4850-A87B-3527C4452AD0}" type="presOf" srcId="{2E47D68B-CED9-4256-B9AC-2B79AC251559}" destId="{35E09430-4B21-4987-BCF2-38F6C4979DBA}" srcOrd="0" destOrd="0" presId="urn:microsoft.com/office/officeart/2008/layout/LinedList"/>
    <dgm:cxn modelId="{0C096AB2-B2E8-41B5-AA28-C7611FC6A302}" type="presOf" srcId="{4DC8E9D8-A068-4DB9-A491-1FAED446A2AE}" destId="{444127DB-7B4A-4199-9BA7-EA9908D929B5}" srcOrd="0" destOrd="0" presId="urn:microsoft.com/office/officeart/2008/layout/LinedList"/>
    <dgm:cxn modelId="{F2A1D3B8-ABAD-4C20-9046-735E1CB842CF}" srcId="{F8949FAE-5ACC-4475-A83F-17F606AFB7AC}" destId="{540ABFE7-D2A8-4DA8-8AD7-FD29B3647AF4}" srcOrd="3" destOrd="0" parTransId="{D5A01712-612D-49A2-86E4-15AD364D975C}" sibTransId="{9AE22E11-3022-4C9E-9AC8-CBE1A56F7153}"/>
    <dgm:cxn modelId="{AA3AA5BD-6027-4A1B-8AA1-66B0FC77DC1B}" srcId="{F8949FAE-5ACC-4475-A83F-17F606AFB7AC}" destId="{497A2E21-BA99-47C3-8B37-9944AAD7C860}" srcOrd="1" destOrd="0" parTransId="{DFD6E2A1-FB94-4A58-A498-4F8826576469}" sibTransId="{D9255D7C-8EFE-4964-8F5F-55BDFE5185D9}"/>
    <dgm:cxn modelId="{A6CF23C8-07E4-41C4-A503-0EC573758909}" srcId="{F8949FAE-5ACC-4475-A83F-17F606AFB7AC}" destId="{BB37806E-9AEC-4528-84D9-BEB239AD5152}" srcOrd="0" destOrd="0" parTransId="{5EF0FF44-B57F-4EC0-8A6B-6E06D268D081}" sibTransId="{62DFCD5E-CC31-4BB8-8A72-AC55BF80A35C}"/>
    <dgm:cxn modelId="{E37B15D3-47A1-49D0-8BB5-3FD39D58EAA5}" type="presOf" srcId="{497A2E21-BA99-47C3-8B37-9944AAD7C860}" destId="{C7B4C589-F2BB-4602-A8E6-A294B25E510A}" srcOrd="0" destOrd="0" presId="urn:microsoft.com/office/officeart/2008/layout/LinedList"/>
    <dgm:cxn modelId="{3C3426DA-A169-4546-AD87-35C396F66753}" type="presOf" srcId="{083DA1B0-B15E-4241-B9B9-27FBB10150C2}" destId="{30646AD6-3C31-4063-99E9-AB5C5986AD16}" srcOrd="0" destOrd="0" presId="urn:microsoft.com/office/officeart/2008/layout/LinedList"/>
    <dgm:cxn modelId="{7D5C53FC-1150-4228-A67A-CD98352D4E60}" type="presOf" srcId="{F8949FAE-5ACC-4475-A83F-17F606AFB7AC}" destId="{5A49B895-FC91-4311-8DA0-FB23F88B6F18}" srcOrd="0" destOrd="0" presId="urn:microsoft.com/office/officeart/2008/layout/LinedList"/>
    <dgm:cxn modelId="{5336A188-80D2-4B1F-9D11-7D8A0E36237C}" type="presParOf" srcId="{5A49B895-FC91-4311-8DA0-FB23F88B6F18}" destId="{46294AB3-C6FD-44DE-BF23-B0C25B5FD99D}" srcOrd="0" destOrd="0" presId="urn:microsoft.com/office/officeart/2008/layout/LinedList"/>
    <dgm:cxn modelId="{C4E9D5AA-CB56-4936-9CA8-16F6D847A9E8}" type="presParOf" srcId="{5A49B895-FC91-4311-8DA0-FB23F88B6F18}" destId="{C78D2ACB-6661-40B4-9012-195CB3652073}" srcOrd="1" destOrd="0" presId="urn:microsoft.com/office/officeart/2008/layout/LinedList"/>
    <dgm:cxn modelId="{A04265B1-A093-4FAD-A42B-9013F6C6D3B9}" type="presParOf" srcId="{C78D2ACB-6661-40B4-9012-195CB3652073}" destId="{7AB1C0A6-759E-4ADF-9461-BBE30804AFF1}" srcOrd="0" destOrd="0" presId="urn:microsoft.com/office/officeart/2008/layout/LinedList"/>
    <dgm:cxn modelId="{E8067863-A629-47D8-8219-66AF80DB624C}" type="presParOf" srcId="{C78D2ACB-6661-40B4-9012-195CB3652073}" destId="{4F66534C-AADC-4CEE-A3EC-BF2D2C1D7EE0}" srcOrd="1" destOrd="0" presId="urn:microsoft.com/office/officeart/2008/layout/LinedList"/>
    <dgm:cxn modelId="{DD3D7441-0CC9-411C-9F6A-D945C7D12D3B}" type="presParOf" srcId="{5A49B895-FC91-4311-8DA0-FB23F88B6F18}" destId="{6005D947-047D-4F75-8013-72699042BB3F}" srcOrd="2" destOrd="0" presId="urn:microsoft.com/office/officeart/2008/layout/LinedList"/>
    <dgm:cxn modelId="{CBF0A20B-D421-4B4A-9C4B-D3784025838D}" type="presParOf" srcId="{5A49B895-FC91-4311-8DA0-FB23F88B6F18}" destId="{5B70C83C-870B-4075-A048-575B00E046FC}" srcOrd="3" destOrd="0" presId="urn:microsoft.com/office/officeart/2008/layout/LinedList"/>
    <dgm:cxn modelId="{A1CA903E-C078-42E2-83E5-D62AA99FF113}" type="presParOf" srcId="{5B70C83C-870B-4075-A048-575B00E046FC}" destId="{C7B4C589-F2BB-4602-A8E6-A294B25E510A}" srcOrd="0" destOrd="0" presId="urn:microsoft.com/office/officeart/2008/layout/LinedList"/>
    <dgm:cxn modelId="{C9A4209D-B92F-4569-ACAE-7C9D5CA0CB77}" type="presParOf" srcId="{5B70C83C-870B-4075-A048-575B00E046FC}" destId="{00501DE4-7CC1-4D95-9E90-31CA5A8E2371}" srcOrd="1" destOrd="0" presId="urn:microsoft.com/office/officeart/2008/layout/LinedList"/>
    <dgm:cxn modelId="{B447C191-E164-438C-8B47-192EA2872F47}" type="presParOf" srcId="{5A49B895-FC91-4311-8DA0-FB23F88B6F18}" destId="{8E3E436A-6462-444E-A1D6-B0791B5C293E}" srcOrd="4" destOrd="0" presId="urn:microsoft.com/office/officeart/2008/layout/LinedList"/>
    <dgm:cxn modelId="{546EF704-C856-48BB-9D06-18FE700C2709}" type="presParOf" srcId="{5A49B895-FC91-4311-8DA0-FB23F88B6F18}" destId="{A0483656-114C-4EA6-B40A-F07A315D9048}" srcOrd="5" destOrd="0" presId="urn:microsoft.com/office/officeart/2008/layout/LinedList"/>
    <dgm:cxn modelId="{4CEDAF24-288F-4B82-B448-37EE8AAA042C}" type="presParOf" srcId="{A0483656-114C-4EA6-B40A-F07A315D9048}" destId="{30646AD6-3C31-4063-99E9-AB5C5986AD16}" srcOrd="0" destOrd="0" presId="urn:microsoft.com/office/officeart/2008/layout/LinedList"/>
    <dgm:cxn modelId="{3B85CCAA-BD96-44C5-A194-E767F4162450}" type="presParOf" srcId="{A0483656-114C-4EA6-B40A-F07A315D9048}" destId="{823541D2-25CE-47A9-A449-514FC89EBD2F}" srcOrd="1" destOrd="0" presId="urn:microsoft.com/office/officeart/2008/layout/LinedList"/>
    <dgm:cxn modelId="{11234761-4A66-441E-A834-28C2A877C222}" type="presParOf" srcId="{5A49B895-FC91-4311-8DA0-FB23F88B6F18}" destId="{EB09C1B8-5E2C-447D-A485-7B4E97FA214C}" srcOrd="6" destOrd="0" presId="urn:microsoft.com/office/officeart/2008/layout/LinedList"/>
    <dgm:cxn modelId="{D54AA853-0380-41A0-9A8B-FF71910ED35D}" type="presParOf" srcId="{5A49B895-FC91-4311-8DA0-FB23F88B6F18}" destId="{51B18FC4-A55D-4C90-9D94-F4513A846656}" srcOrd="7" destOrd="0" presId="urn:microsoft.com/office/officeart/2008/layout/LinedList"/>
    <dgm:cxn modelId="{EC3AE650-E3FE-4F4A-B281-EA361E21F450}" type="presParOf" srcId="{51B18FC4-A55D-4C90-9D94-F4513A846656}" destId="{F804EBCC-DECF-40B1-9C69-34BB38FC96D7}" srcOrd="0" destOrd="0" presId="urn:microsoft.com/office/officeart/2008/layout/LinedList"/>
    <dgm:cxn modelId="{B30389D4-013C-4E3D-999C-D0A2E370F17A}" type="presParOf" srcId="{51B18FC4-A55D-4C90-9D94-F4513A846656}" destId="{85700CCA-4322-4543-A716-C886544A4479}" srcOrd="1" destOrd="0" presId="urn:microsoft.com/office/officeart/2008/layout/LinedList"/>
    <dgm:cxn modelId="{6E3F8D4D-0CD6-4C97-89C3-88F49E1DAC6A}" type="presParOf" srcId="{5A49B895-FC91-4311-8DA0-FB23F88B6F18}" destId="{A06FF1DE-47F6-4D09-8AD2-3053C0B08B4A}" srcOrd="8" destOrd="0" presId="urn:microsoft.com/office/officeart/2008/layout/LinedList"/>
    <dgm:cxn modelId="{A610CFC4-E675-4AA4-BFC3-A5971CFFBDD8}" type="presParOf" srcId="{5A49B895-FC91-4311-8DA0-FB23F88B6F18}" destId="{59353659-DD80-479D-84FB-FA21616B9EA4}" srcOrd="9" destOrd="0" presId="urn:microsoft.com/office/officeart/2008/layout/LinedList"/>
    <dgm:cxn modelId="{40433275-0D01-4215-A516-6EECF9170020}" type="presParOf" srcId="{59353659-DD80-479D-84FB-FA21616B9EA4}" destId="{35E09430-4B21-4987-BCF2-38F6C4979DBA}" srcOrd="0" destOrd="0" presId="urn:microsoft.com/office/officeart/2008/layout/LinedList"/>
    <dgm:cxn modelId="{A60D5CB3-39B6-42CE-A46E-782A79E50605}" type="presParOf" srcId="{59353659-DD80-479D-84FB-FA21616B9EA4}" destId="{607E3608-B349-4161-9BC0-FF27E18FC6C0}" srcOrd="1" destOrd="0" presId="urn:microsoft.com/office/officeart/2008/layout/LinedList"/>
    <dgm:cxn modelId="{7EF6E7E1-B769-41D5-B019-B8C6B85AFAAC}" type="presParOf" srcId="{5A49B895-FC91-4311-8DA0-FB23F88B6F18}" destId="{5A669D14-4C41-4035-9864-17EF473D718A}" srcOrd="10" destOrd="0" presId="urn:microsoft.com/office/officeart/2008/layout/LinedList"/>
    <dgm:cxn modelId="{E3686ED4-904D-42A5-9ED8-AAF99D9849EF}" type="presParOf" srcId="{5A49B895-FC91-4311-8DA0-FB23F88B6F18}" destId="{3EFCFA7C-6612-4429-906A-5345DAD3C5A0}" srcOrd="11" destOrd="0" presId="urn:microsoft.com/office/officeart/2008/layout/LinedList"/>
    <dgm:cxn modelId="{AA528D8E-A590-43F4-9C92-56C0EF7E91AF}" type="presParOf" srcId="{3EFCFA7C-6612-4429-906A-5345DAD3C5A0}" destId="{D0E47607-A5F9-4C8D-BD49-FA6318335B9F}" srcOrd="0" destOrd="0" presId="urn:microsoft.com/office/officeart/2008/layout/LinedList"/>
    <dgm:cxn modelId="{568167A8-1EA3-4A10-B1B8-60CBFEA88AF6}" type="presParOf" srcId="{3EFCFA7C-6612-4429-906A-5345DAD3C5A0}" destId="{A2968973-3793-4ABD-8B33-BD39CE0D6900}" srcOrd="1" destOrd="0" presId="urn:microsoft.com/office/officeart/2008/layout/LinedList"/>
    <dgm:cxn modelId="{598D90DD-19B3-40B5-8194-BF41C2814FD7}" type="presParOf" srcId="{5A49B895-FC91-4311-8DA0-FB23F88B6F18}" destId="{EFD40FE9-3F69-4FD0-98D0-C692AB22E725}" srcOrd="12" destOrd="0" presId="urn:microsoft.com/office/officeart/2008/layout/LinedList"/>
    <dgm:cxn modelId="{B568ADB7-DD1E-4C37-88A2-0C23ACD44456}" type="presParOf" srcId="{5A49B895-FC91-4311-8DA0-FB23F88B6F18}" destId="{342D2DBF-42FD-4399-81A7-614EF6A45464}" srcOrd="13" destOrd="0" presId="urn:microsoft.com/office/officeart/2008/layout/LinedList"/>
    <dgm:cxn modelId="{ADF0BC79-12D8-4302-877B-5B429DF7B28D}" type="presParOf" srcId="{342D2DBF-42FD-4399-81A7-614EF6A45464}" destId="{444127DB-7B4A-4199-9BA7-EA9908D929B5}" srcOrd="0" destOrd="0" presId="urn:microsoft.com/office/officeart/2008/layout/LinedList"/>
    <dgm:cxn modelId="{8E0B9D67-B2F9-4A4E-ACC3-23CDE3F01487}" type="presParOf" srcId="{342D2DBF-42FD-4399-81A7-614EF6A45464}" destId="{1B1FAE60-D63C-4B45-9BF8-51459EC9F22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94AB3-C6FD-44DE-BF23-B0C25B5FD99D}">
      <dsp:nvSpPr>
        <dsp:cNvPr id="0" name=""/>
        <dsp:cNvSpPr/>
      </dsp:nvSpPr>
      <dsp:spPr>
        <a:xfrm>
          <a:off x="0" y="459"/>
          <a:ext cx="48055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1C0A6-759E-4ADF-9461-BBE30804AFF1}">
      <dsp:nvSpPr>
        <dsp:cNvPr id="0" name=""/>
        <dsp:cNvSpPr/>
      </dsp:nvSpPr>
      <dsp:spPr>
        <a:xfrm>
          <a:off x="0" y="459"/>
          <a:ext cx="4805535" cy="538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Medizin</a:t>
          </a:r>
          <a:endParaRPr lang="en-US" sz="2500" kern="1200"/>
        </a:p>
      </dsp:txBody>
      <dsp:txXfrm>
        <a:off x="0" y="459"/>
        <a:ext cx="4805535" cy="538058"/>
      </dsp:txXfrm>
    </dsp:sp>
    <dsp:sp modelId="{6005D947-047D-4F75-8013-72699042BB3F}">
      <dsp:nvSpPr>
        <dsp:cNvPr id="0" name=""/>
        <dsp:cNvSpPr/>
      </dsp:nvSpPr>
      <dsp:spPr>
        <a:xfrm>
          <a:off x="0" y="538518"/>
          <a:ext cx="48055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4C589-F2BB-4602-A8E6-A294B25E510A}">
      <dsp:nvSpPr>
        <dsp:cNvPr id="0" name=""/>
        <dsp:cNvSpPr/>
      </dsp:nvSpPr>
      <dsp:spPr>
        <a:xfrm>
          <a:off x="0" y="538518"/>
          <a:ext cx="4805535" cy="538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Mobilität &amp; Verkehr</a:t>
          </a:r>
          <a:endParaRPr lang="en-US" sz="2500" kern="1200"/>
        </a:p>
      </dsp:txBody>
      <dsp:txXfrm>
        <a:off x="0" y="538518"/>
        <a:ext cx="4805535" cy="538058"/>
      </dsp:txXfrm>
    </dsp:sp>
    <dsp:sp modelId="{8E3E436A-6462-444E-A1D6-B0791B5C293E}">
      <dsp:nvSpPr>
        <dsp:cNvPr id="0" name=""/>
        <dsp:cNvSpPr/>
      </dsp:nvSpPr>
      <dsp:spPr>
        <a:xfrm>
          <a:off x="0" y="1076576"/>
          <a:ext cx="48055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46AD6-3C31-4063-99E9-AB5C5986AD16}">
      <dsp:nvSpPr>
        <dsp:cNvPr id="0" name=""/>
        <dsp:cNvSpPr/>
      </dsp:nvSpPr>
      <dsp:spPr>
        <a:xfrm>
          <a:off x="0" y="1076576"/>
          <a:ext cx="4805535" cy="538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Alltag &amp; Konsum</a:t>
          </a:r>
          <a:endParaRPr lang="en-US" sz="2500" kern="1200"/>
        </a:p>
      </dsp:txBody>
      <dsp:txXfrm>
        <a:off x="0" y="1076576"/>
        <a:ext cx="4805535" cy="538058"/>
      </dsp:txXfrm>
    </dsp:sp>
    <dsp:sp modelId="{EB09C1B8-5E2C-447D-A485-7B4E97FA214C}">
      <dsp:nvSpPr>
        <dsp:cNvPr id="0" name=""/>
        <dsp:cNvSpPr/>
      </dsp:nvSpPr>
      <dsp:spPr>
        <a:xfrm>
          <a:off x="0" y="1614634"/>
          <a:ext cx="48055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4EBCC-DECF-40B1-9C69-34BB38FC96D7}">
      <dsp:nvSpPr>
        <dsp:cNvPr id="0" name=""/>
        <dsp:cNvSpPr/>
      </dsp:nvSpPr>
      <dsp:spPr>
        <a:xfrm>
          <a:off x="0" y="1614634"/>
          <a:ext cx="4805535" cy="538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Arbeit &amp; Büro</a:t>
          </a:r>
          <a:endParaRPr lang="en-US" sz="2500" kern="1200"/>
        </a:p>
      </dsp:txBody>
      <dsp:txXfrm>
        <a:off x="0" y="1614634"/>
        <a:ext cx="4805535" cy="538058"/>
      </dsp:txXfrm>
    </dsp:sp>
    <dsp:sp modelId="{A06FF1DE-47F6-4D09-8AD2-3053C0B08B4A}">
      <dsp:nvSpPr>
        <dsp:cNvPr id="0" name=""/>
        <dsp:cNvSpPr/>
      </dsp:nvSpPr>
      <dsp:spPr>
        <a:xfrm>
          <a:off x="0" y="2152693"/>
          <a:ext cx="48055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09430-4B21-4987-BCF2-38F6C4979DBA}">
      <dsp:nvSpPr>
        <dsp:cNvPr id="0" name=""/>
        <dsp:cNvSpPr/>
      </dsp:nvSpPr>
      <dsp:spPr>
        <a:xfrm>
          <a:off x="0" y="2152693"/>
          <a:ext cx="4805535" cy="538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 dirty="0"/>
            <a:t>Sicherheit &amp; Überwachung</a:t>
          </a:r>
          <a:endParaRPr lang="en-US" sz="2500" kern="1200" dirty="0"/>
        </a:p>
      </dsp:txBody>
      <dsp:txXfrm>
        <a:off x="0" y="2152693"/>
        <a:ext cx="4805535" cy="538058"/>
      </dsp:txXfrm>
    </dsp:sp>
    <dsp:sp modelId="{5A669D14-4C41-4035-9864-17EF473D718A}">
      <dsp:nvSpPr>
        <dsp:cNvPr id="0" name=""/>
        <dsp:cNvSpPr/>
      </dsp:nvSpPr>
      <dsp:spPr>
        <a:xfrm>
          <a:off x="0" y="2690751"/>
          <a:ext cx="48055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47607-A5F9-4C8D-BD49-FA6318335B9F}">
      <dsp:nvSpPr>
        <dsp:cNvPr id="0" name=""/>
        <dsp:cNvSpPr/>
      </dsp:nvSpPr>
      <dsp:spPr>
        <a:xfrm>
          <a:off x="0" y="2690751"/>
          <a:ext cx="4805535" cy="538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Kunst</a:t>
          </a:r>
          <a:endParaRPr lang="en-US" sz="2500" kern="1200"/>
        </a:p>
      </dsp:txBody>
      <dsp:txXfrm>
        <a:off x="0" y="2690751"/>
        <a:ext cx="4805535" cy="538058"/>
      </dsp:txXfrm>
    </dsp:sp>
    <dsp:sp modelId="{EFD40FE9-3F69-4FD0-98D0-C692AB22E725}">
      <dsp:nvSpPr>
        <dsp:cNvPr id="0" name=""/>
        <dsp:cNvSpPr/>
      </dsp:nvSpPr>
      <dsp:spPr>
        <a:xfrm>
          <a:off x="0" y="3228809"/>
          <a:ext cx="48055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127DB-7B4A-4199-9BA7-EA9908D929B5}">
      <dsp:nvSpPr>
        <dsp:cNvPr id="0" name=""/>
        <dsp:cNvSpPr/>
      </dsp:nvSpPr>
      <dsp:spPr>
        <a:xfrm>
          <a:off x="0" y="3228809"/>
          <a:ext cx="4805535" cy="538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Freizeit</a:t>
          </a:r>
          <a:endParaRPr lang="en-US" sz="2500" kern="1200"/>
        </a:p>
      </dsp:txBody>
      <dsp:txXfrm>
        <a:off x="0" y="3228809"/>
        <a:ext cx="4805535" cy="538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A4081-A029-45F5-A086-5264753DF8ED}" type="datetimeFigureOut">
              <a:rPr lang="de-DE" smtClean="0"/>
              <a:t>14.09.2025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B0A01-DD78-434E-8417-B8234D8D32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85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B0A01-DD78-434E-8417-B8234D8D320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396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0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25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3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4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7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0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6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9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3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6B8FCA-B5FB-0F66-8D6F-35448570F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047327"/>
          </a:xfrm>
        </p:spPr>
        <p:txBody>
          <a:bodyPr anchor="t">
            <a:normAutofit/>
          </a:bodyPr>
          <a:lstStyle/>
          <a:p>
            <a:r>
              <a:rPr lang="de-DE" sz="6600" dirty="0"/>
              <a:t>Anwendungs-gebiete von KI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D56EDF-C97B-4BFC-4879-4A673C73B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6141545" cy="1724029"/>
          </a:xfrm>
        </p:spPr>
        <p:txBody>
          <a:bodyPr anchor="t">
            <a:normAutofit/>
          </a:bodyPr>
          <a:lstStyle/>
          <a:p>
            <a:r>
              <a:rPr lang="de-DE" dirty="0"/>
              <a:t>Von Yana und Florian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Künstliche Intelligenz mit einfarbiger Füllung">
            <a:extLst>
              <a:ext uri="{FF2B5EF4-FFF2-40B4-BE49-F238E27FC236}">
                <a16:creationId xmlns:a16="http://schemas.microsoft.com/office/drawing/2014/main" id="{68E48488-2F07-8404-D222-CF6C3B57C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2949" y="1605155"/>
            <a:ext cx="4439999" cy="443999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20AE01-6758-D03F-F56B-F6B3BCB8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02636"/>
            <a:ext cx="11155680" cy="922963"/>
          </a:xfrm>
        </p:spPr>
        <p:txBody>
          <a:bodyPr/>
          <a:lstStyle/>
          <a:p>
            <a:r>
              <a:rPr lang="de-DE" dirty="0"/>
              <a:t>Wo wird KI eingesetzt?</a:t>
            </a:r>
          </a:p>
        </p:txBody>
      </p:sp>
      <p:graphicFrame>
        <p:nvGraphicFramePr>
          <p:cNvPr id="20" name="Inhaltsplatzhalter 2">
            <a:extLst>
              <a:ext uri="{FF2B5EF4-FFF2-40B4-BE49-F238E27FC236}">
                <a16:creationId xmlns:a16="http://schemas.microsoft.com/office/drawing/2014/main" id="{38F0056E-A765-F671-B22C-CFA701B6B1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3213000"/>
              </p:ext>
            </p:extLst>
          </p:nvPr>
        </p:nvGraphicFramePr>
        <p:xfrm>
          <a:off x="6109212" y="2578608"/>
          <a:ext cx="4805535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319D9AA-BEEC-E58B-2C23-07193E0285F1}"/>
              </a:ext>
            </a:extLst>
          </p:cNvPr>
          <p:cNvCxnSpPr>
            <a:cxnSpLocks/>
          </p:cNvCxnSpPr>
          <p:nvPr/>
        </p:nvCxnSpPr>
        <p:spPr>
          <a:xfrm>
            <a:off x="638629" y="2249714"/>
            <a:ext cx="11035211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fik 8" descr="Pinsel mit einfarbiger Füllung">
            <a:extLst>
              <a:ext uri="{FF2B5EF4-FFF2-40B4-BE49-F238E27FC236}">
                <a16:creationId xmlns:a16="http://schemas.microsoft.com/office/drawing/2014/main" id="{96FD0257-D3A9-2547-1792-ABB2384070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513268">
            <a:off x="3595114" y="2790981"/>
            <a:ext cx="1881912" cy="1881912"/>
          </a:xfrm>
          <a:prstGeom prst="rect">
            <a:avLst/>
          </a:prstGeom>
        </p:spPr>
      </p:pic>
      <p:pic>
        <p:nvPicPr>
          <p:cNvPr id="11" name="Grafik 10" descr="Palette mit einfarbiger Füllung">
            <a:extLst>
              <a:ext uri="{FF2B5EF4-FFF2-40B4-BE49-F238E27FC236}">
                <a16:creationId xmlns:a16="http://schemas.microsoft.com/office/drawing/2014/main" id="{9620DFCE-387A-B3E2-4756-45471D2627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81911" y="4279829"/>
            <a:ext cx="1776838" cy="1776838"/>
          </a:xfrm>
          <a:prstGeom prst="rect">
            <a:avLst/>
          </a:prstGeom>
        </p:spPr>
      </p:pic>
      <p:pic>
        <p:nvPicPr>
          <p:cNvPr id="13" name="Grafik 12" descr="Ampel mit einfarbiger Füllung">
            <a:extLst>
              <a:ext uri="{FF2B5EF4-FFF2-40B4-BE49-F238E27FC236}">
                <a16:creationId xmlns:a16="http://schemas.microsoft.com/office/drawing/2014/main" id="{3C70EB5B-9F84-55AC-8AB3-FC4E92D230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1060033">
            <a:off x="1982720" y="5193070"/>
            <a:ext cx="1553024" cy="1553024"/>
          </a:xfrm>
          <a:prstGeom prst="rect">
            <a:avLst/>
          </a:prstGeom>
        </p:spPr>
      </p:pic>
      <p:pic>
        <p:nvPicPr>
          <p:cNvPr id="15" name="Grafik 14" descr="Medizin mit einfarbiger Füllung">
            <a:extLst>
              <a:ext uri="{FF2B5EF4-FFF2-40B4-BE49-F238E27FC236}">
                <a16:creationId xmlns:a16="http://schemas.microsoft.com/office/drawing/2014/main" id="{2C47553E-8F0F-C2AF-577B-B430715DDE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212462">
            <a:off x="600996" y="2858429"/>
            <a:ext cx="1971473" cy="1971473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602B9C4-78C0-4070-2D23-32CA2C8FC514}"/>
              </a:ext>
            </a:extLst>
          </p:cNvPr>
          <p:cNvSpPr txBox="1"/>
          <p:nvPr/>
        </p:nvSpPr>
        <p:spPr>
          <a:xfrm>
            <a:off x="321174" y="1835277"/>
            <a:ext cx="1177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KI hat viele verschiedene Anwendungsbereiche. Die momentanen Bereiche in denen Sie angewandt wird sind:</a:t>
            </a:r>
          </a:p>
        </p:txBody>
      </p:sp>
    </p:spTree>
    <p:extLst>
      <p:ext uri="{BB962C8B-B14F-4D97-AF65-F5344CB8AC3E}">
        <p14:creationId xmlns:p14="http://schemas.microsoft.com/office/powerpoint/2010/main" val="183362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2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B3A187-FF57-FEB0-580F-EB284EA8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>
            <a:normAutofit/>
          </a:bodyPr>
          <a:lstStyle/>
          <a:p>
            <a:r>
              <a:rPr lang="de-DE"/>
              <a:t>KI in der Medizin</a:t>
            </a:r>
            <a:endParaRPr lang="de-DE" dirty="0"/>
          </a:p>
        </p:txBody>
      </p:sp>
      <p:pic>
        <p:nvPicPr>
          <p:cNvPr id="1028" name="Picture 4" descr="KI in der Medizin: Gamechanger oder Risiko? - Gründer.de">
            <a:extLst>
              <a:ext uri="{FF2B5EF4-FFF2-40B4-BE49-F238E27FC236}">
                <a16:creationId xmlns:a16="http://schemas.microsoft.com/office/drawing/2014/main" id="{C0A8C467-5AE3-9164-EB54-BBA45F33E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3" r="23849" b="1"/>
          <a:stretch>
            <a:fillRect/>
          </a:stretch>
        </p:blipFill>
        <p:spPr bwMode="auto">
          <a:xfrm>
            <a:off x="517867" y="508090"/>
            <a:ext cx="6144189" cy="584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Freeform: Shape 1034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8EBF98-5EBD-68AD-F62C-BD44DDDEB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0" y="1929675"/>
            <a:ext cx="4672584" cy="2486878"/>
          </a:xfrm>
        </p:spPr>
        <p:txBody>
          <a:bodyPr>
            <a:normAutofit/>
          </a:bodyPr>
          <a:lstStyle/>
          <a:p>
            <a:r>
              <a:rPr lang="de-DE" b="1" dirty="0"/>
              <a:t>In der Diagnose wird oft eine Einschätzung von KI verwendet</a:t>
            </a:r>
          </a:p>
          <a:p>
            <a:r>
              <a:rPr lang="de-DE" b="1" dirty="0"/>
              <a:t>In der Forschung bei der Entwicklung neuer Medikamente</a:t>
            </a:r>
          </a:p>
          <a:p>
            <a:r>
              <a:rPr lang="de-DE" b="1" dirty="0"/>
              <a:t>In der Operation könnte KI zukünftig auch komplizierte Eingriffe unterstützen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BF670AE-323E-EB54-3579-36083D4D1908}"/>
              </a:ext>
            </a:extLst>
          </p:cNvPr>
          <p:cNvSpPr txBox="1"/>
          <p:nvPr/>
        </p:nvSpPr>
        <p:spPr>
          <a:xfrm>
            <a:off x="7106771" y="5633520"/>
            <a:ext cx="4560973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b="1" dirty="0"/>
              <a:t>Risiken:</a:t>
            </a:r>
            <a:br>
              <a:rPr lang="de-DE" dirty="0"/>
            </a:br>
            <a:r>
              <a:rPr lang="de-DE" dirty="0"/>
              <a:t>KI kann den Arzt nicht richtig ersetzen, </a:t>
            </a:r>
            <a:br>
              <a:rPr lang="de-DE" dirty="0"/>
            </a:br>
            <a:r>
              <a:rPr lang="de-DE" dirty="0"/>
              <a:t>Ein Mensch muss die Verantwortung tragen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1A3DE3-94B0-1D84-5AF8-38805262468B}"/>
              </a:ext>
            </a:extLst>
          </p:cNvPr>
          <p:cNvSpPr txBox="1"/>
          <p:nvPr/>
        </p:nvSpPr>
        <p:spPr>
          <a:xfrm>
            <a:off x="7106771" y="4416553"/>
            <a:ext cx="4560973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b="1" dirty="0"/>
              <a:t>Vorteile:</a:t>
            </a:r>
            <a:br>
              <a:rPr lang="de-DE" dirty="0"/>
            </a:br>
            <a:r>
              <a:rPr lang="de-DE" dirty="0"/>
              <a:t>bessere Diagnosen, </a:t>
            </a:r>
            <a:br>
              <a:rPr lang="de-DE" dirty="0"/>
            </a:br>
            <a:r>
              <a:rPr lang="de-DE" dirty="0"/>
              <a:t>schnellere Forschung, </a:t>
            </a:r>
            <a:br>
              <a:rPr lang="de-DE" dirty="0"/>
            </a:br>
            <a:r>
              <a:rPr lang="de-DE" dirty="0"/>
              <a:t>weniger Fehler</a:t>
            </a:r>
          </a:p>
        </p:txBody>
      </p:sp>
    </p:spTree>
    <p:extLst>
      <p:ext uri="{BB962C8B-B14F-4D97-AF65-F5344CB8AC3E}">
        <p14:creationId xmlns:p14="http://schemas.microsoft.com/office/powerpoint/2010/main" val="174375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0C668-A3F6-F36C-B027-7CB6F3AF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97D64-DE88-CD5A-4D4A-8CD02B07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978408"/>
            <a:ext cx="4745736" cy="1463040"/>
          </a:xfrm>
        </p:spPr>
        <p:txBody>
          <a:bodyPr>
            <a:normAutofit/>
          </a:bodyPr>
          <a:lstStyle/>
          <a:p>
            <a:r>
              <a:rPr lang="de-DE" dirty="0"/>
              <a:t>KI im Alltag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78F12A-7093-CF0E-2EC5-5DACB72BC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08" y="1929675"/>
            <a:ext cx="4672584" cy="2486878"/>
          </a:xfrm>
        </p:spPr>
        <p:txBody>
          <a:bodyPr>
            <a:normAutofit/>
          </a:bodyPr>
          <a:lstStyle/>
          <a:p>
            <a:r>
              <a:rPr lang="de-DE" b="1" dirty="0"/>
              <a:t>Sprachassistenten z.B. Alexa</a:t>
            </a:r>
          </a:p>
          <a:p>
            <a:r>
              <a:rPr lang="de-DE" b="1" dirty="0"/>
              <a:t>Empfehlungssysteme z.B. Netflix</a:t>
            </a:r>
          </a:p>
          <a:p>
            <a:r>
              <a:rPr lang="de-DE" b="1" dirty="0"/>
              <a:t>Online-Shopping</a:t>
            </a:r>
          </a:p>
          <a:p>
            <a:r>
              <a:rPr lang="de-DE" b="1" dirty="0"/>
              <a:t>In der Schule/ Bei der Arbeit</a:t>
            </a:r>
          </a:p>
          <a:p>
            <a:r>
              <a:rPr lang="de-DE" b="1" dirty="0"/>
              <a:t>Navigation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13A61DC-8CA3-9402-43BA-05EA46DF3132}"/>
              </a:ext>
            </a:extLst>
          </p:cNvPr>
          <p:cNvSpPr txBox="1"/>
          <p:nvPr/>
        </p:nvSpPr>
        <p:spPr>
          <a:xfrm>
            <a:off x="597408" y="5500768"/>
            <a:ext cx="3887506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b="1" dirty="0"/>
              <a:t>Risiken:</a:t>
            </a:r>
            <a:br>
              <a:rPr lang="de-DE" dirty="0"/>
            </a:br>
            <a:r>
              <a:rPr lang="de-DE" dirty="0"/>
              <a:t>Manipulation,</a:t>
            </a:r>
          </a:p>
          <a:p>
            <a:r>
              <a:rPr lang="de-DE" dirty="0"/>
              <a:t>Faulheit,</a:t>
            </a:r>
          </a:p>
          <a:p>
            <a:r>
              <a:rPr lang="de-DE" dirty="0"/>
              <a:t>Lerneffekt kann sinken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9F3F7B-316C-BDA1-3388-8D8B0286EB31}"/>
              </a:ext>
            </a:extLst>
          </p:cNvPr>
          <p:cNvSpPr txBox="1"/>
          <p:nvPr/>
        </p:nvSpPr>
        <p:spPr>
          <a:xfrm>
            <a:off x="597409" y="4300439"/>
            <a:ext cx="3887506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b="1" dirty="0"/>
              <a:t>Vorteile:</a:t>
            </a:r>
            <a:br>
              <a:rPr lang="de-DE" dirty="0"/>
            </a:br>
            <a:r>
              <a:rPr lang="de-DE" dirty="0"/>
              <a:t>Bequemlichkeit,</a:t>
            </a:r>
          </a:p>
          <a:p>
            <a:r>
              <a:rPr lang="de-DE" dirty="0"/>
              <a:t>Personalisierte Erfahrungen,</a:t>
            </a:r>
          </a:p>
          <a:p>
            <a:r>
              <a:rPr lang="de-DE" dirty="0"/>
              <a:t>Zeit sparen</a:t>
            </a:r>
          </a:p>
        </p:txBody>
      </p:sp>
      <p:pic>
        <p:nvPicPr>
          <p:cNvPr id="3074" name="Picture 2" descr="KI als Assistent: Mit Künstlicher Intelligenz durch den Tag">
            <a:extLst>
              <a:ext uri="{FF2B5EF4-FFF2-40B4-BE49-F238E27FC236}">
                <a16:creationId xmlns:a16="http://schemas.microsoft.com/office/drawing/2014/main" id="{6067F525-4108-0C62-E470-45938B811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3" r="13151"/>
          <a:stretch>
            <a:fillRect/>
          </a:stretch>
        </p:blipFill>
        <p:spPr bwMode="auto">
          <a:xfrm>
            <a:off x="4905827" y="978408"/>
            <a:ext cx="6952091" cy="55811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05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6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A18D85-639A-22BD-CDA8-CCF606A9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825988"/>
            <a:ext cx="4584192" cy="67894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 i</a:t>
            </a:r>
            <a:r>
              <a:rPr lang="en-US" sz="4900"/>
              <a:t>n der </a:t>
            </a:r>
            <a:r>
              <a:rPr lang="en-US" sz="4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Kunst</a:t>
            </a:r>
            <a:b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Freeform: Shape 18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86B5A0A-DA2D-340E-2FCF-D5B6B756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91" r="13238" b="2"/>
          <a:stretch>
            <a:fillRect/>
          </a:stretch>
        </p:blipFill>
        <p:spPr>
          <a:xfrm>
            <a:off x="5517975" y="1047750"/>
            <a:ext cx="6241883" cy="519834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583C891-AF25-C4A8-E36C-077ABF368065}"/>
              </a:ext>
            </a:extLst>
          </p:cNvPr>
          <p:cNvSpPr txBox="1"/>
          <p:nvPr/>
        </p:nvSpPr>
        <p:spPr>
          <a:xfrm>
            <a:off x="231357" y="1582619"/>
            <a:ext cx="5157216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Programme</a:t>
            </a:r>
            <a:r>
              <a:rPr lang="en-US" b="1" dirty="0"/>
              <a:t> </a:t>
            </a:r>
            <a:r>
              <a:rPr lang="en-US" b="1" dirty="0" err="1"/>
              <a:t>erstellen</a:t>
            </a:r>
            <a:r>
              <a:rPr lang="en-US" b="1" dirty="0"/>
              <a:t> </a:t>
            </a:r>
            <a:r>
              <a:rPr lang="en-US" b="1" dirty="0" err="1"/>
              <a:t>Bilder,Gemälde</a:t>
            </a:r>
            <a:r>
              <a:rPr lang="en-US" b="1" dirty="0"/>
              <a:t> </a:t>
            </a:r>
            <a:r>
              <a:rPr lang="en-US" b="1" dirty="0" err="1"/>
              <a:t>oder</a:t>
            </a:r>
            <a:r>
              <a:rPr lang="en-US" b="1" dirty="0"/>
              <a:t> </a:t>
            </a:r>
            <a:r>
              <a:rPr lang="en-US" b="1" dirty="0" err="1"/>
              <a:t>Fotos,die</a:t>
            </a:r>
            <a:r>
              <a:rPr lang="en-US" b="1" dirty="0"/>
              <a:t> von </a:t>
            </a:r>
            <a:r>
              <a:rPr lang="en-US" b="1" dirty="0" err="1"/>
              <a:t>echten</a:t>
            </a:r>
            <a:r>
              <a:rPr lang="en-US" b="1" dirty="0"/>
              <a:t> </a:t>
            </a:r>
            <a:r>
              <a:rPr lang="en-US" b="1" dirty="0" err="1"/>
              <a:t>kunstwerken</a:t>
            </a:r>
            <a:r>
              <a:rPr lang="en-US" b="1" dirty="0"/>
              <a:t> </a:t>
            </a:r>
            <a:r>
              <a:rPr lang="en-US" b="1" dirty="0" err="1"/>
              <a:t>kaum</a:t>
            </a:r>
            <a:r>
              <a:rPr lang="en-US" b="1" dirty="0"/>
              <a:t> </a:t>
            </a:r>
            <a:r>
              <a:rPr lang="en-US" b="1" dirty="0" err="1"/>
              <a:t>zu</a:t>
            </a:r>
            <a:r>
              <a:rPr lang="en-US" b="1" dirty="0"/>
              <a:t> </a:t>
            </a:r>
            <a:r>
              <a:rPr lang="en-US" b="1" dirty="0" err="1"/>
              <a:t>unterscheiden</a:t>
            </a:r>
            <a:r>
              <a:rPr lang="en-US" b="1" dirty="0"/>
              <a:t> </a:t>
            </a:r>
            <a:r>
              <a:rPr lang="en-US" b="1" dirty="0" err="1"/>
              <a:t>sind</a:t>
            </a:r>
            <a:r>
              <a:rPr lang="en-US" b="1" dirty="0"/>
              <a:t>.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KI </a:t>
            </a:r>
            <a:r>
              <a:rPr lang="en-US" b="1" dirty="0" err="1"/>
              <a:t>komponiert</a:t>
            </a:r>
            <a:r>
              <a:rPr lang="en-US" b="1" dirty="0"/>
              <a:t> </a:t>
            </a:r>
            <a:r>
              <a:rPr lang="en-US" b="1" dirty="0" err="1"/>
              <a:t>neue</a:t>
            </a:r>
            <a:r>
              <a:rPr lang="en-US" b="1" dirty="0"/>
              <a:t> </a:t>
            </a:r>
            <a:r>
              <a:rPr lang="en-US" b="1" dirty="0" err="1"/>
              <a:t>Stücke</a:t>
            </a:r>
            <a:r>
              <a:rPr lang="en-US" b="1" dirty="0"/>
              <a:t> </a:t>
            </a:r>
            <a:r>
              <a:rPr lang="en-US" b="1" dirty="0" err="1"/>
              <a:t>oder</a:t>
            </a:r>
            <a:r>
              <a:rPr lang="en-US" b="1" dirty="0"/>
              <a:t> </a:t>
            </a:r>
            <a:r>
              <a:rPr lang="en-US" b="1" dirty="0" err="1"/>
              <a:t>ahmt</a:t>
            </a:r>
            <a:r>
              <a:rPr lang="en-US" b="1" dirty="0"/>
              <a:t> den Stil </a:t>
            </a:r>
            <a:r>
              <a:rPr lang="en-US" b="1" dirty="0" err="1"/>
              <a:t>bekannter</a:t>
            </a:r>
            <a:r>
              <a:rPr lang="en-US" b="1" dirty="0"/>
              <a:t> Musiker </a:t>
            </a:r>
            <a:r>
              <a:rPr lang="en-US" b="1" dirty="0" err="1"/>
              <a:t>nach</a:t>
            </a:r>
            <a:r>
              <a:rPr lang="en-US" b="1" dirty="0"/>
              <a:t>.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In </a:t>
            </a:r>
            <a:r>
              <a:rPr lang="en-US" b="1" dirty="0" err="1"/>
              <a:t>Videospielen</a:t>
            </a:r>
            <a:r>
              <a:rPr lang="en-US" b="1" dirty="0"/>
              <a:t> </a:t>
            </a:r>
            <a:r>
              <a:rPr lang="en-US" b="1" dirty="0" err="1"/>
              <a:t>werden</a:t>
            </a:r>
            <a:r>
              <a:rPr lang="en-US" b="1" dirty="0"/>
              <a:t> Gegner und </a:t>
            </a:r>
            <a:r>
              <a:rPr lang="en-US" b="1" dirty="0" err="1"/>
              <a:t>Welten</a:t>
            </a:r>
            <a:r>
              <a:rPr lang="en-US" b="1" dirty="0"/>
              <a:t> </a:t>
            </a:r>
            <a:r>
              <a:rPr lang="en-US" b="1" dirty="0" err="1"/>
              <a:t>durch</a:t>
            </a:r>
            <a:r>
              <a:rPr lang="en-US" b="1" dirty="0"/>
              <a:t> KI </a:t>
            </a:r>
            <a:r>
              <a:rPr lang="en-US" b="1" dirty="0" err="1"/>
              <a:t>gesteuert</a:t>
            </a:r>
            <a:r>
              <a:rPr lang="en-US" b="1" dirty="0"/>
              <a:t>, </a:t>
            </a:r>
            <a:r>
              <a:rPr lang="en-US" b="1" dirty="0" err="1"/>
              <a:t>sodass</a:t>
            </a:r>
            <a:r>
              <a:rPr lang="en-US" b="1" dirty="0"/>
              <a:t> </a:t>
            </a:r>
            <a:r>
              <a:rPr lang="en-US" b="1" dirty="0" err="1"/>
              <a:t>Spiele</a:t>
            </a:r>
            <a:r>
              <a:rPr lang="en-US" b="1" dirty="0"/>
              <a:t> </a:t>
            </a:r>
            <a:r>
              <a:rPr lang="en-US" b="1" dirty="0" err="1"/>
              <a:t>realistischer</a:t>
            </a:r>
            <a:r>
              <a:rPr lang="en-US" b="1" dirty="0"/>
              <a:t> und </a:t>
            </a:r>
            <a:r>
              <a:rPr lang="en-US" b="1" dirty="0" err="1"/>
              <a:t>spannender</a:t>
            </a:r>
            <a:r>
              <a:rPr lang="en-US" b="1" dirty="0"/>
              <a:t> </a:t>
            </a:r>
            <a:r>
              <a:rPr lang="en-US" b="1" dirty="0" err="1"/>
              <a:t>wirken</a:t>
            </a:r>
            <a:r>
              <a:rPr lang="en-US" b="1" dirty="0"/>
              <a:t>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9C018C5-8F41-C8D0-B19E-BC1A5201253B}"/>
              </a:ext>
            </a:extLst>
          </p:cNvPr>
          <p:cNvSpPr txBox="1"/>
          <p:nvPr/>
        </p:nvSpPr>
        <p:spPr>
          <a:xfrm>
            <a:off x="432142" y="4629050"/>
            <a:ext cx="4163275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Vorteile: neue Formen von Kreativität und Unterhaltung.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0EEDFE9-979B-8400-D22A-1C0E71A85822}"/>
              </a:ext>
            </a:extLst>
          </p:cNvPr>
          <p:cNvSpPr txBox="1"/>
          <p:nvPr/>
        </p:nvSpPr>
        <p:spPr>
          <a:xfrm>
            <a:off x="432142" y="5322769"/>
            <a:ext cx="4163275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Risiken: Diskussion, ob KI wirklich „kreativ“ ist oder nur vorhandenes Material neu kombiniert</a:t>
            </a:r>
            <a:r>
              <a:rPr lang="de-DE" b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057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AB1E34-7B6D-666F-4E76-5AC617AB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590" y="1011065"/>
            <a:ext cx="1545771" cy="1463040"/>
          </a:xfrm>
        </p:spPr>
        <p:txBody>
          <a:bodyPr>
            <a:normAutofit/>
          </a:bodyPr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E84D76-ECEF-0AAF-F6A3-21E8BC506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/>
              <a:t>KI findet man überall – von Medizin über Verkehr und Alltag bis hin zu Kunst. Sie erleichtert das Leben, bringt aber gleichzeitig neue ethische Fragen und Risiken mit sich.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5303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Breitbild</PresentationFormat>
  <Paragraphs>38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Arial</vt:lpstr>
      <vt:lpstr>Bierstadt</vt:lpstr>
      <vt:lpstr>GestaltVTI</vt:lpstr>
      <vt:lpstr>Anwendungs-gebiete von KI</vt:lpstr>
      <vt:lpstr>Wo wird KI eingesetzt?</vt:lpstr>
      <vt:lpstr>KI in der Medizin</vt:lpstr>
      <vt:lpstr>KI im Alltag</vt:lpstr>
      <vt:lpstr>KI in der Kunst 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Heinz Röder</dc:creator>
  <cp:lastModifiedBy>Yana Liushnia</cp:lastModifiedBy>
  <cp:revision>6</cp:revision>
  <dcterms:created xsi:type="dcterms:W3CDTF">2025-09-09T12:25:29Z</dcterms:created>
  <dcterms:modified xsi:type="dcterms:W3CDTF">2025-09-14T11:12:34Z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2025-09-12T10:25:03Z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92ae7d7f-862f-4991-8cde-f735fd4ec290</vt:lpwstr>
  </property>
  <property fmtid="{D5CDD505-2E9C-101B-9397-08002B2CF9AE}" pid="7" name="MSIP_Label_defa4170-0d19-0005-0004-bc88714345d2_ActionId">
    <vt:lpwstr>7781b990-157a-4feb-95f9-226fa75fb861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