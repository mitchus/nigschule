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7" d="100"/>
          <a:sy n="67" d="100"/>
        </p:scale>
        <p:origin x="1906" y="2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169F67B0-C165-4AAA-2942-F045EE286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"/>
                    </a14:imgEffect>
                    <a14:imgEffect>
                      <a14:brightnessContrast bright="-3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51896" y="-6052186"/>
            <a:ext cx="10247791" cy="15371687"/>
          </a:xfrm>
          <a:prstGeom prst="rect">
            <a:avLst/>
          </a:prstGeom>
          <a:effectLst>
            <a:reflection endPos="65000" dist="50800" dir="5400000" sy="-100000" algn="bl" rotWithShape="0"/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>
              <a:defRPr sz="4400">
                <a:solidFill>
                  <a:srgbClr val="0055A0"/>
                </a:solidFill>
              </a:defRPr>
            </a:pPr>
            <a:r>
              <a:rPr sz="5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Künstliche</a:t>
            </a:r>
            <a:r>
              <a:rPr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5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Intelligenz</a:t>
            </a:r>
            <a:r>
              <a:rPr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vs. </a:t>
            </a:r>
            <a:r>
              <a:rPr sz="5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herkömmliche</a:t>
            </a:r>
            <a:r>
              <a:rPr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Technik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55A0"/>
                </a:solidFill>
              </a:defRPr>
            </a:pPr>
            <a:r>
              <a:t>1. Einführung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600">
                <a:solidFill>
                  <a:srgbClr val="323232"/>
                </a:solidFill>
              </a:defRPr>
            </a:pPr>
            <a:r>
              <a:t>Technik begleitet uns seit Jahrhunderten</a:t>
            </a:r>
          </a:p>
          <a:p>
            <a:pPr>
              <a:defRPr sz="2600">
                <a:solidFill>
                  <a:srgbClr val="323232"/>
                </a:solidFill>
              </a:defRPr>
            </a:pPr>
            <a:r>
              <a:t>KI ist eine neuere Entwicklung</a:t>
            </a:r>
          </a:p>
          <a:p>
            <a:pPr>
              <a:defRPr sz="2600">
                <a:solidFill>
                  <a:srgbClr val="323232"/>
                </a:solidFill>
              </a:defRPr>
            </a:pPr>
            <a:r>
              <a:t>Unterschied: Regeln vs. Lernen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55A0"/>
                </a:solidFill>
              </a:defRPr>
            </a:pPr>
            <a:r>
              <a:t>2. Herkömmliche Technik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600">
                <a:solidFill>
                  <a:srgbClr val="323232"/>
                </a:solidFill>
              </a:defRPr>
            </a:pPr>
            <a:r>
              <a:rPr dirty="0" err="1"/>
              <a:t>Arbeitet</a:t>
            </a:r>
            <a:r>
              <a:rPr dirty="0"/>
              <a:t> </a:t>
            </a:r>
            <a:r>
              <a:rPr dirty="0" err="1"/>
              <a:t>nach</a:t>
            </a:r>
            <a:r>
              <a:rPr dirty="0"/>
              <a:t> </a:t>
            </a:r>
            <a:r>
              <a:rPr dirty="0" err="1"/>
              <a:t>festen</a:t>
            </a:r>
            <a:r>
              <a:rPr dirty="0"/>
              <a:t>, </a:t>
            </a:r>
            <a:r>
              <a:rPr dirty="0" err="1"/>
              <a:t>programmierten</a:t>
            </a:r>
            <a:r>
              <a:rPr dirty="0"/>
              <a:t> </a:t>
            </a:r>
            <a:r>
              <a:rPr dirty="0" err="1"/>
              <a:t>Regeln</a:t>
            </a:r>
            <a:endParaRPr dirty="0"/>
          </a:p>
          <a:p>
            <a:pPr>
              <a:defRPr sz="2600">
                <a:solidFill>
                  <a:srgbClr val="323232"/>
                </a:solidFill>
              </a:defRPr>
            </a:pPr>
            <a:r>
              <a:rPr lang="de-DE" dirty="0"/>
              <a:t>Vorhersehbar</a:t>
            </a:r>
            <a:r>
              <a:rPr dirty="0"/>
              <a:t>: </a:t>
            </a:r>
            <a:r>
              <a:rPr dirty="0" err="1"/>
              <a:t>gleiche</a:t>
            </a:r>
            <a:r>
              <a:rPr dirty="0"/>
              <a:t> </a:t>
            </a:r>
            <a:r>
              <a:rPr dirty="0" err="1"/>
              <a:t>Eingabe</a:t>
            </a:r>
            <a:r>
              <a:rPr dirty="0"/>
              <a:t> = </a:t>
            </a:r>
            <a:r>
              <a:rPr dirty="0" err="1"/>
              <a:t>gleiches</a:t>
            </a:r>
            <a:r>
              <a:rPr dirty="0"/>
              <a:t> </a:t>
            </a:r>
            <a:r>
              <a:rPr dirty="0" err="1"/>
              <a:t>Ergebnis</a:t>
            </a:r>
            <a:endParaRPr dirty="0"/>
          </a:p>
          <a:p>
            <a:pPr>
              <a:defRPr sz="2600">
                <a:solidFill>
                  <a:srgbClr val="323232"/>
                </a:solidFill>
              </a:defRPr>
            </a:pPr>
            <a:r>
              <a:rPr dirty="0" err="1"/>
              <a:t>Beispiele</a:t>
            </a:r>
            <a:r>
              <a:rPr dirty="0"/>
              <a:t>: </a:t>
            </a:r>
            <a:r>
              <a:rPr dirty="0" err="1"/>
              <a:t>Taschenrechner</a:t>
            </a:r>
            <a:r>
              <a:rPr dirty="0"/>
              <a:t>, </a:t>
            </a:r>
            <a:r>
              <a:rPr dirty="0" err="1"/>
              <a:t>Waschmaschine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55A0"/>
                </a:solidFill>
              </a:defRPr>
            </a:pPr>
            <a:r>
              <a:t>3. Künstliche Intelligenz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600">
                <a:solidFill>
                  <a:srgbClr val="323232"/>
                </a:solidFill>
              </a:defRPr>
            </a:pPr>
            <a:r>
              <a:t>Lernt aus Daten, erkennt Muster</a:t>
            </a:r>
          </a:p>
          <a:p>
            <a:pPr>
              <a:defRPr sz="2600">
                <a:solidFill>
                  <a:srgbClr val="323232"/>
                </a:solidFill>
              </a:defRPr>
            </a:pPr>
            <a:r>
              <a:t>Kann flexibel reagieren und sich verbessern</a:t>
            </a:r>
          </a:p>
          <a:p>
            <a:pPr>
              <a:defRPr sz="2600">
                <a:solidFill>
                  <a:srgbClr val="323232"/>
                </a:solidFill>
              </a:defRPr>
            </a:pPr>
            <a:r>
              <a:t>Beispiele: Sprachassistenten, ChatGPT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55A0"/>
                </a:solidFill>
              </a:defRPr>
            </a:pPr>
            <a:r>
              <a:t>4. Direkter Vergleich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600">
                <a:solidFill>
                  <a:srgbClr val="323232"/>
                </a:solidFill>
              </a:defRPr>
            </a:pPr>
            <a:r>
              <a:t>Technik = starr, regelbasiert</a:t>
            </a:r>
          </a:p>
          <a:p>
            <a:pPr>
              <a:defRPr sz="2600">
                <a:solidFill>
                  <a:srgbClr val="323232"/>
                </a:solidFill>
              </a:defRPr>
            </a:pPr>
            <a:r>
              <a:t>KI = lernfähig, anpassbar</a:t>
            </a:r>
          </a:p>
          <a:p>
            <a:pPr>
              <a:defRPr sz="2600">
                <a:solidFill>
                  <a:srgbClr val="323232"/>
                </a:solidFill>
              </a:defRPr>
            </a:pPr>
            <a:r>
              <a:t>Technik: vorhersagbar | KI: dynamisch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55A0"/>
                </a:solidFill>
              </a:defRPr>
            </a:pPr>
            <a:r>
              <a:t>5. 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600">
                <a:solidFill>
                  <a:srgbClr val="323232"/>
                </a:solidFill>
              </a:defRPr>
            </a:pPr>
            <a:r>
              <a:t>KI ergänzt klassische Technik – ersetzt sie nicht</a:t>
            </a:r>
          </a:p>
          <a:p>
            <a:pPr>
              <a:defRPr sz="2600">
                <a:solidFill>
                  <a:srgbClr val="323232"/>
                </a:solidFill>
              </a:defRPr>
            </a:pPr>
            <a:r>
              <a:t>Besonders stark bei komplexen Problemen</a:t>
            </a:r>
          </a:p>
          <a:p>
            <a:pPr>
              <a:defRPr sz="2600">
                <a:solidFill>
                  <a:srgbClr val="323232"/>
                </a:solidFill>
              </a:defRPr>
            </a:pPr>
            <a:r>
              <a:t>Herausforderung: Daten, Rechenleistung, Ethik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Microsoft Office PowerPoint</Application>
  <PresentationFormat>Bildschirmpräsentation (4:3)</PresentationFormat>
  <Paragraphs>26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Künstliche Intelligenz vs. herkömmliche Technik</vt:lpstr>
      <vt:lpstr>1. Einführung</vt:lpstr>
      <vt:lpstr>2. Herkömmliche Technik</vt:lpstr>
      <vt:lpstr>3. Künstliche Intelligenz</vt:lpstr>
      <vt:lpstr>4. Direkter Vergleich</vt:lpstr>
      <vt:lpstr>5. Fazit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Moritz Winkelmann</cp:lastModifiedBy>
  <cp:revision>2</cp:revision>
  <dcterms:created xsi:type="dcterms:W3CDTF">2013-01-27T09:14:16Z</dcterms:created>
  <dcterms:modified xsi:type="dcterms:W3CDTF">2025-09-09T12:36:24Z</dcterms:modified>
  <cp:category/>
</cp:coreProperties>
</file>