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59" d="100"/>
          <a:sy n="59" d="100"/>
        </p:scale>
        <p:origin x="6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724ACB0-E7A3-3B0F-9C1C-099BE07EE0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05FD919-A0FA-A709-078A-55F914064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95F5D69-ECFD-8A23-7960-844E595B6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EF105-1A3B-4953-B54A-6A3F2B972AD7}" type="datetimeFigureOut">
              <a:rPr lang="de-DE" smtClean="0"/>
              <a:t>09.09.2025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6527FB0-29CB-AEEF-977A-DD46A84B0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43FE00E-29B5-477F-3698-C15130AE9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F19FB-2E11-4BAA-9129-94EDAFD04754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72005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483B78-011A-7D6F-59DA-D64820816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1FA3631-1394-F467-074F-C29F22602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1C8551-8A10-3B52-B84D-DC8B27F2E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EF105-1A3B-4953-B54A-6A3F2B972AD7}" type="datetimeFigureOut">
              <a:rPr lang="de-DE" smtClean="0"/>
              <a:t>09.09.2025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439DF60-06A0-F2F2-599B-B7B969582C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A3D835F-D303-8749-B51A-10642EC36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F19FB-2E11-4BAA-9129-94EDAFD04754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149542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C74A20D-2342-B288-17EB-C5CCCDA23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56BC060-E701-49F2-1AB8-06EB1AEB7D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4994720-DA6C-F0F7-7B67-0F568A840F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EF105-1A3B-4953-B54A-6A3F2B972AD7}" type="datetimeFigureOut">
              <a:rPr lang="de-DE" smtClean="0"/>
              <a:t>09.09.2025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1E3B5CD-6AAA-B280-D378-0314A2611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9C676C5-3D10-C310-1B6A-AFAC06B0AC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F19FB-2E11-4BAA-9129-94EDAFD04754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243126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79EBB3-32FC-82CC-5BE7-10ED31D4F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8EA182A-8DFD-3A26-9D44-DEDAC73BD4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319AA40-25B7-8ECE-FC21-3AEA02E9F9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4DAE4088-4B2A-4984-FC62-B2A6FB90E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EF105-1A3B-4953-B54A-6A3F2B972AD7}" type="datetimeFigureOut">
              <a:rPr lang="de-DE" smtClean="0"/>
              <a:t>09.09.2025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0B8294B-BAD9-B6D0-84FD-1B68A8C550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5727FB5-AF3A-F826-7DDA-0D4ADE1A1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F19FB-2E11-4BAA-9129-94EDAFD04754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8702938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8AC00B-553D-D858-0018-9139D17F3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55986F0-E461-3B7E-0120-1F80CDC9E5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966829C-DAA8-DF49-8FEF-7B0B97AEAA5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9310BCE-CE72-7659-399D-45DC2AFC5D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E993822-C613-F5C7-0DC7-BAAA992F7ED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183BCD20-DAEE-7853-317D-ACB8E3E0E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EF105-1A3B-4953-B54A-6A3F2B972AD7}" type="datetimeFigureOut">
              <a:rPr lang="de-DE" smtClean="0"/>
              <a:t>09.09.2025</a:t>
            </a:fld>
            <a:endParaRPr lang="de-DE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8AF1EBD-0560-28AA-A08E-EEEE22A94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5BC5D81C-D5BA-840F-29F7-4AF058324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F19FB-2E11-4BAA-9129-94EDAFD04754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52902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CC46EA-A470-006D-17B2-34AF34215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57303F5-1C77-9CEA-1CE9-641BCBAF0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EF105-1A3B-4953-B54A-6A3F2B972AD7}" type="datetimeFigureOut">
              <a:rPr lang="de-DE" smtClean="0"/>
              <a:t>09.09.2025</a:t>
            </a:fld>
            <a:endParaRPr lang="de-DE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E4A60F5-BC0D-60B0-A421-B4C17D22E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06D01AA-A847-5E24-9E60-07A0BF4B4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F19FB-2E11-4BAA-9129-94EDAFD04754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4012478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3C6C8841-D24A-691A-1E01-9D967F450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EF105-1A3B-4953-B54A-6A3F2B972AD7}" type="datetimeFigureOut">
              <a:rPr lang="de-DE" smtClean="0"/>
              <a:t>09.09.2025</a:t>
            </a:fld>
            <a:endParaRPr lang="de-DE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5173BFAC-52EA-0AD3-FDCE-A52162918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FBF501A-0486-3F17-9E37-BEF367463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F19FB-2E11-4BAA-9129-94EDAFD04754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7231181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782BD2D-E050-FD13-A8B1-D01764B64B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B7E7EBE-CE06-3C98-7D13-B8D407E9DD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7C6EA33-294C-7FB8-AD73-4BDB225D09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A6632A3-DA1C-4401-5E60-9F75E342DE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EF105-1A3B-4953-B54A-6A3F2B972AD7}" type="datetimeFigureOut">
              <a:rPr lang="de-DE" smtClean="0"/>
              <a:t>09.09.2025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2C66777-48E6-1355-7B2B-85D228F7E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9109A83-3FAA-83BF-23AE-CEF6CCC54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F19FB-2E11-4BAA-9129-94EDAFD04754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9014716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CE6DCA-5D94-0961-45B6-99FF15423E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6F9BB82-34A2-500D-C28E-E5EFC2DFB1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 dirty="0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EC238B1-ECCA-896D-A856-D37A2E6FBB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8B913C0-4564-C7A4-F2D8-AC050474F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EF105-1A3B-4953-B54A-6A3F2B972AD7}" type="datetimeFigureOut">
              <a:rPr lang="de-DE" smtClean="0"/>
              <a:t>09.09.2025</a:t>
            </a:fld>
            <a:endParaRPr lang="de-DE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84527FE-8E15-AD8B-6DE7-468702781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2322F2B-ADDA-3FB9-6EB8-A6ED92075A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F19FB-2E11-4BAA-9129-94EDAFD04754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4298931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5343452-BC70-A8CD-E465-022F220EC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D90A133-8C7F-73B0-A3E1-61488445D9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B570051-6352-BF65-0030-680DF495B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EF105-1A3B-4953-B54A-6A3F2B972AD7}" type="datetimeFigureOut">
              <a:rPr lang="de-DE" smtClean="0"/>
              <a:t>09.09.2025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0B3B80B-60B2-75BE-590D-9F934A685F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152472D-E429-6426-E0E9-56EEF7FE4E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F19FB-2E11-4BAA-9129-94EDAFD04754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3462100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6D6F775-14F8-FE54-F669-133A0F625A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406A9EA-3CAD-E0F1-DDFE-3681B9EC2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DFD329C-1CDF-30B7-5974-FD0604522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EF105-1A3B-4953-B54A-6A3F2B972AD7}" type="datetimeFigureOut">
              <a:rPr lang="de-DE" smtClean="0"/>
              <a:t>09.09.2025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448E244-7FB6-176E-0EF2-E99C10347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2BEB7F-266C-7FA3-C351-94BB2AF22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FF19FB-2E11-4BAA-9129-94EDAFD04754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690211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D4997CC7-EF7B-8994-C72A-3DD750685C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29D5582-B3B0-C145-AFB9-1A3EBA1467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BFB24A8-926D-3BC3-A396-FDEE919887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B4EF105-1A3B-4953-B54A-6A3F2B972AD7}" type="datetimeFigureOut">
              <a:rPr lang="de-DE" smtClean="0"/>
              <a:t>09.09.2025</a:t>
            </a:fld>
            <a:endParaRPr lang="de-DE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EF5B155-0087-D3DC-CA37-9900AF699C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46F89C0-2084-52BC-3DC3-7316B8B0BB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FF19FB-2E11-4BAA-9129-94EDAFD04754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302324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233E83E-581C-CEA1-A871-682760CA5E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Integrität</a:t>
            </a:r>
            <a:r>
              <a:rPr lang="en-US" dirty="0"/>
              <a:t> von </a:t>
            </a:r>
            <a:r>
              <a:rPr lang="de-DE" dirty="0"/>
              <a:t>Systemen</a:t>
            </a:r>
            <a:r>
              <a:rPr lang="en-US" dirty="0"/>
              <a:t> in der </a:t>
            </a:r>
            <a:r>
              <a:rPr lang="de-DE" dirty="0"/>
              <a:t>realen</a:t>
            </a:r>
            <a:r>
              <a:rPr lang="en-US" dirty="0"/>
              <a:t> Welt</a:t>
            </a:r>
            <a:endParaRPr lang="de-DE" dirty="0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542EA9E-6579-3AE8-D079-BF764466D9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Wie </a:t>
            </a:r>
            <a:r>
              <a:rPr lang="en-US" dirty="0" err="1"/>
              <a:t>stellt</a:t>
            </a:r>
            <a:r>
              <a:rPr lang="en-US" dirty="0"/>
              <a:t> man </a:t>
            </a:r>
            <a:r>
              <a:rPr lang="en-US" dirty="0" err="1"/>
              <a:t>sicher</a:t>
            </a:r>
            <a:r>
              <a:rPr lang="en-US" dirty="0"/>
              <a:t>, </a:t>
            </a:r>
            <a:r>
              <a:rPr lang="en-US" dirty="0" err="1"/>
              <a:t>dass</a:t>
            </a:r>
            <a:r>
              <a:rPr lang="en-US" dirty="0"/>
              <a:t> </a:t>
            </a:r>
            <a:r>
              <a:rPr lang="en-US" dirty="0" err="1"/>
              <a:t>wichtige</a:t>
            </a:r>
            <a:r>
              <a:rPr lang="en-US" dirty="0"/>
              <a:t> Systeme </a:t>
            </a:r>
            <a:r>
              <a:rPr lang="en-US" dirty="0" err="1"/>
              <a:t>nicht</a:t>
            </a:r>
            <a:r>
              <a:rPr lang="en-US" dirty="0"/>
              <a:t> </a:t>
            </a:r>
            <a:r>
              <a:rPr lang="en-US" dirty="0" err="1"/>
              <a:t>falsch</a:t>
            </a:r>
            <a:r>
              <a:rPr lang="en-US" dirty="0"/>
              <a:t> von KI </a:t>
            </a:r>
            <a:r>
              <a:rPr lang="en-US" dirty="0" err="1"/>
              <a:t>bedient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 </a:t>
            </a:r>
            <a:r>
              <a:rPr lang="en-US" dirty="0" err="1"/>
              <a:t>können</a:t>
            </a:r>
            <a:r>
              <a:rPr lang="en-US" dirty="0"/>
              <a:t> (</a:t>
            </a:r>
            <a:r>
              <a:rPr lang="en-US" dirty="0" err="1"/>
              <a:t>z.B.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Krankenhaus</a:t>
            </a:r>
            <a:r>
              <a:rPr lang="en-US" dirty="0"/>
              <a:t>)?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107960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D785E2-B78C-4427-9219-9BAB3C98481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Loopholes in </a:t>
            </a:r>
            <a:r>
              <a:rPr lang="en-US" dirty="0" err="1"/>
              <a:t>generativer</a:t>
            </a:r>
            <a:r>
              <a:rPr lang="en-US" dirty="0"/>
              <a:t> KI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C00119B-54F2-6DAF-95C1-5EA0BF09014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Wie </a:t>
            </a:r>
            <a:r>
              <a:rPr lang="en-US" dirty="0" err="1"/>
              <a:t>kann</a:t>
            </a:r>
            <a:r>
              <a:rPr lang="en-US" dirty="0"/>
              <a:t> man Loopholes in </a:t>
            </a:r>
            <a:r>
              <a:rPr lang="en-US" dirty="0" err="1"/>
              <a:t>generativer</a:t>
            </a:r>
            <a:r>
              <a:rPr lang="en-US" dirty="0"/>
              <a:t> KI </a:t>
            </a:r>
            <a:r>
              <a:rPr lang="en-US" dirty="0" err="1"/>
              <a:t>schließen</a:t>
            </a:r>
            <a:r>
              <a:rPr lang="en-US" dirty="0"/>
              <a:t>?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957743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239FD4A-165E-FA39-B03A-1D8193A9E1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Integrität</a:t>
            </a:r>
            <a:r>
              <a:rPr lang="en-US" dirty="0"/>
              <a:t> des </a:t>
            </a:r>
            <a:r>
              <a:rPr lang="en-US" dirty="0" err="1"/>
              <a:t>Sourcecodes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989C511-3F5F-8CB9-28CD-EDB2B1469C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Wie </a:t>
            </a:r>
            <a:r>
              <a:rPr lang="en-US" dirty="0" err="1"/>
              <a:t>stellt</a:t>
            </a:r>
            <a:r>
              <a:rPr lang="en-US" dirty="0"/>
              <a:t> man </a:t>
            </a:r>
            <a:r>
              <a:rPr lang="en-US" dirty="0" err="1"/>
              <a:t>sicher</a:t>
            </a:r>
            <a:r>
              <a:rPr lang="en-US" dirty="0"/>
              <a:t>, </a:t>
            </a:r>
            <a:r>
              <a:rPr lang="en-US" dirty="0" err="1"/>
              <a:t>dass</a:t>
            </a:r>
            <a:r>
              <a:rPr lang="en-US" dirty="0"/>
              <a:t> KI </a:t>
            </a:r>
            <a:r>
              <a:rPr lang="en-US" dirty="0" err="1"/>
              <a:t>nicht</a:t>
            </a:r>
            <a:r>
              <a:rPr lang="en-US" dirty="0"/>
              <a:t> </a:t>
            </a:r>
            <a:r>
              <a:rPr lang="en-US" dirty="0" err="1"/>
              <a:t>ihren</a:t>
            </a:r>
            <a:r>
              <a:rPr lang="en-US" dirty="0"/>
              <a:t> </a:t>
            </a:r>
            <a:r>
              <a:rPr lang="en-US" dirty="0" err="1"/>
              <a:t>eigenen</a:t>
            </a:r>
            <a:r>
              <a:rPr lang="en-US" dirty="0"/>
              <a:t> </a:t>
            </a:r>
            <a:r>
              <a:rPr lang="en-US" dirty="0" err="1"/>
              <a:t>Sourcecode</a:t>
            </a:r>
            <a:r>
              <a:rPr lang="en-US" dirty="0"/>
              <a:t> </a:t>
            </a:r>
            <a:r>
              <a:rPr lang="en-US" dirty="0" err="1"/>
              <a:t>verändert</a:t>
            </a:r>
            <a:r>
              <a:rPr lang="en-US" dirty="0"/>
              <a:t>?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8327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DEB4EC6-3533-38AD-B799-B83BD2C5AE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Eingabe</a:t>
            </a:r>
            <a:r>
              <a:rPr lang="en-US" dirty="0"/>
              <a:t> </a:t>
            </a:r>
            <a:r>
              <a:rPr lang="en-US" dirty="0" err="1"/>
              <a:t>sensibler</a:t>
            </a:r>
            <a:r>
              <a:rPr lang="en-US" dirty="0"/>
              <a:t> Daten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A7DDAB4-81AD-C7B5-1965-F78DBF85FC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Wie </a:t>
            </a:r>
            <a:r>
              <a:rPr lang="en-US" dirty="0" err="1"/>
              <a:t>kann</a:t>
            </a:r>
            <a:r>
              <a:rPr lang="en-US" dirty="0"/>
              <a:t> man </a:t>
            </a:r>
            <a:r>
              <a:rPr lang="en-US" dirty="0" err="1"/>
              <a:t>sicherstellen</a:t>
            </a:r>
            <a:r>
              <a:rPr lang="en-US" dirty="0"/>
              <a:t>, </a:t>
            </a:r>
            <a:r>
              <a:rPr lang="en-US" dirty="0" err="1"/>
              <a:t>dass</a:t>
            </a:r>
            <a:r>
              <a:rPr lang="en-US" dirty="0"/>
              <a:t> die KI </a:t>
            </a:r>
            <a:r>
              <a:rPr lang="en-US" dirty="0" err="1"/>
              <a:t>keine</a:t>
            </a:r>
            <a:r>
              <a:rPr lang="en-US" dirty="0"/>
              <a:t> </a:t>
            </a:r>
            <a:r>
              <a:rPr lang="en-US" dirty="0" err="1"/>
              <a:t>sensiblen</a:t>
            </a:r>
            <a:r>
              <a:rPr lang="en-US" dirty="0"/>
              <a:t> Daten </a:t>
            </a:r>
            <a:r>
              <a:rPr lang="en-US" dirty="0" err="1"/>
              <a:t>verarbeitet</a:t>
            </a:r>
            <a:r>
              <a:rPr lang="en-US" dirty="0"/>
              <a:t>? 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01553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9B25C40-8A18-B17B-8E3D-9382AF2AAA6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Ausgabe</a:t>
            </a:r>
            <a:r>
              <a:rPr lang="en-US" dirty="0"/>
              <a:t> </a:t>
            </a:r>
            <a:r>
              <a:rPr lang="en-US" dirty="0" err="1"/>
              <a:t>sensibler</a:t>
            </a:r>
            <a:r>
              <a:rPr lang="en-US" dirty="0"/>
              <a:t> Daten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8E4823B-2134-7059-DFC3-8637C3AB90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Wie </a:t>
            </a:r>
            <a:r>
              <a:rPr lang="en-US" dirty="0" err="1"/>
              <a:t>kann</a:t>
            </a:r>
            <a:r>
              <a:rPr lang="en-US" dirty="0"/>
              <a:t> man </a:t>
            </a:r>
            <a:r>
              <a:rPr lang="en-US" dirty="0" err="1"/>
              <a:t>sicherstellen</a:t>
            </a:r>
            <a:r>
              <a:rPr lang="en-US" dirty="0"/>
              <a:t>, </a:t>
            </a:r>
            <a:r>
              <a:rPr lang="en-US" dirty="0" err="1"/>
              <a:t>dass</a:t>
            </a:r>
            <a:r>
              <a:rPr lang="en-US" dirty="0"/>
              <a:t> die KI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öffentlich</a:t>
            </a:r>
            <a:r>
              <a:rPr lang="en-US" dirty="0"/>
              <a:t> </a:t>
            </a:r>
            <a:r>
              <a:rPr lang="en-US" dirty="0" err="1"/>
              <a:t>zugängliche</a:t>
            </a:r>
            <a:r>
              <a:rPr lang="en-US" dirty="0"/>
              <a:t> Daten </a:t>
            </a:r>
            <a:r>
              <a:rPr lang="en-US" dirty="0" err="1"/>
              <a:t>nutzt</a:t>
            </a:r>
            <a:r>
              <a:rPr lang="en-US" dirty="0"/>
              <a:t>?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0430699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</Words>
  <Application>Microsoft Office PowerPoint</Application>
  <PresentationFormat>Breitbild</PresentationFormat>
  <Paragraphs>10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</vt:lpstr>
      <vt:lpstr>Integrität von Systemen in der realen Welt</vt:lpstr>
      <vt:lpstr>Loopholes in generativer KI</vt:lpstr>
      <vt:lpstr>Integrität des Sourcecodes</vt:lpstr>
      <vt:lpstr>Eingabe sensibler Daten</vt:lpstr>
      <vt:lpstr>Ausgabe sensibler Daten</vt:lpstr>
    </vt:vector>
  </TitlesOfParts>
  <Company>Koerber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Merlin Gessler</dc:creator>
  <cp:lastModifiedBy>Merlin Gessler</cp:lastModifiedBy>
  <cp:revision>1</cp:revision>
  <dcterms:created xsi:type="dcterms:W3CDTF">2025-09-09T12:23:16Z</dcterms:created>
  <dcterms:modified xsi:type="dcterms:W3CDTF">2025-09-09T12:54:09Z</dcterms:modified>
</cp:coreProperties>
</file>