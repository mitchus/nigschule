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C7F4-71DF-4E9B-85BE-EA2BFDC74452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CCA47-EFD2-4896-8EA9-81E09F04E3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186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CCA47-EFD2-4896-8EA9-81E09F04E32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763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9FF31B-F9A8-D223-15DA-25C11FAA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136A0C-4690-A816-D845-204281C80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6BA693-4689-3B07-8DCB-1CB20276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E133F-8C8B-D917-E489-98DCBA82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97F0BA-B9F5-C81E-293A-C135835C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78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D6AFC-FA57-2F4C-84FB-4F78FDB1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2C9CF5-63B3-F3B5-03EB-03FAE7F1E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B4FA1E-60F1-AD61-A5ED-69896372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54E2FF-808F-F5F7-A465-1DABA9B7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996C49-549F-27B8-CA66-415CD49F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0639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E0190-A30A-2F1C-73F2-6AA88AE52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BC5A69-6D28-7335-5638-BC155785E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A2488C-C916-5472-3BC3-E495F714B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BA8335-4180-8C90-C4AE-7CA6004B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237534-A17F-72B6-282B-CE0FE1BF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01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975458-E530-DCCE-1C37-CFEC265A8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DFCE78-1F24-D4DB-D1B2-353C5FE53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104E16-F399-CB95-AD16-DEAF52CFA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B2F8AF-7DD0-A477-C653-0589CDA19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42CE00-7696-CD29-7CFB-F6149553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22ACEF-A7EF-B472-824E-E34ED6F7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81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4EA2C8-BF3C-A79D-2193-F000FF14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AC5100-A1D5-6CE6-DE60-5735DBC22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6190A7-5FAC-606D-479E-D4001F5E2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5BE312-D911-C0D0-D551-2FDE8ED7D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F7C23A-B4FD-968F-237C-AECEC941A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52646E-3A94-E074-EFE6-DC2C0A1C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D3B094-9CFB-4EBD-E6AB-A9FFCA89D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8533A9-4AE2-E8BE-B4D7-83D1D966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57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86A360-412C-1DD9-55CE-9ABE1301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710A3F-4BBC-6727-77FA-5AB7D64D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9193DE-BAE1-8C6D-6329-9362CD02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55B6C1-BEFF-FED2-B5DA-7C7A1B77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77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C30AEA-7D3F-A0D8-B510-73AD197A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9FD307-D3CD-6754-53BE-96935B5A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F33918-59E6-5503-BB48-ABDA96D7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46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13BED-A56B-E2DE-3E09-6F473D9C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DFC865-A010-4E8B-39B7-048FBCBBC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05378D5-D704-04E2-552E-7D0AFC188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4F3433-9636-8700-190E-18887FDE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552B3A-FABA-6B3F-B181-7D6547523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4F824B-7610-C90D-F874-E2A1E338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9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DAD5C-13FD-5205-2A46-9C8D14C6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D236AB-9DCE-4947-6BC2-D1DAA92B5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513B07-6B84-0CA9-29A5-FA3690612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825D3A-270A-352C-6A2A-9E4AD0F7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88B041-43BB-AB85-B6A5-FE5981619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1987CA-B76B-3F05-BB20-5CABA4FD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973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07589-9F39-141C-AC73-D1B68F41C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82BE40-33DA-8577-854B-AE5A919DC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170E8F-2526-4478-7812-04263851B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A9CF01-AF53-5A97-9DA1-2AEB1FDD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08C72-4236-2188-2D0E-44E24952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99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7938F58-73FA-5A43-9969-E379AB5155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9ABEFB-4588-905C-EEE0-22776C16B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208464-7E62-ECD6-1C0E-AC21F3E5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82E538-5351-545C-4AB6-E873A5A2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559BC5-2675-4935-E2C7-07836826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97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B9FC85-69D3-B597-9467-3BC88779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50A81B-93CE-5AE0-8BBC-2F26C4EB5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D7CAAB-6642-39A5-BB1A-F26DCF75D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F45E8-A326-41E3-A9C8-ADB81B40F1F4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CEC006-BB62-D4FE-1034-134EC49CF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EAE08-E5B8-14DB-88F4-2984BC21D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82DDC-A981-4F4B-BBD9-A48EE6898A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88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58C675-AB47-09EC-1B90-4B653573E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Server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508FF8-4F26-312D-266D-E4CF4C4B7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Funktionen &amp; Beispiele</a:t>
            </a:r>
          </a:p>
        </p:txBody>
      </p:sp>
    </p:spTree>
    <p:extLst>
      <p:ext uri="{BB962C8B-B14F-4D97-AF65-F5344CB8AC3E}">
        <p14:creationId xmlns:p14="http://schemas.microsoft.com/office/powerpoint/2010/main" val="96531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D40DDF-51AD-E15C-E6FF-7126FBD6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Unterschied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Server und Client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907212CA-4060-69D1-D125-812D40E6A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240514"/>
              </p:ext>
            </p:extLst>
          </p:nvPr>
        </p:nvGraphicFramePr>
        <p:xfrm>
          <a:off x="473527" y="1538288"/>
          <a:ext cx="11244946" cy="235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2473">
                  <a:extLst>
                    <a:ext uri="{9D8B030D-6E8A-4147-A177-3AD203B41FA5}">
                      <a16:colId xmlns:a16="http://schemas.microsoft.com/office/drawing/2014/main" val="3003847394"/>
                    </a:ext>
                  </a:extLst>
                </a:gridCol>
                <a:gridCol w="5622473">
                  <a:extLst>
                    <a:ext uri="{9D8B030D-6E8A-4147-A177-3AD203B41FA5}">
                      <a16:colId xmlns:a16="http://schemas.microsoft.com/office/drawing/2014/main" val="1475138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Server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Clients</a:t>
                      </a:r>
                      <a:endParaRPr lang="de-D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758086"/>
                  </a:ext>
                </a:extLst>
              </a:tr>
              <a:tr h="190087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- </a:t>
                      </a:r>
                      <a:r>
                        <a:rPr lang="en-US" sz="2400" dirty="0" err="1"/>
                        <a:t>Wartet</a:t>
                      </a:r>
                      <a:r>
                        <a:rPr lang="en-US" sz="2400" dirty="0"/>
                        <a:t> auf </a:t>
                      </a:r>
                      <a:r>
                        <a:rPr lang="en-US" sz="2400" dirty="0" err="1"/>
                        <a:t>Anfragen</a:t>
                      </a:r>
                      <a:r>
                        <a:rPr lang="en-US" sz="2400" dirty="0"/>
                        <a:t> von Clients</a:t>
                      </a:r>
                    </a:p>
                    <a:p>
                      <a:pPr algn="l"/>
                      <a:r>
                        <a:rPr lang="en-US" sz="2400" dirty="0"/>
                        <a:t>- </a:t>
                      </a:r>
                      <a:r>
                        <a:rPr lang="en-US" sz="2400" dirty="0" err="1"/>
                        <a:t>Stellt</a:t>
                      </a:r>
                      <a:r>
                        <a:rPr lang="en-US" sz="2400" dirty="0"/>
                        <a:t> auf </a:t>
                      </a:r>
                      <a:r>
                        <a:rPr lang="en-US" sz="2400" dirty="0" err="1"/>
                        <a:t>Anfrage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Dienste</a:t>
                      </a:r>
                      <a:r>
                        <a:rPr lang="en-US" sz="2400" dirty="0"/>
                        <a:t> und </a:t>
                      </a:r>
                      <a:r>
                        <a:rPr lang="en-US" sz="2400" dirty="0" err="1"/>
                        <a:t>Ressourcen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zur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Verfügung</a:t>
                      </a:r>
                      <a:endParaRPr lang="de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- </a:t>
                      </a:r>
                      <a:r>
                        <a:rPr lang="en-US" sz="2400" dirty="0" err="1"/>
                        <a:t>Fordert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Dienste</a:t>
                      </a:r>
                      <a:r>
                        <a:rPr lang="en-US" sz="2400" dirty="0"/>
                        <a:t> und </a:t>
                      </a:r>
                      <a:r>
                        <a:rPr lang="en-US" sz="2400" dirty="0" err="1"/>
                        <a:t>Ressourcen</a:t>
                      </a:r>
                      <a:r>
                        <a:rPr lang="en-US" sz="2400" dirty="0"/>
                        <a:t> des Servers an</a:t>
                      </a:r>
                      <a:endParaRPr lang="de-D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491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04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BAA9FC-9C76-F777-C03F-9A37CFB8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 Peer </a:t>
            </a:r>
            <a:r>
              <a:rPr lang="de-DE" dirty="0" err="1"/>
              <a:t>to</a:t>
            </a:r>
            <a:r>
              <a:rPr lang="de-DE" dirty="0"/>
              <a:t> Peer / Client - Server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67AD66-E7C5-6399-FB6B-799E6B12F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Grundsätzlich kann jeder Computer die Rolle eines Servers oder Clients einnehmen: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Bei Peer </a:t>
            </a:r>
            <a:r>
              <a:rPr lang="de-DE" dirty="0" err="1"/>
              <a:t>to</a:t>
            </a:r>
            <a:r>
              <a:rPr lang="de-DE" dirty="0"/>
              <a:t> Peer Verbindungen ist dies willkürlich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Bei Client – Server Netzwerken sind die Rollen festgelegt</a:t>
            </a:r>
          </a:p>
          <a:p>
            <a:pPr marL="0" indent="0">
              <a:buNone/>
            </a:pPr>
            <a:r>
              <a:rPr lang="de-DE" dirty="0"/>
              <a:t>-&gt; Client immer Client &amp; Server immer Server</a:t>
            </a:r>
          </a:p>
        </p:txBody>
      </p:sp>
    </p:spTree>
    <p:extLst>
      <p:ext uri="{BB962C8B-B14F-4D97-AF65-F5344CB8AC3E}">
        <p14:creationId xmlns:p14="http://schemas.microsoft.com/office/powerpoint/2010/main" val="103159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C383C7BC-F1D6-C8F4-9779-53E85EC48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05" y="254001"/>
            <a:ext cx="11480189" cy="5973286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7980544-F425-01E4-CEC5-ED67548AA7D6}"/>
              </a:ext>
            </a:extLst>
          </p:cNvPr>
          <p:cNvSpPr txBox="1"/>
          <p:nvPr/>
        </p:nvSpPr>
        <p:spPr>
          <a:xfrm>
            <a:off x="579120" y="6553200"/>
            <a:ext cx="237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Quelle: IT Berufe S. 294</a:t>
            </a:r>
          </a:p>
        </p:txBody>
      </p:sp>
    </p:spTree>
    <p:extLst>
      <p:ext uri="{BB962C8B-B14F-4D97-AF65-F5344CB8AC3E}">
        <p14:creationId xmlns:p14="http://schemas.microsoft.com/office/powerpoint/2010/main" val="284244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814C464-5B62-D9ED-A122-1268C0C87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815" y="1126807"/>
            <a:ext cx="5349240" cy="28143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7FBDCC-6D5A-B3A6-C20E-E3393247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Merkmale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2CC5FB-2594-3E40-9CED-337714CBA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993850" cy="3902392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dirty="0"/>
              <a:t>Hardware meist auf optimale Rechenleistung ausgelegt</a:t>
            </a:r>
          </a:p>
          <a:p>
            <a:pPr>
              <a:buFontTx/>
              <a:buChar char="-"/>
            </a:pPr>
            <a:r>
              <a:rPr lang="de-DE" dirty="0"/>
              <a:t>Extra Lüfter</a:t>
            </a:r>
          </a:p>
          <a:p>
            <a:pPr>
              <a:buFontTx/>
              <a:buChar char="-"/>
            </a:pPr>
            <a:r>
              <a:rPr lang="de-DE" dirty="0"/>
              <a:t>Extra Energieversorgung</a:t>
            </a:r>
          </a:p>
          <a:p>
            <a:pPr marL="0" indent="0">
              <a:buNone/>
            </a:pPr>
            <a:r>
              <a:rPr lang="de-DE" dirty="0"/>
              <a:t>-&gt; für 24h Betrieb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B104C7E-9556-A564-E756-D49991A04183}"/>
              </a:ext>
            </a:extLst>
          </p:cNvPr>
          <p:cNvSpPr txBox="1"/>
          <p:nvPr/>
        </p:nvSpPr>
        <p:spPr>
          <a:xfrm>
            <a:off x="7359952" y="3941127"/>
            <a:ext cx="399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Bildquelle: http://www.webopedia.com/</a:t>
            </a:r>
          </a:p>
        </p:txBody>
      </p:sp>
    </p:spTree>
    <p:extLst>
      <p:ext uri="{BB962C8B-B14F-4D97-AF65-F5344CB8AC3E}">
        <p14:creationId xmlns:p14="http://schemas.microsoft.com/office/powerpoint/2010/main" val="381909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Breitbild</PresentationFormat>
  <Paragraphs>23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Server</vt:lpstr>
      <vt:lpstr>Unterschied zwischen Server und Client</vt:lpstr>
      <vt:lpstr>Unterschied Peer to Peer / Client - Server</vt:lpstr>
      <vt:lpstr>PowerPoint-Präsentation</vt:lpstr>
      <vt:lpstr>Weitere Merkmale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Moritz Winkelmann</dc:creator>
  <cp:lastModifiedBy>Merlin Gessler</cp:lastModifiedBy>
  <cp:revision>2</cp:revision>
  <dcterms:created xsi:type="dcterms:W3CDTF">2025-09-09T07:17:30Z</dcterms:created>
  <dcterms:modified xsi:type="dcterms:W3CDTF">2025-09-16T05:53:29Z</dcterms:modified>
</cp:coreProperties>
</file>