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BA35F4-F25F-49C9-8F47-06B530EA974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235592C-732C-40CA-8720-2061F7D00E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 err="1"/>
            <a:t>Kommunikationsverbund</a:t>
          </a:r>
          <a:r>
            <a:rPr lang="en-US" b="0" i="0" dirty="0"/>
            <a:t>: </a:t>
          </a:r>
          <a:r>
            <a:rPr lang="en-US" b="0" i="0" dirty="0" err="1"/>
            <a:t>schnelle</a:t>
          </a:r>
          <a:r>
            <a:rPr lang="en-US" b="0" i="0" dirty="0"/>
            <a:t> </a:t>
          </a:r>
          <a:r>
            <a:rPr lang="en-US" b="0" i="0" dirty="0" err="1"/>
            <a:t>Kommunikation</a:t>
          </a:r>
          <a:endParaRPr lang="en-US" dirty="0"/>
        </a:p>
      </dgm:t>
    </dgm:pt>
    <dgm:pt modelId="{BEA2B8C8-04F5-4A34-9DD2-944D5107D19C}" type="parTrans" cxnId="{C2DDB25C-8D51-4B72-B076-D57A6662F0BD}">
      <dgm:prSet/>
      <dgm:spPr/>
      <dgm:t>
        <a:bodyPr/>
        <a:lstStyle/>
        <a:p>
          <a:endParaRPr lang="en-US"/>
        </a:p>
      </dgm:t>
    </dgm:pt>
    <dgm:pt modelId="{A806742C-A639-4456-A23F-7406D352B6A9}" type="sibTrans" cxnId="{C2DDB25C-8D51-4B72-B076-D57A6662F0BD}">
      <dgm:prSet/>
      <dgm:spPr/>
      <dgm:t>
        <a:bodyPr/>
        <a:lstStyle/>
        <a:p>
          <a:endParaRPr lang="en-US"/>
        </a:p>
      </dgm:t>
    </dgm:pt>
    <dgm:pt modelId="{6C8C8AD0-E25A-4E9D-858C-718638AB53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 err="1"/>
            <a:t>Datenverbund</a:t>
          </a:r>
          <a:r>
            <a:rPr lang="en-US" b="0" i="0" dirty="0"/>
            <a:t>: </a:t>
          </a:r>
          <a:r>
            <a:rPr lang="en-US" b="0" i="0" dirty="0" err="1"/>
            <a:t>zentraler</a:t>
          </a:r>
          <a:r>
            <a:rPr lang="en-US" b="0" i="0" dirty="0"/>
            <a:t> </a:t>
          </a:r>
          <a:r>
            <a:rPr lang="en-US" b="0" i="0" dirty="0" err="1"/>
            <a:t>Zugriff</a:t>
          </a:r>
          <a:r>
            <a:rPr lang="en-US" b="0" i="0" dirty="0"/>
            <a:t> auf Daten</a:t>
          </a:r>
          <a:endParaRPr lang="en-US" dirty="0"/>
        </a:p>
      </dgm:t>
    </dgm:pt>
    <dgm:pt modelId="{CEA802DD-B1BA-4BE2-A909-FB66B61E2C49}" type="parTrans" cxnId="{21CEDBC1-3093-401E-A58C-3792DAAA2C95}">
      <dgm:prSet/>
      <dgm:spPr/>
      <dgm:t>
        <a:bodyPr/>
        <a:lstStyle/>
        <a:p>
          <a:endParaRPr lang="en-US"/>
        </a:p>
      </dgm:t>
    </dgm:pt>
    <dgm:pt modelId="{5453B1BE-B838-4EF1-B76F-9216FF80E0E3}" type="sibTrans" cxnId="{21CEDBC1-3093-401E-A58C-3792DAAA2C95}">
      <dgm:prSet/>
      <dgm:spPr/>
      <dgm:t>
        <a:bodyPr/>
        <a:lstStyle/>
        <a:p>
          <a:endParaRPr lang="en-US"/>
        </a:p>
      </dgm:t>
    </dgm:pt>
    <dgm:pt modelId="{AB49B2F5-9A1D-4ABA-8EFD-1AB3C5C5C3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 err="1"/>
            <a:t>Funktions</a:t>
          </a:r>
          <a:r>
            <a:rPr lang="en-US" b="0" i="0" dirty="0"/>
            <a:t>- und </a:t>
          </a:r>
          <a:r>
            <a:rPr lang="en-US" b="0" i="0" dirty="0" err="1"/>
            <a:t>Ressourcenverbund</a:t>
          </a:r>
          <a:r>
            <a:rPr lang="en-US" b="0" i="0" dirty="0"/>
            <a:t>: </a:t>
          </a:r>
          <a:r>
            <a:rPr lang="en-US" b="0" i="0" dirty="0" err="1"/>
            <a:t>gemeinsame</a:t>
          </a:r>
          <a:r>
            <a:rPr lang="en-US" b="0" i="0" dirty="0"/>
            <a:t> Software- und </a:t>
          </a:r>
          <a:r>
            <a:rPr lang="en-US" b="0" i="0" dirty="0" err="1"/>
            <a:t>Hardwarenutzung</a:t>
          </a:r>
          <a:endParaRPr lang="en-US" dirty="0"/>
        </a:p>
      </dgm:t>
    </dgm:pt>
    <dgm:pt modelId="{64267DE7-F2EB-4A15-B9B4-434160E1F888}" type="parTrans" cxnId="{8F0BBC32-ABEA-43BD-8062-C87A2F7550AF}">
      <dgm:prSet/>
      <dgm:spPr/>
      <dgm:t>
        <a:bodyPr/>
        <a:lstStyle/>
        <a:p>
          <a:endParaRPr lang="en-US"/>
        </a:p>
      </dgm:t>
    </dgm:pt>
    <dgm:pt modelId="{49FD48DD-6134-4EC9-89DD-82875648DB01}" type="sibTrans" cxnId="{8F0BBC32-ABEA-43BD-8062-C87A2F7550AF}">
      <dgm:prSet/>
      <dgm:spPr/>
      <dgm:t>
        <a:bodyPr/>
        <a:lstStyle/>
        <a:p>
          <a:endParaRPr lang="en-US"/>
        </a:p>
      </dgm:t>
    </dgm:pt>
    <dgm:pt modelId="{30725DD7-82C9-494A-9282-0F03382893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Last- und </a:t>
          </a:r>
          <a:r>
            <a:rPr lang="en-US" b="0" i="0" dirty="0" err="1"/>
            <a:t>Leistungsverbund</a:t>
          </a:r>
          <a:r>
            <a:rPr lang="en-US" b="0" i="0" dirty="0"/>
            <a:t>: </a:t>
          </a:r>
          <a:r>
            <a:rPr lang="en-US" b="0" i="0" dirty="0" err="1"/>
            <a:t>Lastverteilung</a:t>
          </a:r>
          <a:r>
            <a:rPr lang="en-US" b="0" i="0" dirty="0"/>
            <a:t>, </a:t>
          </a:r>
          <a:r>
            <a:rPr lang="en-US" b="0" i="0" dirty="0" err="1"/>
            <a:t>Skalierbarkeit</a:t>
          </a:r>
          <a:endParaRPr lang="en-US" dirty="0"/>
        </a:p>
      </dgm:t>
    </dgm:pt>
    <dgm:pt modelId="{64416624-EDE0-4658-B61F-17F84964CFD3}" type="parTrans" cxnId="{0CA6A5BE-F9F7-4974-B1AF-3F3BF4A9BF36}">
      <dgm:prSet/>
      <dgm:spPr/>
      <dgm:t>
        <a:bodyPr/>
        <a:lstStyle/>
        <a:p>
          <a:endParaRPr lang="en-US"/>
        </a:p>
      </dgm:t>
    </dgm:pt>
    <dgm:pt modelId="{5685EEEC-B66A-4386-BA96-1E6D7A340207}" type="sibTrans" cxnId="{0CA6A5BE-F9F7-4974-B1AF-3F3BF4A9BF36}">
      <dgm:prSet/>
      <dgm:spPr/>
      <dgm:t>
        <a:bodyPr/>
        <a:lstStyle/>
        <a:p>
          <a:endParaRPr lang="en-US"/>
        </a:p>
      </dgm:t>
    </dgm:pt>
    <dgm:pt modelId="{B9F1FF6F-AD57-41B5-AAB5-9E8EEFDD30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 err="1"/>
            <a:t>Sicherheits</a:t>
          </a:r>
          <a:r>
            <a:rPr lang="en-US" b="0" i="0" dirty="0"/>
            <a:t>- und </a:t>
          </a:r>
          <a:r>
            <a:rPr lang="en-US" b="0" i="0" dirty="0" err="1"/>
            <a:t>Verfügbarkeitsverbund</a:t>
          </a:r>
          <a:r>
            <a:rPr lang="en-US" b="0" i="0" dirty="0"/>
            <a:t>: </a:t>
          </a:r>
          <a:r>
            <a:rPr lang="en-US" b="0" i="0" dirty="0" err="1"/>
            <a:t>Redundanz</a:t>
          </a:r>
          <a:r>
            <a:rPr lang="en-US" b="0" i="0" dirty="0"/>
            <a:t> -&gt; </a:t>
          </a:r>
          <a:r>
            <a:rPr lang="en-US" b="0" i="0" dirty="0" err="1"/>
            <a:t>Datensicherung</a:t>
          </a:r>
          <a:endParaRPr lang="en-US" dirty="0"/>
        </a:p>
      </dgm:t>
    </dgm:pt>
    <dgm:pt modelId="{911B84D3-D3EE-4277-9F68-09C5890F7007}" type="parTrans" cxnId="{9419F02A-BCAD-47DD-B1C4-E7F56C53669E}">
      <dgm:prSet/>
      <dgm:spPr/>
      <dgm:t>
        <a:bodyPr/>
        <a:lstStyle/>
        <a:p>
          <a:endParaRPr lang="en-US"/>
        </a:p>
      </dgm:t>
    </dgm:pt>
    <dgm:pt modelId="{35F15306-DAE5-41ED-AA4D-CCC16D48EF21}" type="sibTrans" cxnId="{9419F02A-BCAD-47DD-B1C4-E7F56C53669E}">
      <dgm:prSet/>
      <dgm:spPr/>
      <dgm:t>
        <a:bodyPr/>
        <a:lstStyle/>
        <a:p>
          <a:endParaRPr lang="en-US"/>
        </a:p>
      </dgm:t>
    </dgm:pt>
    <dgm:pt modelId="{BC3DEF6C-478E-46F5-BF97-7A59D6DA4624}" type="pres">
      <dgm:prSet presAssocID="{F6BA35F4-F25F-49C9-8F47-06B530EA974A}" presName="root" presStyleCnt="0">
        <dgm:presLayoutVars>
          <dgm:dir/>
          <dgm:resizeHandles val="exact"/>
        </dgm:presLayoutVars>
      </dgm:prSet>
      <dgm:spPr/>
    </dgm:pt>
    <dgm:pt modelId="{62179D77-CE95-4F43-93DF-2BDECB7D0E62}" type="pres">
      <dgm:prSet presAssocID="{9235592C-732C-40CA-8720-2061F7D00EED}" presName="compNode" presStyleCnt="0"/>
      <dgm:spPr/>
    </dgm:pt>
    <dgm:pt modelId="{0DF01F99-69B7-433C-BC5E-D9315FE2BA87}" type="pres">
      <dgm:prSet presAssocID="{9235592C-732C-40CA-8720-2061F7D00EED}" presName="bgRect" presStyleLbl="bgShp" presStyleIdx="0" presStyleCnt="5"/>
      <dgm:spPr/>
    </dgm:pt>
    <dgm:pt modelId="{3D59E443-42E4-4CA6-AF88-A7BC91EDF5F9}" type="pres">
      <dgm:prSet presAssocID="{9235592C-732C-40CA-8720-2061F7D00EE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puhr"/>
        </a:ext>
      </dgm:extLst>
    </dgm:pt>
    <dgm:pt modelId="{3F12C749-CF1F-4212-AA42-74BAD26BCD70}" type="pres">
      <dgm:prSet presAssocID="{9235592C-732C-40CA-8720-2061F7D00EED}" presName="spaceRect" presStyleCnt="0"/>
      <dgm:spPr/>
    </dgm:pt>
    <dgm:pt modelId="{7233F5AE-78F4-4048-8C81-C25A5966A220}" type="pres">
      <dgm:prSet presAssocID="{9235592C-732C-40CA-8720-2061F7D00EED}" presName="parTx" presStyleLbl="revTx" presStyleIdx="0" presStyleCnt="5">
        <dgm:presLayoutVars>
          <dgm:chMax val="0"/>
          <dgm:chPref val="0"/>
        </dgm:presLayoutVars>
      </dgm:prSet>
      <dgm:spPr/>
    </dgm:pt>
    <dgm:pt modelId="{5C3D0AF2-9A67-4F15-A2F4-2D3668530809}" type="pres">
      <dgm:prSet presAssocID="{A806742C-A639-4456-A23F-7406D352B6A9}" presName="sibTrans" presStyleCnt="0"/>
      <dgm:spPr/>
    </dgm:pt>
    <dgm:pt modelId="{A1F9D2AF-6ACB-4DF0-A239-7CC51D46DC04}" type="pres">
      <dgm:prSet presAssocID="{6C8C8AD0-E25A-4E9D-858C-718638AB53D4}" presName="compNode" presStyleCnt="0"/>
      <dgm:spPr/>
    </dgm:pt>
    <dgm:pt modelId="{0186D710-3B57-4798-B0DB-A8A69134CCDB}" type="pres">
      <dgm:prSet presAssocID="{6C8C8AD0-E25A-4E9D-858C-718638AB53D4}" presName="bgRect" presStyleLbl="bgShp" presStyleIdx="1" presStyleCnt="5"/>
      <dgm:spPr/>
    </dgm:pt>
    <dgm:pt modelId="{0AC1938B-8A40-4608-B260-3DF7B435A4A4}" type="pres">
      <dgm:prSet presAssocID="{6C8C8AD0-E25A-4E9D-858C-718638AB53D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B651D751-9270-4798-A306-A9D1C103A39F}" type="pres">
      <dgm:prSet presAssocID="{6C8C8AD0-E25A-4E9D-858C-718638AB53D4}" presName="spaceRect" presStyleCnt="0"/>
      <dgm:spPr/>
    </dgm:pt>
    <dgm:pt modelId="{CD036C30-8BD8-4D0A-B982-93B1E8A9B30F}" type="pres">
      <dgm:prSet presAssocID="{6C8C8AD0-E25A-4E9D-858C-718638AB53D4}" presName="parTx" presStyleLbl="revTx" presStyleIdx="1" presStyleCnt="5">
        <dgm:presLayoutVars>
          <dgm:chMax val="0"/>
          <dgm:chPref val="0"/>
        </dgm:presLayoutVars>
      </dgm:prSet>
      <dgm:spPr/>
    </dgm:pt>
    <dgm:pt modelId="{EE485FFE-B989-44A7-A06E-172FAFFE4A3E}" type="pres">
      <dgm:prSet presAssocID="{5453B1BE-B838-4EF1-B76F-9216FF80E0E3}" presName="sibTrans" presStyleCnt="0"/>
      <dgm:spPr/>
    </dgm:pt>
    <dgm:pt modelId="{CD951EDF-D9B6-400D-9657-132AB9284B7B}" type="pres">
      <dgm:prSet presAssocID="{AB49B2F5-9A1D-4ABA-8EFD-1AB3C5C5C303}" presName="compNode" presStyleCnt="0"/>
      <dgm:spPr/>
    </dgm:pt>
    <dgm:pt modelId="{2D3CF1A9-C4AB-4BE7-AC3F-5C3D75DBC311}" type="pres">
      <dgm:prSet presAssocID="{AB49B2F5-9A1D-4ABA-8EFD-1AB3C5C5C303}" presName="bgRect" presStyleLbl="bgShp" presStyleIdx="2" presStyleCnt="5"/>
      <dgm:spPr/>
    </dgm:pt>
    <dgm:pt modelId="{8682EFC1-24E8-480A-9F85-F346A1F66D85}" type="pres">
      <dgm:prSet presAssocID="{AB49B2F5-9A1D-4ABA-8EFD-1AB3C5C5C30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AB5F1EEB-D1BB-4217-9C08-907C267E4AEA}" type="pres">
      <dgm:prSet presAssocID="{AB49B2F5-9A1D-4ABA-8EFD-1AB3C5C5C303}" presName="spaceRect" presStyleCnt="0"/>
      <dgm:spPr/>
    </dgm:pt>
    <dgm:pt modelId="{F428040C-6A93-414A-A3BC-B0D0CFB2C6B1}" type="pres">
      <dgm:prSet presAssocID="{AB49B2F5-9A1D-4ABA-8EFD-1AB3C5C5C303}" presName="parTx" presStyleLbl="revTx" presStyleIdx="2" presStyleCnt="5">
        <dgm:presLayoutVars>
          <dgm:chMax val="0"/>
          <dgm:chPref val="0"/>
        </dgm:presLayoutVars>
      </dgm:prSet>
      <dgm:spPr/>
    </dgm:pt>
    <dgm:pt modelId="{CDB4644D-166E-412E-A3B3-BC3F091C82C4}" type="pres">
      <dgm:prSet presAssocID="{49FD48DD-6134-4EC9-89DD-82875648DB01}" presName="sibTrans" presStyleCnt="0"/>
      <dgm:spPr/>
    </dgm:pt>
    <dgm:pt modelId="{7245233D-5795-49C2-92B5-69D23A7C10CF}" type="pres">
      <dgm:prSet presAssocID="{30725DD7-82C9-494A-9282-0F0338289324}" presName="compNode" presStyleCnt="0"/>
      <dgm:spPr/>
    </dgm:pt>
    <dgm:pt modelId="{3A724DB3-B22C-435D-A214-34E958A93599}" type="pres">
      <dgm:prSet presAssocID="{30725DD7-82C9-494A-9282-0F0338289324}" presName="bgRect" presStyleLbl="bgShp" presStyleIdx="3" presStyleCnt="5"/>
      <dgm:spPr/>
    </dgm:pt>
    <dgm:pt modelId="{05E286DE-105E-4F7C-8D1C-0F89734D420E}" type="pres">
      <dgm:prSet presAssocID="{30725DD7-82C9-494A-9282-0F033828932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d geladen"/>
        </a:ext>
      </dgm:extLst>
    </dgm:pt>
    <dgm:pt modelId="{3A1BD857-4E02-4BD3-9BCB-E48465A28772}" type="pres">
      <dgm:prSet presAssocID="{30725DD7-82C9-494A-9282-0F0338289324}" presName="spaceRect" presStyleCnt="0"/>
      <dgm:spPr/>
    </dgm:pt>
    <dgm:pt modelId="{7E01F9D6-3D51-4C81-B9A1-045D38355B18}" type="pres">
      <dgm:prSet presAssocID="{30725DD7-82C9-494A-9282-0F0338289324}" presName="parTx" presStyleLbl="revTx" presStyleIdx="3" presStyleCnt="5">
        <dgm:presLayoutVars>
          <dgm:chMax val="0"/>
          <dgm:chPref val="0"/>
        </dgm:presLayoutVars>
      </dgm:prSet>
      <dgm:spPr/>
    </dgm:pt>
    <dgm:pt modelId="{86D461F4-A872-4C6D-A596-F462FFD4C23D}" type="pres">
      <dgm:prSet presAssocID="{5685EEEC-B66A-4386-BA96-1E6D7A340207}" presName="sibTrans" presStyleCnt="0"/>
      <dgm:spPr/>
    </dgm:pt>
    <dgm:pt modelId="{D8FAF502-2EC0-4253-815D-A0B6E7BF1799}" type="pres">
      <dgm:prSet presAssocID="{B9F1FF6F-AD57-41B5-AAB5-9E8EEFDD30E8}" presName="compNode" presStyleCnt="0"/>
      <dgm:spPr/>
    </dgm:pt>
    <dgm:pt modelId="{66FF81FC-A308-49E3-B943-65836939E752}" type="pres">
      <dgm:prSet presAssocID="{B9F1FF6F-AD57-41B5-AAB5-9E8EEFDD30E8}" presName="bgRect" presStyleLbl="bgShp" presStyleIdx="4" presStyleCnt="5"/>
      <dgm:spPr/>
    </dgm:pt>
    <dgm:pt modelId="{59D43C9D-1D38-4DD5-AFA6-730C0D01CF53}" type="pres">
      <dgm:prSet presAssocID="{B9F1FF6F-AD57-41B5-AAB5-9E8EEFDD30E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tte"/>
        </a:ext>
      </dgm:extLst>
    </dgm:pt>
    <dgm:pt modelId="{37ED6D73-5253-4C37-920A-D24D1127D541}" type="pres">
      <dgm:prSet presAssocID="{B9F1FF6F-AD57-41B5-AAB5-9E8EEFDD30E8}" presName="spaceRect" presStyleCnt="0"/>
      <dgm:spPr/>
    </dgm:pt>
    <dgm:pt modelId="{EEF95C05-0ACF-4745-A5E9-CA02AF43FB02}" type="pres">
      <dgm:prSet presAssocID="{B9F1FF6F-AD57-41B5-AAB5-9E8EEFDD30E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1C71914-5DB0-4564-9EE4-3D211DDF19AA}" type="presOf" srcId="{9235592C-732C-40CA-8720-2061F7D00EED}" destId="{7233F5AE-78F4-4048-8C81-C25A5966A220}" srcOrd="0" destOrd="0" presId="urn:microsoft.com/office/officeart/2018/2/layout/IconVerticalSolidList"/>
    <dgm:cxn modelId="{9419F02A-BCAD-47DD-B1C4-E7F56C53669E}" srcId="{F6BA35F4-F25F-49C9-8F47-06B530EA974A}" destId="{B9F1FF6F-AD57-41B5-AAB5-9E8EEFDD30E8}" srcOrd="4" destOrd="0" parTransId="{911B84D3-D3EE-4277-9F68-09C5890F7007}" sibTransId="{35F15306-DAE5-41ED-AA4D-CCC16D48EF21}"/>
    <dgm:cxn modelId="{8F0BBC32-ABEA-43BD-8062-C87A2F7550AF}" srcId="{F6BA35F4-F25F-49C9-8F47-06B530EA974A}" destId="{AB49B2F5-9A1D-4ABA-8EFD-1AB3C5C5C303}" srcOrd="2" destOrd="0" parTransId="{64267DE7-F2EB-4A15-B9B4-434160E1F888}" sibTransId="{49FD48DD-6134-4EC9-89DD-82875648DB01}"/>
    <dgm:cxn modelId="{C2DDB25C-8D51-4B72-B076-D57A6662F0BD}" srcId="{F6BA35F4-F25F-49C9-8F47-06B530EA974A}" destId="{9235592C-732C-40CA-8720-2061F7D00EED}" srcOrd="0" destOrd="0" parTransId="{BEA2B8C8-04F5-4A34-9DD2-944D5107D19C}" sibTransId="{A806742C-A639-4456-A23F-7406D352B6A9}"/>
    <dgm:cxn modelId="{B9C01D4D-6492-47A1-B563-F81504852ACB}" type="presOf" srcId="{B9F1FF6F-AD57-41B5-AAB5-9E8EEFDD30E8}" destId="{EEF95C05-0ACF-4745-A5E9-CA02AF43FB02}" srcOrd="0" destOrd="0" presId="urn:microsoft.com/office/officeart/2018/2/layout/IconVerticalSolidList"/>
    <dgm:cxn modelId="{5404447C-A8EB-40D4-BE7B-A141028D0A5A}" type="presOf" srcId="{6C8C8AD0-E25A-4E9D-858C-718638AB53D4}" destId="{CD036C30-8BD8-4D0A-B982-93B1E8A9B30F}" srcOrd="0" destOrd="0" presId="urn:microsoft.com/office/officeart/2018/2/layout/IconVerticalSolidList"/>
    <dgm:cxn modelId="{0CA6A5BE-F9F7-4974-B1AF-3F3BF4A9BF36}" srcId="{F6BA35F4-F25F-49C9-8F47-06B530EA974A}" destId="{30725DD7-82C9-494A-9282-0F0338289324}" srcOrd="3" destOrd="0" parTransId="{64416624-EDE0-4658-B61F-17F84964CFD3}" sibTransId="{5685EEEC-B66A-4386-BA96-1E6D7A340207}"/>
    <dgm:cxn modelId="{21CEDBC1-3093-401E-A58C-3792DAAA2C95}" srcId="{F6BA35F4-F25F-49C9-8F47-06B530EA974A}" destId="{6C8C8AD0-E25A-4E9D-858C-718638AB53D4}" srcOrd="1" destOrd="0" parTransId="{CEA802DD-B1BA-4BE2-A909-FB66B61E2C49}" sibTransId="{5453B1BE-B838-4EF1-B76F-9216FF80E0E3}"/>
    <dgm:cxn modelId="{FE105CD4-1BE9-47D2-A5F4-BFCA04CF3BB3}" type="presOf" srcId="{30725DD7-82C9-494A-9282-0F0338289324}" destId="{7E01F9D6-3D51-4C81-B9A1-045D38355B18}" srcOrd="0" destOrd="0" presId="urn:microsoft.com/office/officeart/2018/2/layout/IconVerticalSolidList"/>
    <dgm:cxn modelId="{C270A3F1-C5B2-486D-B8C5-732FD62E43CA}" type="presOf" srcId="{AB49B2F5-9A1D-4ABA-8EFD-1AB3C5C5C303}" destId="{F428040C-6A93-414A-A3BC-B0D0CFB2C6B1}" srcOrd="0" destOrd="0" presId="urn:microsoft.com/office/officeart/2018/2/layout/IconVerticalSolidList"/>
    <dgm:cxn modelId="{7D2F71F6-B66C-42B2-9F4B-930BAEC7F31A}" type="presOf" srcId="{F6BA35F4-F25F-49C9-8F47-06B530EA974A}" destId="{BC3DEF6C-478E-46F5-BF97-7A59D6DA4624}" srcOrd="0" destOrd="0" presId="urn:microsoft.com/office/officeart/2018/2/layout/IconVerticalSolidList"/>
    <dgm:cxn modelId="{9F9E622B-9BEF-43F8-B7A8-C0F0C635009A}" type="presParOf" srcId="{BC3DEF6C-478E-46F5-BF97-7A59D6DA4624}" destId="{62179D77-CE95-4F43-93DF-2BDECB7D0E62}" srcOrd="0" destOrd="0" presId="urn:microsoft.com/office/officeart/2018/2/layout/IconVerticalSolidList"/>
    <dgm:cxn modelId="{26D80EBE-84DD-428F-9703-504049B784F0}" type="presParOf" srcId="{62179D77-CE95-4F43-93DF-2BDECB7D0E62}" destId="{0DF01F99-69B7-433C-BC5E-D9315FE2BA87}" srcOrd="0" destOrd="0" presId="urn:microsoft.com/office/officeart/2018/2/layout/IconVerticalSolidList"/>
    <dgm:cxn modelId="{683154C8-C77B-45FB-AFD4-D55DC2BE4DE3}" type="presParOf" srcId="{62179D77-CE95-4F43-93DF-2BDECB7D0E62}" destId="{3D59E443-42E4-4CA6-AF88-A7BC91EDF5F9}" srcOrd="1" destOrd="0" presId="urn:microsoft.com/office/officeart/2018/2/layout/IconVerticalSolidList"/>
    <dgm:cxn modelId="{42361EB5-30B9-44EA-8B05-643E3760B562}" type="presParOf" srcId="{62179D77-CE95-4F43-93DF-2BDECB7D0E62}" destId="{3F12C749-CF1F-4212-AA42-74BAD26BCD70}" srcOrd="2" destOrd="0" presId="urn:microsoft.com/office/officeart/2018/2/layout/IconVerticalSolidList"/>
    <dgm:cxn modelId="{4EB5794E-D076-4BB9-B44A-50B59EE4D134}" type="presParOf" srcId="{62179D77-CE95-4F43-93DF-2BDECB7D0E62}" destId="{7233F5AE-78F4-4048-8C81-C25A5966A220}" srcOrd="3" destOrd="0" presId="urn:microsoft.com/office/officeart/2018/2/layout/IconVerticalSolidList"/>
    <dgm:cxn modelId="{99D154A2-01CE-40C1-B03E-7D6A293B124C}" type="presParOf" srcId="{BC3DEF6C-478E-46F5-BF97-7A59D6DA4624}" destId="{5C3D0AF2-9A67-4F15-A2F4-2D3668530809}" srcOrd="1" destOrd="0" presId="urn:microsoft.com/office/officeart/2018/2/layout/IconVerticalSolidList"/>
    <dgm:cxn modelId="{EF7EE1D7-EC86-4490-8DF4-BABE06C8613D}" type="presParOf" srcId="{BC3DEF6C-478E-46F5-BF97-7A59D6DA4624}" destId="{A1F9D2AF-6ACB-4DF0-A239-7CC51D46DC04}" srcOrd="2" destOrd="0" presId="urn:microsoft.com/office/officeart/2018/2/layout/IconVerticalSolidList"/>
    <dgm:cxn modelId="{A277A512-EA31-49CE-A2FD-97532AA0C87E}" type="presParOf" srcId="{A1F9D2AF-6ACB-4DF0-A239-7CC51D46DC04}" destId="{0186D710-3B57-4798-B0DB-A8A69134CCDB}" srcOrd="0" destOrd="0" presId="urn:microsoft.com/office/officeart/2018/2/layout/IconVerticalSolidList"/>
    <dgm:cxn modelId="{F0CA0C56-6F44-4A2D-BAA6-65B51EB50931}" type="presParOf" srcId="{A1F9D2AF-6ACB-4DF0-A239-7CC51D46DC04}" destId="{0AC1938B-8A40-4608-B260-3DF7B435A4A4}" srcOrd="1" destOrd="0" presId="urn:microsoft.com/office/officeart/2018/2/layout/IconVerticalSolidList"/>
    <dgm:cxn modelId="{01FF8E3D-E89F-4CB4-8FBC-F4A4DCE84823}" type="presParOf" srcId="{A1F9D2AF-6ACB-4DF0-A239-7CC51D46DC04}" destId="{B651D751-9270-4798-A306-A9D1C103A39F}" srcOrd="2" destOrd="0" presId="urn:microsoft.com/office/officeart/2018/2/layout/IconVerticalSolidList"/>
    <dgm:cxn modelId="{A279695E-6C2A-423A-98ED-8FE31CE78B71}" type="presParOf" srcId="{A1F9D2AF-6ACB-4DF0-A239-7CC51D46DC04}" destId="{CD036C30-8BD8-4D0A-B982-93B1E8A9B30F}" srcOrd="3" destOrd="0" presId="urn:microsoft.com/office/officeart/2018/2/layout/IconVerticalSolidList"/>
    <dgm:cxn modelId="{AC590D83-94DF-41AF-8CC3-174A9A064D7A}" type="presParOf" srcId="{BC3DEF6C-478E-46F5-BF97-7A59D6DA4624}" destId="{EE485FFE-B989-44A7-A06E-172FAFFE4A3E}" srcOrd="3" destOrd="0" presId="urn:microsoft.com/office/officeart/2018/2/layout/IconVerticalSolidList"/>
    <dgm:cxn modelId="{76C073E1-1AB7-45C6-9C1E-0A16298C8692}" type="presParOf" srcId="{BC3DEF6C-478E-46F5-BF97-7A59D6DA4624}" destId="{CD951EDF-D9B6-400D-9657-132AB9284B7B}" srcOrd="4" destOrd="0" presId="urn:microsoft.com/office/officeart/2018/2/layout/IconVerticalSolidList"/>
    <dgm:cxn modelId="{FBB8F156-E815-4034-9B5A-0E8E471373C6}" type="presParOf" srcId="{CD951EDF-D9B6-400D-9657-132AB9284B7B}" destId="{2D3CF1A9-C4AB-4BE7-AC3F-5C3D75DBC311}" srcOrd="0" destOrd="0" presId="urn:microsoft.com/office/officeart/2018/2/layout/IconVerticalSolidList"/>
    <dgm:cxn modelId="{52949773-A3F6-4CF4-B778-C2DA22C910E5}" type="presParOf" srcId="{CD951EDF-D9B6-400D-9657-132AB9284B7B}" destId="{8682EFC1-24E8-480A-9F85-F346A1F66D85}" srcOrd="1" destOrd="0" presId="urn:microsoft.com/office/officeart/2018/2/layout/IconVerticalSolidList"/>
    <dgm:cxn modelId="{ED77122C-5A7E-4AB9-8F9B-BE162CD1CA2D}" type="presParOf" srcId="{CD951EDF-D9B6-400D-9657-132AB9284B7B}" destId="{AB5F1EEB-D1BB-4217-9C08-907C267E4AEA}" srcOrd="2" destOrd="0" presId="urn:microsoft.com/office/officeart/2018/2/layout/IconVerticalSolidList"/>
    <dgm:cxn modelId="{1E0E18FB-2EF4-440F-80C0-3BF92F936C25}" type="presParOf" srcId="{CD951EDF-D9B6-400D-9657-132AB9284B7B}" destId="{F428040C-6A93-414A-A3BC-B0D0CFB2C6B1}" srcOrd="3" destOrd="0" presId="urn:microsoft.com/office/officeart/2018/2/layout/IconVerticalSolidList"/>
    <dgm:cxn modelId="{D2AC9B63-5057-4EBB-B3E4-9412CFEF3603}" type="presParOf" srcId="{BC3DEF6C-478E-46F5-BF97-7A59D6DA4624}" destId="{CDB4644D-166E-412E-A3B3-BC3F091C82C4}" srcOrd="5" destOrd="0" presId="urn:microsoft.com/office/officeart/2018/2/layout/IconVerticalSolidList"/>
    <dgm:cxn modelId="{196C9F55-B0AC-4735-A96E-FACEA968C5B8}" type="presParOf" srcId="{BC3DEF6C-478E-46F5-BF97-7A59D6DA4624}" destId="{7245233D-5795-49C2-92B5-69D23A7C10CF}" srcOrd="6" destOrd="0" presId="urn:microsoft.com/office/officeart/2018/2/layout/IconVerticalSolidList"/>
    <dgm:cxn modelId="{8161A6F1-B4D3-4A26-9559-B71933C28BBF}" type="presParOf" srcId="{7245233D-5795-49C2-92B5-69D23A7C10CF}" destId="{3A724DB3-B22C-435D-A214-34E958A93599}" srcOrd="0" destOrd="0" presId="urn:microsoft.com/office/officeart/2018/2/layout/IconVerticalSolidList"/>
    <dgm:cxn modelId="{716FB31E-CA02-4C19-A556-2BD379225B1F}" type="presParOf" srcId="{7245233D-5795-49C2-92B5-69D23A7C10CF}" destId="{05E286DE-105E-4F7C-8D1C-0F89734D420E}" srcOrd="1" destOrd="0" presId="urn:microsoft.com/office/officeart/2018/2/layout/IconVerticalSolidList"/>
    <dgm:cxn modelId="{2F713E51-5E5A-4639-A884-5B1942940E91}" type="presParOf" srcId="{7245233D-5795-49C2-92B5-69D23A7C10CF}" destId="{3A1BD857-4E02-4BD3-9BCB-E48465A28772}" srcOrd="2" destOrd="0" presId="urn:microsoft.com/office/officeart/2018/2/layout/IconVerticalSolidList"/>
    <dgm:cxn modelId="{3AAD4116-53D9-4D2A-BFA2-37D4C91E36F1}" type="presParOf" srcId="{7245233D-5795-49C2-92B5-69D23A7C10CF}" destId="{7E01F9D6-3D51-4C81-B9A1-045D38355B18}" srcOrd="3" destOrd="0" presId="urn:microsoft.com/office/officeart/2018/2/layout/IconVerticalSolidList"/>
    <dgm:cxn modelId="{6038AF0F-1E4D-4C78-B0D6-4578BB56AB36}" type="presParOf" srcId="{BC3DEF6C-478E-46F5-BF97-7A59D6DA4624}" destId="{86D461F4-A872-4C6D-A596-F462FFD4C23D}" srcOrd="7" destOrd="0" presId="urn:microsoft.com/office/officeart/2018/2/layout/IconVerticalSolidList"/>
    <dgm:cxn modelId="{3A3D2233-2B5E-41A7-8E0A-692F2A09664C}" type="presParOf" srcId="{BC3DEF6C-478E-46F5-BF97-7A59D6DA4624}" destId="{D8FAF502-2EC0-4253-815D-A0B6E7BF1799}" srcOrd="8" destOrd="0" presId="urn:microsoft.com/office/officeart/2018/2/layout/IconVerticalSolidList"/>
    <dgm:cxn modelId="{A5A07626-80E6-4237-A8CF-464B3D0EF5D7}" type="presParOf" srcId="{D8FAF502-2EC0-4253-815D-A0B6E7BF1799}" destId="{66FF81FC-A308-49E3-B943-65836939E752}" srcOrd="0" destOrd="0" presId="urn:microsoft.com/office/officeart/2018/2/layout/IconVerticalSolidList"/>
    <dgm:cxn modelId="{2FE0CC59-74BB-4C53-A36B-2B46EE9A1676}" type="presParOf" srcId="{D8FAF502-2EC0-4253-815D-A0B6E7BF1799}" destId="{59D43C9D-1D38-4DD5-AFA6-730C0D01CF53}" srcOrd="1" destOrd="0" presId="urn:microsoft.com/office/officeart/2018/2/layout/IconVerticalSolidList"/>
    <dgm:cxn modelId="{B215163B-352C-4B3E-9B8B-946325C6DE9A}" type="presParOf" srcId="{D8FAF502-2EC0-4253-815D-A0B6E7BF1799}" destId="{37ED6D73-5253-4C37-920A-D24D1127D541}" srcOrd="2" destOrd="0" presId="urn:microsoft.com/office/officeart/2018/2/layout/IconVerticalSolidList"/>
    <dgm:cxn modelId="{B13BC6ED-8350-49C3-BA4A-5CC4E8200362}" type="presParOf" srcId="{D8FAF502-2EC0-4253-815D-A0B6E7BF1799}" destId="{EEF95C05-0ACF-4745-A5E9-CA02AF43FB0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FDE343-313C-46F5-A64D-95176F51B284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20EB4C0-1E1D-4B7C-887A-0FD117E3559B}">
      <dgm:prSet/>
      <dgm:spPr/>
      <dgm:t>
        <a:bodyPr/>
        <a:lstStyle/>
        <a:p>
          <a:r>
            <a:rPr lang="en-US" b="0" i="0" dirty="0" err="1"/>
            <a:t>Vereinfachte</a:t>
          </a:r>
          <a:r>
            <a:rPr lang="en-US" b="0" i="0" dirty="0"/>
            <a:t> </a:t>
          </a:r>
          <a:r>
            <a:rPr lang="en-US" b="0" i="0" dirty="0" err="1"/>
            <a:t>Wartung</a:t>
          </a:r>
          <a:r>
            <a:rPr lang="en-US" b="0" i="0" dirty="0"/>
            <a:t> und </a:t>
          </a:r>
          <a:r>
            <a:rPr lang="en-US" b="0" i="0" dirty="0" err="1"/>
            <a:t>zentrale</a:t>
          </a:r>
          <a:r>
            <a:rPr lang="en-US" b="0" i="0" dirty="0"/>
            <a:t> </a:t>
          </a:r>
          <a:r>
            <a:rPr lang="en-US" b="0" i="0" dirty="0" err="1"/>
            <a:t>Datenspeicherung</a:t>
          </a:r>
          <a:endParaRPr lang="en-US" dirty="0"/>
        </a:p>
      </dgm:t>
    </dgm:pt>
    <dgm:pt modelId="{BB64ACD1-A384-4151-A99D-BED7E1C5E3FA}" type="parTrans" cxnId="{9CC71893-F9E3-44D9-A1AF-77303B37A020}">
      <dgm:prSet/>
      <dgm:spPr/>
      <dgm:t>
        <a:bodyPr/>
        <a:lstStyle/>
        <a:p>
          <a:endParaRPr lang="en-US"/>
        </a:p>
      </dgm:t>
    </dgm:pt>
    <dgm:pt modelId="{C6EAD173-60BB-4653-B04F-ABA884247621}" type="sibTrans" cxnId="{9CC71893-F9E3-44D9-A1AF-77303B37A020}">
      <dgm:prSet/>
      <dgm:spPr/>
      <dgm:t>
        <a:bodyPr/>
        <a:lstStyle/>
        <a:p>
          <a:endParaRPr lang="en-US"/>
        </a:p>
      </dgm:t>
    </dgm:pt>
    <dgm:pt modelId="{ADC8EDB2-C7E6-4B75-B5C7-FF6DEC9F1A2F}">
      <dgm:prSet/>
      <dgm:spPr/>
      <dgm:t>
        <a:bodyPr/>
        <a:lstStyle/>
        <a:p>
          <a:r>
            <a:rPr lang="en-US" b="0" i="0" dirty="0" err="1"/>
            <a:t>Erhöhte</a:t>
          </a:r>
          <a:r>
            <a:rPr lang="en-US" b="0" i="0" dirty="0"/>
            <a:t> Sicherheit </a:t>
          </a:r>
          <a:r>
            <a:rPr lang="en-US" b="0" i="0" dirty="0" err="1"/>
            <a:t>durch</a:t>
          </a:r>
          <a:r>
            <a:rPr lang="en-US" b="0" i="0" dirty="0"/>
            <a:t> </a:t>
          </a:r>
          <a:r>
            <a:rPr lang="en-US" b="0" i="0" dirty="0" err="1"/>
            <a:t>zentrale</a:t>
          </a:r>
          <a:r>
            <a:rPr lang="en-US" b="0" i="0" dirty="0"/>
            <a:t> Verwaltung</a:t>
          </a:r>
          <a:endParaRPr lang="en-US" dirty="0"/>
        </a:p>
      </dgm:t>
    </dgm:pt>
    <dgm:pt modelId="{495BA414-7600-457E-AE92-893AE2701686}" type="parTrans" cxnId="{0B248C5F-ABEF-4950-8713-CBBEC093980A}">
      <dgm:prSet/>
      <dgm:spPr/>
      <dgm:t>
        <a:bodyPr/>
        <a:lstStyle/>
        <a:p>
          <a:endParaRPr lang="en-US"/>
        </a:p>
      </dgm:t>
    </dgm:pt>
    <dgm:pt modelId="{A83709F4-BA1A-4AE8-9FFD-2890F4C5FA1B}" type="sibTrans" cxnId="{0B248C5F-ABEF-4950-8713-CBBEC093980A}">
      <dgm:prSet/>
      <dgm:spPr/>
      <dgm:t>
        <a:bodyPr/>
        <a:lstStyle/>
        <a:p>
          <a:endParaRPr lang="en-US"/>
        </a:p>
      </dgm:t>
    </dgm:pt>
    <dgm:pt modelId="{A68799DD-7A77-4AF9-A13F-B09A6E9B55E1}">
      <dgm:prSet/>
      <dgm:spPr/>
      <dgm:t>
        <a:bodyPr/>
        <a:lstStyle/>
        <a:p>
          <a:r>
            <a:rPr lang="en-US" b="0" i="0" dirty="0" err="1"/>
            <a:t>Bessere</a:t>
          </a:r>
          <a:r>
            <a:rPr lang="en-US" b="0" i="0" dirty="0"/>
            <a:t> </a:t>
          </a:r>
          <a:r>
            <a:rPr lang="en-US" b="0" i="0" dirty="0" err="1"/>
            <a:t>Skalierbarkeit</a:t>
          </a:r>
          <a:r>
            <a:rPr lang="en-US" b="0" i="0" dirty="0"/>
            <a:t> </a:t>
          </a:r>
          <a:r>
            <a:rPr lang="en-US" b="0" i="0" dirty="0" err="1"/>
            <a:t>durch</a:t>
          </a:r>
          <a:r>
            <a:rPr lang="en-US" b="0" i="0" dirty="0"/>
            <a:t> </a:t>
          </a:r>
          <a:r>
            <a:rPr lang="en-US" b="0" i="0" dirty="0" err="1"/>
            <a:t>Lastverteilung</a:t>
          </a:r>
          <a:endParaRPr lang="en-US" dirty="0"/>
        </a:p>
      </dgm:t>
    </dgm:pt>
    <dgm:pt modelId="{5A98E0E0-9143-434D-B92F-751F81A20238}" type="parTrans" cxnId="{A67E891D-4209-4CAE-83FC-E85732ECEE1C}">
      <dgm:prSet/>
      <dgm:spPr/>
      <dgm:t>
        <a:bodyPr/>
        <a:lstStyle/>
        <a:p>
          <a:endParaRPr lang="en-US"/>
        </a:p>
      </dgm:t>
    </dgm:pt>
    <dgm:pt modelId="{729CD74A-109F-4167-A346-E5D588F81E39}" type="sibTrans" cxnId="{A67E891D-4209-4CAE-83FC-E85732ECEE1C}">
      <dgm:prSet/>
      <dgm:spPr/>
      <dgm:t>
        <a:bodyPr/>
        <a:lstStyle/>
        <a:p>
          <a:endParaRPr lang="en-US"/>
        </a:p>
      </dgm:t>
    </dgm:pt>
    <dgm:pt modelId="{E0F8BCBE-185A-428A-B741-091F69A73FBA}">
      <dgm:prSet/>
      <dgm:spPr/>
      <dgm:t>
        <a:bodyPr/>
        <a:lstStyle/>
        <a:p>
          <a:r>
            <a:rPr lang="en-US" b="0" i="0" dirty="0" err="1"/>
            <a:t>Kosteneffizienz</a:t>
          </a:r>
          <a:r>
            <a:rPr lang="en-US" b="0" i="0" dirty="0"/>
            <a:t> (z. B. </a:t>
          </a:r>
          <a:r>
            <a:rPr lang="en-US" b="0" i="0" dirty="0" err="1"/>
            <a:t>zentraler</a:t>
          </a:r>
          <a:r>
            <a:rPr lang="en-US" b="0" i="0" dirty="0"/>
            <a:t> </a:t>
          </a:r>
          <a:r>
            <a:rPr lang="en-US" b="0" i="0" dirty="0" err="1"/>
            <a:t>Laserdrucker</a:t>
          </a:r>
          <a:r>
            <a:rPr lang="en-US" b="0" i="0" dirty="0"/>
            <a:t> </a:t>
          </a:r>
          <a:r>
            <a:rPr lang="en-US" b="0" i="0" dirty="0" err="1"/>
            <a:t>statt</a:t>
          </a:r>
          <a:r>
            <a:rPr lang="en-US" b="0" i="0" dirty="0"/>
            <a:t> </a:t>
          </a:r>
          <a:r>
            <a:rPr lang="en-US" b="0" i="0" dirty="0" err="1"/>
            <a:t>vieler</a:t>
          </a:r>
          <a:r>
            <a:rPr lang="en-US" b="0" i="0" dirty="0"/>
            <a:t> </a:t>
          </a:r>
          <a:r>
            <a:rPr lang="en-US" b="0" i="0" dirty="0" err="1"/>
            <a:t>Einzelgeräte</a:t>
          </a:r>
          <a:r>
            <a:rPr lang="en-US" b="0" i="0" dirty="0"/>
            <a:t>)</a:t>
          </a:r>
          <a:endParaRPr lang="en-US" dirty="0"/>
        </a:p>
      </dgm:t>
    </dgm:pt>
    <dgm:pt modelId="{12D40DFD-F9B6-425C-9BF0-ADDF720F01C8}" type="parTrans" cxnId="{BB899B08-CFBA-48E5-895A-F148BA705C49}">
      <dgm:prSet/>
      <dgm:spPr/>
      <dgm:t>
        <a:bodyPr/>
        <a:lstStyle/>
        <a:p>
          <a:endParaRPr lang="en-US"/>
        </a:p>
      </dgm:t>
    </dgm:pt>
    <dgm:pt modelId="{BBECB77C-F9E3-4CE4-886D-BA4702E4F2E8}" type="sibTrans" cxnId="{BB899B08-CFBA-48E5-895A-F148BA705C49}">
      <dgm:prSet/>
      <dgm:spPr/>
      <dgm:t>
        <a:bodyPr/>
        <a:lstStyle/>
        <a:p>
          <a:endParaRPr lang="en-US"/>
        </a:p>
      </dgm:t>
    </dgm:pt>
    <dgm:pt modelId="{E5C3CB27-C574-4F2F-8802-0701AE70A111}" type="pres">
      <dgm:prSet presAssocID="{B1FDE343-313C-46F5-A64D-95176F51B284}" presName="diagram" presStyleCnt="0">
        <dgm:presLayoutVars>
          <dgm:dir/>
          <dgm:resizeHandles val="exact"/>
        </dgm:presLayoutVars>
      </dgm:prSet>
      <dgm:spPr/>
    </dgm:pt>
    <dgm:pt modelId="{D18D8B5C-5C9F-4373-87B5-E3D0025FE45E}" type="pres">
      <dgm:prSet presAssocID="{520EB4C0-1E1D-4B7C-887A-0FD117E3559B}" presName="node" presStyleLbl="node1" presStyleIdx="0" presStyleCnt="4">
        <dgm:presLayoutVars>
          <dgm:bulletEnabled val="1"/>
        </dgm:presLayoutVars>
      </dgm:prSet>
      <dgm:spPr/>
    </dgm:pt>
    <dgm:pt modelId="{D8565BAC-5245-427D-AFE7-D5E71D70B760}" type="pres">
      <dgm:prSet presAssocID="{C6EAD173-60BB-4653-B04F-ABA884247621}" presName="sibTrans" presStyleCnt="0"/>
      <dgm:spPr/>
    </dgm:pt>
    <dgm:pt modelId="{605DDC75-C9CB-472E-85A6-F868CA1222E5}" type="pres">
      <dgm:prSet presAssocID="{ADC8EDB2-C7E6-4B75-B5C7-FF6DEC9F1A2F}" presName="node" presStyleLbl="node1" presStyleIdx="1" presStyleCnt="4">
        <dgm:presLayoutVars>
          <dgm:bulletEnabled val="1"/>
        </dgm:presLayoutVars>
      </dgm:prSet>
      <dgm:spPr/>
    </dgm:pt>
    <dgm:pt modelId="{99720900-39ED-4840-9974-54F613CBD1B9}" type="pres">
      <dgm:prSet presAssocID="{A83709F4-BA1A-4AE8-9FFD-2890F4C5FA1B}" presName="sibTrans" presStyleCnt="0"/>
      <dgm:spPr/>
    </dgm:pt>
    <dgm:pt modelId="{465B3532-7A43-4C7D-92AB-B1571620878C}" type="pres">
      <dgm:prSet presAssocID="{A68799DD-7A77-4AF9-A13F-B09A6E9B55E1}" presName="node" presStyleLbl="node1" presStyleIdx="2" presStyleCnt="4">
        <dgm:presLayoutVars>
          <dgm:bulletEnabled val="1"/>
        </dgm:presLayoutVars>
      </dgm:prSet>
      <dgm:spPr/>
    </dgm:pt>
    <dgm:pt modelId="{E22BFE65-61ED-41DC-A894-E3D02BC74AE4}" type="pres">
      <dgm:prSet presAssocID="{729CD74A-109F-4167-A346-E5D588F81E39}" presName="sibTrans" presStyleCnt="0"/>
      <dgm:spPr/>
    </dgm:pt>
    <dgm:pt modelId="{0A00DE4C-E966-4091-BF57-3E72A5459345}" type="pres">
      <dgm:prSet presAssocID="{E0F8BCBE-185A-428A-B741-091F69A73FBA}" presName="node" presStyleLbl="node1" presStyleIdx="3" presStyleCnt="4">
        <dgm:presLayoutVars>
          <dgm:bulletEnabled val="1"/>
        </dgm:presLayoutVars>
      </dgm:prSet>
      <dgm:spPr/>
    </dgm:pt>
  </dgm:ptLst>
  <dgm:cxnLst>
    <dgm:cxn modelId="{BB899B08-CFBA-48E5-895A-F148BA705C49}" srcId="{B1FDE343-313C-46F5-A64D-95176F51B284}" destId="{E0F8BCBE-185A-428A-B741-091F69A73FBA}" srcOrd="3" destOrd="0" parTransId="{12D40DFD-F9B6-425C-9BF0-ADDF720F01C8}" sibTransId="{BBECB77C-F9E3-4CE4-886D-BA4702E4F2E8}"/>
    <dgm:cxn modelId="{46EDDD11-FAE3-486B-91F8-3C829DB35821}" type="presOf" srcId="{B1FDE343-313C-46F5-A64D-95176F51B284}" destId="{E5C3CB27-C574-4F2F-8802-0701AE70A111}" srcOrd="0" destOrd="0" presId="urn:microsoft.com/office/officeart/2005/8/layout/default"/>
    <dgm:cxn modelId="{A67E891D-4209-4CAE-83FC-E85732ECEE1C}" srcId="{B1FDE343-313C-46F5-A64D-95176F51B284}" destId="{A68799DD-7A77-4AF9-A13F-B09A6E9B55E1}" srcOrd="2" destOrd="0" parTransId="{5A98E0E0-9143-434D-B92F-751F81A20238}" sibTransId="{729CD74A-109F-4167-A346-E5D588F81E39}"/>
    <dgm:cxn modelId="{2DE9971F-FA12-40B7-A270-7D77FCD746CE}" type="presOf" srcId="{520EB4C0-1E1D-4B7C-887A-0FD117E3559B}" destId="{D18D8B5C-5C9F-4373-87B5-E3D0025FE45E}" srcOrd="0" destOrd="0" presId="urn:microsoft.com/office/officeart/2005/8/layout/default"/>
    <dgm:cxn modelId="{B8BF8629-48D0-4CC0-A2FA-E0F6D255C735}" type="presOf" srcId="{E0F8BCBE-185A-428A-B741-091F69A73FBA}" destId="{0A00DE4C-E966-4091-BF57-3E72A5459345}" srcOrd="0" destOrd="0" presId="urn:microsoft.com/office/officeart/2005/8/layout/default"/>
    <dgm:cxn modelId="{0B248C5F-ABEF-4950-8713-CBBEC093980A}" srcId="{B1FDE343-313C-46F5-A64D-95176F51B284}" destId="{ADC8EDB2-C7E6-4B75-B5C7-FF6DEC9F1A2F}" srcOrd="1" destOrd="0" parTransId="{495BA414-7600-457E-AE92-893AE2701686}" sibTransId="{A83709F4-BA1A-4AE8-9FFD-2890F4C5FA1B}"/>
    <dgm:cxn modelId="{52BA7E82-9230-4BD7-AFDC-910266B0D8BC}" type="presOf" srcId="{ADC8EDB2-C7E6-4B75-B5C7-FF6DEC9F1A2F}" destId="{605DDC75-C9CB-472E-85A6-F868CA1222E5}" srcOrd="0" destOrd="0" presId="urn:microsoft.com/office/officeart/2005/8/layout/default"/>
    <dgm:cxn modelId="{9CC71893-F9E3-44D9-A1AF-77303B37A020}" srcId="{B1FDE343-313C-46F5-A64D-95176F51B284}" destId="{520EB4C0-1E1D-4B7C-887A-0FD117E3559B}" srcOrd="0" destOrd="0" parTransId="{BB64ACD1-A384-4151-A99D-BED7E1C5E3FA}" sibTransId="{C6EAD173-60BB-4653-B04F-ABA884247621}"/>
    <dgm:cxn modelId="{54822AB1-C3C7-47FC-9591-EE636A79823F}" type="presOf" srcId="{A68799DD-7A77-4AF9-A13F-B09A6E9B55E1}" destId="{465B3532-7A43-4C7D-92AB-B1571620878C}" srcOrd="0" destOrd="0" presId="urn:microsoft.com/office/officeart/2005/8/layout/default"/>
    <dgm:cxn modelId="{A9414FE7-5A30-4ED8-8173-66EA56FFE410}" type="presParOf" srcId="{E5C3CB27-C574-4F2F-8802-0701AE70A111}" destId="{D18D8B5C-5C9F-4373-87B5-E3D0025FE45E}" srcOrd="0" destOrd="0" presId="urn:microsoft.com/office/officeart/2005/8/layout/default"/>
    <dgm:cxn modelId="{8793305E-3EF2-47F3-9252-CC8A7EA32C90}" type="presParOf" srcId="{E5C3CB27-C574-4F2F-8802-0701AE70A111}" destId="{D8565BAC-5245-427D-AFE7-D5E71D70B760}" srcOrd="1" destOrd="0" presId="urn:microsoft.com/office/officeart/2005/8/layout/default"/>
    <dgm:cxn modelId="{BE42DFD8-ADF5-4603-AA1E-D60CF28129C4}" type="presParOf" srcId="{E5C3CB27-C574-4F2F-8802-0701AE70A111}" destId="{605DDC75-C9CB-472E-85A6-F868CA1222E5}" srcOrd="2" destOrd="0" presId="urn:microsoft.com/office/officeart/2005/8/layout/default"/>
    <dgm:cxn modelId="{6BE60AF1-B8C4-424E-9737-9AAB809EAAC3}" type="presParOf" srcId="{E5C3CB27-C574-4F2F-8802-0701AE70A111}" destId="{99720900-39ED-4840-9974-54F613CBD1B9}" srcOrd="3" destOrd="0" presId="urn:microsoft.com/office/officeart/2005/8/layout/default"/>
    <dgm:cxn modelId="{C89BAC30-0D2D-4EE5-8608-6815797AE131}" type="presParOf" srcId="{E5C3CB27-C574-4F2F-8802-0701AE70A111}" destId="{465B3532-7A43-4C7D-92AB-B1571620878C}" srcOrd="4" destOrd="0" presId="urn:microsoft.com/office/officeart/2005/8/layout/default"/>
    <dgm:cxn modelId="{29C66FAF-7AEC-4E9A-AE65-3AB1DFACA7B3}" type="presParOf" srcId="{E5C3CB27-C574-4F2F-8802-0701AE70A111}" destId="{E22BFE65-61ED-41DC-A894-E3D02BC74AE4}" srcOrd="5" destOrd="0" presId="urn:microsoft.com/office/officeart/2005/8/layout/default"/>
    <dgm:cxn modelId="{5BC74089-B003-4566-9AE4-C74CFF22613D}" type="presParOf" srcId="{E5C3CB27-C574-4F2F-8802-0701AE70A111}" destId="{0A00DE4C-E966-4091-BF57-3E72A5459345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293D3F-B61F-4B6F-B869-9A539CDE234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7851985-D69E-4D6C-811B-38B4088284CE}">
      <dgm:prSet/>
      <dgm:spPr/>
      <dgm:t>
        <a:bodyPr/>
        <a:lstStyle/>
        <a:p>
          <a:r>
            <a:rPr lang="en-US" b="0" i="0" dirty="0"/>
            <a:t>• </a:t>
          </a:r>
          <a:r>
            <a:rPr lang="en-US" b="0" i="0" dirty="0" err="1"/>
            <a:t>Sicherheitsrisiken</a:t>
          </a:r>
          <a:r>
            <a:rPr lang="en-US" b="0" i="0" dirty="0"/>
            <a:t> (</a:t>
          </a:r>
          <a:r>
            <a:rPr lang="en-US" b="0" i="0" dirty="0" err="1"/>
            <a:t>Angriffe</a:t>
          </a:r>
          <a:r>
            <a:rPr lang="en-US" b="0" i="0" dirty="0"/>
            <a:t>, </a:t>
          </a:r>
          <a:r>
            <a:rPr lang="en-US" b="0" i="0" dirty="0" err="1"/>
            <a:t>unbefugter</a:t>
          </a:r>
          <a:r>
            <a:rPr lang="en-US" b="0" i="0" dirty="0"/>
            <a:t> </a:t>
          </a:r>
          <a:r>
            <a:rPr lang="en-US" b="0" i="0" dirty="0" err="1"/>
            <a:t>Zugriff</a:t>
          </a:r>
          <a:r>
            <a:rPr lang="en-US" b="0" i="0" dirty="0"/>
            <a:t>)</a:t>
          </a:r>
          <a:endParaRPr lang="en-US" dirty="0"/>
        </a:p>
      </dgm:t>
    </dgm:pt>
    <dgm:pt modelId="{15AC19B7-CF18-4A7E-9EFF-E0E81649016E}" type="parTrans" cxnId="{73A250EE-8B1C-488E-AB70-9426C2F683DA}">
      <dgm:prSet/>
      <dgm:spPr/>
      <dgm:t>
        <a:bodyPr/>
        <a:lstStyle/>
        <a:p>
          <a:endParaRPr lang="en-US"/>
        </a:p>
      </dgm:t>
    </dgm:pt>
    <dgm:pt modelId="{375008A9-BD57-4DD8-B2CE-9C689610BB98}" type="sibTrans" cxnId="{73A250EE-8B1C-488E-AB70-9426C2F683DA}">
      <dgm:prSet/>
      <dgm:spPr/>
      <dgm:t>
        <a:bodyPr/>
        <a:lstStyle/>
        <a:p>
          <a:endParaRPr lang="en-US"/>
        </a:p>
      </dgm:t>
    </dgm:pt>
    <dgm:pt modelId="{EAAF42EE-59E5-4AE3-9DF5-C941B47FC6CD}">
      <dgm:prSet/>
      <dgm:spPr/>
      <dgm:t>
        <a:bodyPr/>
        <a:lstStyle/>
        <a:p>
          <a:r>
            <a:rPr lang="en-US" b="0" i="0" dirty="0"/>
            <a:t>• </a:t>
          </a:r>
          <a:r>
            <a:rPr lang="en-US" b="0" i="0" dirty="0" err="1"/>
            <a:t>Abhängigkeit</a:t>
          </a:r>
          <a:r>
            <a:rPr lang="en-US" b="0" i="0" dirty="0"/>
            <a:t> von </a:t>
          </a:r>
          <a:r>
            <a:rPr lang="en-US" b="0" i="0" dirty="0" err="1"/>
            <a:t>zentralen</a:t>
          </a:r>
          <a:r>
            <a:rPr lang="en-US" b="0" i="0" dirty="0"/>
            <a:t> </a:t>
          </a:r>
          <a:r>
            <a:rPr lang="en-US" b="0" i="0" dirty="0" err="1"/>
            <a:t>Systemen</a:t>
          </a:r>
          <a:r>
            <a:rPr lang="en-US" b="0" i="0" dirty="0"/>
            <a:t> (Single Point of Failure)</a:t>
          </a:r>
          <a:endParaRPr lang="en-US" dirty="0"/>
        </a:p>
      </dgm:t>
    </dgm:pt>
    <dgm:pt modelId="{9D8E836D-A9AA-442D-92BA-E235198223C3}" type="parTrans" cxnId="{8E6C6335-186A-4F50-AB44-DF4288FEC275}">
      <dgm:prSet/>
      <dgm:spPr/>
      <dgm:t>
        <a:bodyPr/>
        <a:lstStyle/>
        <a:p>
          <a:endParaRPr lang="en-US"/>
        </a:p>
      </dgm:t>
    </dgm:pt>
    <dgm:pt modelId="{46D46D31-7B4C-4917-9561-C05249119D57}" type="sibTrans" cxnId="{8E6C6335-186A-4F50-AB44-DF4288FEC275}">
      <dgm:prSet/>
      <dgm:spPr/>
      <dgm:t>
        <a:bodyPr/>
        <a:lstStyle/>
        <a:p>
          <a:endParaRPr lang="en-US"/>
        </a:p>
      </dgm:t>
    </dgm:pt>
    <dgm:pt modelId="{1A83415A-6F32-418D-8AC2-3C6B630BE304}">
      <dgm:prSet/>
      <dgm:spPr/>
      <dgm:t>
        <a:bodyPr/>
        <a:lstStyle/>
        <a:p>
          <a:r>
            <a:rPr lang="en-US" b="0" i="0" dirty="0"/>
            <a:t>• Hohe </a:t>
          </a:r>
          <a:r>
            <a:rPr lang="en-US" b="0" i="0" dirty="0" err="1"/>
            <a:t>Komplexität</a:t>
          </a:r>
          <a:r>
            <a:rPr lang="en-US" b="0" i="0" dirty="0"/>
            <a:t> in </a:t>
          </a:r>
          <a:r>
            <a:rPr lang="en-US" b="0" i="0" dirty="0" err="1"/>
            <a:t>Einrichtung</a:t>
          </a:r>
          <a:r>
            <a:rPr lang="en-US" b="0" i="0" dirty="0"/>
            <a:t> und Verwaltung</a:t>
          </a:r>
          <a:endParaRPr lang="en-US" dirty="0"/>
        </a:p>
      </dgm:t>
    </dgm:pt>
    <dgm:pt modelId="{3BCDF3ED-FF5D-4F0D-95BE-7F4E37F563FA}" type="parTrans" cxnId="{E42A2025-4C03-4906-8883-FA2D731BAB42}">
      <dgm:prSet/>
      <dgm:spPr/>
      <dgm:t>
        <a:bodyPr/>
        <a:lstStyle/>
        <a:p>
          <a:endParaRPr lang="en-US"/>
        </a:p>
      </dgm:t>
    </dgm:pt>
    <dgm:pt modelId="{E6EA047B-1414-43BC-8109-B4D538BC8ED6}" type="sibTrans" cxnId="{E42A2025-4C03-4906-8883-FA2D731BAB42}">
      <dgm:prSet/>
      <dgm:spPr/>
      <dgm:t>
        <a:bodyPr/>
        <a:lstStyle/>
        <a:p>
          <a:endParaRPr lang="en-US"/>
        </a:p>
      </dgm:t>
    </dgm:pt>
    <dgm:pt modelId="{950CA899-0C79-4EEA-84A3-26A2BEBB32B5}">
      <dgm:prSet/>
      <dgm:spPr/>
      <dgm:t>
        <a:bodyPr/>
        <a:lstStyle/>
        <a:p>
          <a:r>
            <a:rPr lang="en-US" b="0" i="0"/>
            <a:t>• Kosten für Einrichtung, Wartung und Sicherung</a:t>
          </a:r>
          <a:endParaRPr lang="en-US"/>
        </a:p>
      </dgm:t>
    </dgm:pt>
    <dgm:pt modelId="{3E55D3BE-6B95-4176-85AC-118442838ED9}" type="parTrans" cxnId="{9DC54CB1-3202-4B5E-B996-99B1BE1C2E0A}">
      <dgm:prSet/>
      <dgm:spPr/>
      <dgm:t>
        <a:bodyPr/>
        <a:lstStyle/>
        <a:p>
          <a:endParaRPr lang="en-US"/>
        </a:p>
      </dgm:t>
    </dgm:pt>
    <dgm:pt modelId="{2A425099-8BE0-4CDC-9D54-3E659BCA85CC}" type="sibTrans" cxnId="{9DC54CB1-3202-4B5E-B996-99B1BE1C2E0A}">
      <dgm:prSet/>
      <dgm:spPr/>
      <dgm:t>
        <a:bodyPr/>
        <a:lstStyle/>
        <a:p>
          <a:endParaRPr lang="en-US"/>
        </a:p>
      </dgm:t>
    </dgm:pt>
    <dgm:pt modelId="{31A4C917-E6F2-4203-A2F5-A2AC7EB50CB8}">
      <dgm:prSet/>
      <dgm:spPr/>
      <dgm:t>
        <a:bodyPr/>
        <a:lstStyle/>
        <a:p>
          <a:r>
            <a:rPr lang="en-US" b="0" i="0" dirty="0"/>
            <a:t>• </a:t>
          </a:r>
          <a:r>
            <a:rPr lang="en-US" b="0" i="0" dirty="0" err="1"/>
            <a:t>Unterschiedliche</a:t>
          </a:r>
          <a:r>
            <a:rPr lang="en-US" b="0" i="0" dirty="0"/>
            <a:t> </a:t>
          </a:r>
          <a:r>
            <a:rPr lang="en-US" b="0" i="0" dirty="0" err="1"/>
            <a:t>Datenstände</a:t>
          </a:r>
          <a:r>
            <a:rPr lang="en-US" b="0" i="0" dirty="0"/>
            <a:t> </a:t>
          </a:r>
          <a:r>
            <a:rPr lang="en-US" b="0" i="0" dirty="0" err="1"/>
            <a:t>ohne</a:t>
          </a:r>
          <a:r>
            <a:rPr lang="en-US" b="0" i="0" dirty="0"/>
            <a:t> </a:t>
          </a:r>
          <a:r>
            <a:rPr lang="en-US" b="0" i="0" dirty="0" err="1"/>
            <a:t>zentrale</a:t>
          </a:r>
          <a:r>
            <a:rPr lang="en-US" b="0" i="0" dirty="0"/>
            <a:t> </a:t>
          </a:r>
          <a:r>
            <a:rPr lang="en-US" b="0" i="0" dirty="0" err="1"/>
            <a:t>Speicherung</a:t>
          </a:r>
          <a:endParaRPr lang="en-US" dirty="0"/>
        </a:p>
      </dgm:t>
    </dgm:pt>
    <dgm:pt modelId="{1EEBE12A-A51F-44BB-A404-3C7978C0CA25}" type="parTrans" cxnId="{FA6097F7-5B37-4CA6-A2F7-459E71E87F2D}">
      <dgm:prSet/>
      <dgm:spPr/>
      <dgm:t>
        <a:bodyPr/>
        <a:lstStyle/>
        <a:p>
          <a:endParaRPr lang="en-US"/>
        </a:p>
      </dgm:t>
    </dgm:pt>
    <dgm:pt modelId="{1901818C-D44E-4130-9DBB-AFD7970C6B68}" type="sibTrans" cxnId="{FA6097F7-5B37-4CA6-A2F7-459E71E87F2D}">
      <dgm:prSet/>
      <dgm:spPr/>
      <dgm:t>
        <a:bodyPr/>
        <a:lstStyle/>
        <a:p>
          <a:endParaRPr lang="en-US"/>
        </a:p>
      </dgm:t>
    </dgm:pt>
    <dgm:pt modelId="{7E776207-85A7-4568-A10B-98AD413E56E2}" type="pres">
      <dgm:prSet presAssocID="{30293D3F-B61F-4B6F-B869-9A539CDE2342}" presName="linear" presStyleCnt="0">
        <dgm:presLayoutVars>
          <dgm:animLvl val="lvl"/>
          <dgm:resizeHandles val="exact"/>
        </dgm:presLayoutVars>
      </dgm:prSet>
      <dgm:spPr/>
    </dgm:pt>
    <dgm:pt modelId="{33A1F5B6-1FDB-410D-B037-BB99714EBED9}" type="pres">
      <dgm:prSet presAssocID="{E7851985-D69E-4D6C-811B-38B4088284C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1BBD6DB-5831-4DE3-9F78-3E9764605664}" type="pres">
      <dgm:prSet presAssocID="{375008A9-BD57-4DD8-B2CE-9C689610BB98}" presName="spacer" presStyleCnt="0"/>
      <dgm:spPr/>
    </dgm:pt>
    <dgm:pt modelId="{9932CC37-15D6-4908-BBC6-96EEAE347B3F}" type="pres">
      <dgm:prSet presAssocID="{EAAF42EE-59E5-4AE3-9DF5-C941B47FC6C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5EC8A58-4F1D-41DB-9ABD-001D2C30E3CC}" type="pres">
      <dgm:prSet presAssocID="{46D46D31-7B4C-4917-9561-C05249119D57}" presName="spacer" presStyleCnt="0"/>
      <dgm:spPr/>
    </dgm:pt>
    <dgm:pt modelId="{CA9DE30F-5995-4371-96C9-5732A6766219}" type="pres">
      <dgm:prSet presAssocID="{1A83415A-6F32-418D-8AC2-3C6B630BE30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EEDE75D-22A1-484E-AA7E-FE4147D1AB7D}" type="pres">
      <dgm:prSet presAssocID="{E6EA047B-1414-43BC-8109-B4D538BC8ED6}" presName="spacer" presStyleCnt="0"/>
      <dgm:spPr/>
    </dgm:pt>
    <dgm:pt modelId="{8FEAE464-E068-4153-B7A9-C8CC8A612A11}" type="pres">
      <dgm:prSet presAssocID="{950CA899-0C79-4EEA-84A3-26A2BEBB32B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CBFAB3F-75D7-4E67-B692-672C8DD159D1}" type="pres">
      <dgm:prSet presAssocID="{2A425099-8BE0-4CDC-9D54-3E659BCA85CC}" presName="spacer" presStyleCnt="0"/>
      <dgm:spPr/>
    </dgm:pt>
    <dgm:pt modelId="{213021E7-2825-47DF-9AF8-0F43FC202ABA}" type="pres">
      <dgm:prSet presAssocID="{31A4C917-E6F2-4203-A2F5-A2AC7EB50CB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6FF670D-1AB2-4565-A3A6-353A0D1812BE}" type="presOf" srcId="{31A4C917-E6F2-4203-A2F5-A2AC7EB50CB8}" destId="{213021E7-2825-47DF-9AF8-0F43FC202ABA}" srcOrd="0" destOrd="0" presId="urn:microsoft.com/office/officeart/2005/8/layout/vList2"/>
    <dgm:cxn modelId="{E42A2025-4C03-4906-8883-FA2D731BAB42}" srcId="{30293D3F-B61F-4B6F-B869-9A539CDE2342}" destId="{1A83415A-6F32-418D-8AC2-3C6B630BE304}" srcOrd="2" destOrd="0" parTransId="{3BCDF3ED-FF5D-4F0D-95BE-7F4E37F563FA}" sibTransId="{E6EA047B-1414-43BC-8109-B4D538BC8ED6}"/>
    <dgm:cxn modelId="{8E6C6335-186A-4F50-AB44-DF4288FEC275}" srcId="{30293D3F-B61F-4B6F-B869-9A539CDE2342}" destId="{EAAF42EE-59E5-4AE3-9DF5-C941B47FC6CD}" srcOrd="1" destOrd="0" parTransId="{9D8E836D-A9AA-442D-92BA-E235198223C3}" sibTransId="{46D46D31-7B4C-4917-9561-C05249119D57}"/>
    <dgm:cxn modelId="{CB11BC8F-6569-4641-B199-3F01D4944A03}" type="presOf" srcId="{30293D3F-B61F-4B6F-B869-9A539CDE2342}" destId="{7E776207-85A7-4568-A10B-98AD413E56E2}" srcOrd="0" destOrd="0" presId="urn:microsoft.com/office/officeart/2005/8/layout/vList2"/>
    <dgm:cxn modelId="{FA9173A4-6F5A-46FB-BE0C-55846553B7E3}" type="presOf" srcId="{E7851985-D69E-4D6C-811B-38B4088284CE}" destId="{33A1F5B6-1FDB-410D-B037-BB99714EBED9}" srcOrd="0" destOrd="0" presId="urn:microsoft.com/office/officeart/2005/8/layout/vList2"/>
    <dgm:cxn modelId="{9DC54CB1-3202-4B5E-B996-99B1BE1C2E0A}" srcId="{30293D3F-B61F-4B6F-B869-9A539CDE2342}" destId="{950CA899-0C79-4EEA-84A3-26A2BEBB32B5}" srcOrd="3" destOrd="0" parTransId="{3E55D3BE-6B95-4176-85AC-118442838ED9}" sibTransId="{2A425099-8BE0-4CDC-9D54-3E659BCA85CC}"/>
    <dgm:cxn modelId="{92018BC2-944F-4207-B062-B72B65410EC4}" type="presOf" srcId="{1A83415A-6F32-418D-8AC2-3C6B630BE304}" destId="{CA9DE30F-5995-4371-96C9-5732A6766219}" srcOrd="0" destOrd="0" presId="urn:microsoft.com/office/officeart/2005/8/layout/vList2"/>
    <dgm:cxn modelId="{43DD7CE2-40FA-44EF-AB1E-C6F2F3EFF53B}" type="presOf" srcId="{EAAF42EE-59E5-4AE3-9DF5-C941B47FC6CD}" destId="{9932CC37-15D6-4908-BBC6-96EEAE347B3F}" srcOrd="0" destOrd="0" presId="urn:microsoft.com/office/officeart/2005/8/layout/vList2"/>
    <dgm:cxn modelId="{658424EC-C563-439D-9A98-A45B549A44B0}" type="presOf" srcId="{950CA899-0C79-4EEA-84A3-26A2BEBB32B5}" destId="{8FEAE464-E068-4153-B7A9-C8CC8A612A11}" srcOrd="0" destOrd="0" presId="urn:microsoft.com/office/officeart/2005/8/layout/vList2"/>
    <dgm:cxn modelId="{73A250EE-8B1C-488E-AB70-9426C2F683DA}" srcId="{30293D3F-B61F-4B6F-B869-9A539CDE2342}" destId="{E7851985-D69E-4D6C-811B-38B4088284CE}" srcOrd="0" destOrd="0" parTransId="{15AC19B7-CF18-4A7E-9EFF-E0E81649016E}" sibTransId="{375008A9-BD57-4DD8-B2CE-9C689610BB98}"/>
    <dgm:cxn modelId="{FA6097F7-5B37-4CA6-A2F7-459E71E87F2D}" srcId="{30293D3F-B61F-4B6F-B869-9A539CDE2342}" destId="{31A4C917-E6F2-4203-A2F5-A2AC7EB50CB8}" srcOrd="4" destOrd="0" parTransId="{1EEBE12A-A51F-44BB-A404-3C7978C0CA25}" sibTransId="{1901818C-D44E-4130-9DBB-AFD7970C6B68}"/>
    <dgm:cxn modelId="{37587867-8990-42A7-AA94-587FEBEF4FBC}" type="presParOf" srcId="{7E776207-85A7-4568-A10B-98AD413E56E2}" destId="{33A1F5B6-1FDB-410D-B037-BB99714EBED9}" srcOrd="0" destOrd="0" presId="urn:microsoft.com/office/officeart/2005/8/layout/vList2"/>
    <dgm:cxn modelId="{A8FC2E14-DB00-4629-96E9-62F804566AA8}" type="presParOf" srcId="{7E776207-85A7-4568-A10B-98AD413E56E2}" destId="{C1BBD6DB-5831-4DE3-9F78-3E9764605664}" srcOrd="1" destOrd="0" presId="urn:microsoft.com/office/officeart/2005/8/layout/vList2"/>
    <dgm:cxn modelId="{762F4238-029E-4767-8A5F-1A0389E0E2CF}" type="presParOf" srcId="{7E776207-85A7-4568-A10B-98AD413E56E2}" destId="{9932CC37-15D6-4908-BBC6-96EEAE347B3F}" srcOrd="2" destOrd="0" presId="urn:microsoft.com/office/officeart/2005/8/layout/vList2"/>
    <dgm:cxn modelId="{02557C02-FA9D-41F4-80C2-FC6B50B3C0AA}" type="presParOf" srcId="{7E776207-85A7-4568-A10B-98AD413E56E2}" destId="{95EC8A58-4F1D-41DB-9ABD-001D2C30E3CC}" srcOrd="3" destOrd="0" presId="urn:microsoft.com/office/officeart/2005/8/layout/vList2"/>
    <dgm:cxn modelId="{290D46E9-2C04-4B29-89A0-08415413511D}" type="presParOf" srcId="{7E776207-85A7-4568-A10B-98AD413E56E2}" destId="{CA9DE30F-5995-4371-96C9-5732A6766219}" srcOrd="4" destOrd="0" presId="urn:microsoft.com/office/officeart/2005/8/layout/vList2"/>
    <dgm:cxn modelId="{A3DF2940-56CF-442C-8C95-A1AF75B47CDD}" type="presParOf" srcId="{7E776207-85A7-4568-A10B-98AD413E56E2}" destId="{8EEDE75D-22A1-484E-AA7E-FE4147D1AB7D}" srcOrd="5" destOrd="0" presId="urn:microsoft.com/office/officeart/2005/8/layout/vList2"/>
    <dgm:cxn modelId="{4C899012-4324-42DF-B5CB-515E036F48A4}" type="presParOf" srcId="{7E776207-85A7-4568-A10B-98AD413E56E2}" destId="{8FEAE464-E068-4153-B7A9-C8CC8A612A11}" srcOrd="6" destOrd="0" presId="urn:microsoft.com/office/officeart/2005/8/layout/vList2"/>
    <dgm:cxn modelId="{A3C34EAD-19AB-4F55-8BB3-D35268F4FB53}" type="presParOf" srcId="{7E776207-85A7-4568-A10B-98AD413E56E2}" destId="{DCBFAB3F-75D7-4E67-B692-672C8DD159D1}" srcOrd="7" destOrd="0" presId="urn:microsoft.com/office/officeart/2005/8/layout/vList2"/>
    <dgm:cxn modelId="{2C0DD5B2-8501-4621-B152-62FAABA27F66}" type="presParOf" srcId="{7E776207-85A7-4568-A10B-98AD413E56E2}" destId="{213021E7-2825-47DF-9AF8-0F43FC202AB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0F54A1-F77C-4D08-905D-1F764DE2DF8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EC9CCF-E33B-4F4E-ABE7-A2230C4091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Internet: </a:t>
          </a:r>
          <a:r>
            <a:rPr lang="en-US" b="0" i="0" dirty="0" err="1"/>
            <a:t>weltweites</a:t>
          </a:r>
          <a:r>
            <a:rPr lang="en-US" b="0" i="0" dirty="0"/>
            <a:t> </a:t>
          </a:r>
          <a:r>
            <a:rPr lang="en-US" b="0" i="0" dirty="0" err="1"/>
            <a:t>Datennetz</a:t>
          </a:r>
          <a:endParaRPr lang="en-US" dirty="0"/>
        </a:p>
      </dgm:t>
    </dgm:pt>
    <dgm:pt modelId="{52E13703-BAD7-4494-876F-CDB6E238BA74}" type="parTrans" cxnId="{E78540FA-9F48-40F8-828C-2BF387C46FCE}">
      <dgm:prSet/>
      <dgm:spPr/>
      <dgm:t>
        <a:bodyPr/>
        <a:lstStyle/>
        <a:p>
          <a:endParaRPr lang="en-US"/>
        </a:p>
      </dgm:t>
    </dgm:pt>
    <dgm:pt modelId="{2BAFF075-B187-4425-B390-D931023860B4}" type="sibTrans" cxnId="{E78540FA-9F48-40F8-828C-2BF387C46FCE}">
      <dgm:prSet/>
      <dgm:spPr/>
      <dgm:t>
        <a:bodyPr/>
        <a:lstStyle/>
        <a:p>
          <a:endParaRPr lang="en-US"/>
        </a:p>
      </dgm:t>
    </dgm:pt>
    <dgm:pt modelId="{6DDC41CE-2BCC-4989-8EC9-6141E7C094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 Intranet: internes </a:t>
          </a:r>
          <a:r>
            <a:rPr lang="en-US" b="0" i="0" dirty="0" err="1"/>
            <a:t>Firmennetz</a:t>
          </a:r>
          <a:endParaRPr lang="en-US" dirty="0"/>
        </a:p>
      </dgm:t>
    </dgm:pt>
    <dgm:pt modelId="{FA49B5DE-E08F-442B-989E-5BB2C607715E}" type="parTrans" cxnId="{D719D84E-6304-4886-BAD8-360B61006884}">
      <dgm:prSet/>
      <dgm:spPr/>
      <dgm:t>
        <a:bodyPr/>
        <a:lstStyle/>
        <a:p>
          <a:endParaRPr lang="en-US"/>
        </a:p>
      </dgm:t>
    </dgm:pt>
    <dgm:pt modelId="{499A6C4F-A4E4-4739-83BE-602435B34059}" type="sibTrans" cxnId="{D719D84E-6304-4886-BAD8-360B61006884}">
      <dgm:prSet/>
      <dgm:spPr/>
      <dgm:t>
        <a:bodyPr/>
        <a:lstStyle/>
        <a:p>
          <a:endParaRPr lang="en-US"/>
        </a:p>
      </dgm:t>
    </dgm:pt>
    <dgm:pt modelId="{82D3C41F-8939-4850-A23C-F0BAF54384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 </a:t>
          </a:r>
          <a:r>
            <a:rPr lang="en-US" b="0" i="0" dirty="0" err="1"/>
            <a:t>Telefonnetz</a:t>
          </a:r>
          <a:r>
            <a:rPr lang="en-US" b="0" i="0" dirty="0"/>
            <a:t>: </a:t>
          </a:r>
          <a:r>
            <a:rPr lang="en-US" b="0" i="0" dirty="0" err="1"/>
            <a:t>analoge</a:t>
          </a:r>
          <a:r>
            <a:rPr lang="en-US" b="0" i="0" dirty="0"/>
            <a:t>/ </a:t>
          </a:r>
          <a:r>
            <a:rPr lang="en-US" b="0" i="0" dirty="0" err="1"/>
            <a:t>digitale</a:t>
          </a:r>
          <a:r>
            <a:rPr lang="en-US" b="0" i="0" dirty="0"/>
            <a:t> </a:t>
          </a:r>
          <a:r>
            <a:rPr lang="en-US" b="0" i="0" dirty="0" err="1"/>
            <a:t>Telefonie</a:t>
          </a:r>
          <a:endParaRPr lang="en-US" dirty="0"/>
        </a:p>
      </dgm:t>
    </dgm:pt>
    <dgm:pt modelId="{EA6A48A5-4B28-44C4-81BC-F9B0B1AF3449}" type="parTrans" cxnId="{C2ACFF4F-6856-4DAC-B60D-24016E086823}">
      <dgm:prSet/>
      <dgm:spPr/>
      <dgm:t>
        <a:bodyPr/>
        <a:lstStyle/>
        <a:p>
          <a:endParaRPr lang="en-US"/>
        </a:p>
      </dgm:t>
    </dgm:pt>
    <dgm:pt modelId="{449BB5D1-D4BB-4ACB-A0F7-69B5EB3A7827}" type="sibTrans" cxnId="{C2ACFF4F-6856-4DAC-B60D-24016E086823}">
      <dgm:prSet/>
      <dgm:spPr/>
      <dgm:t>
        <a:bodyPr/>
        <a:lstStyle/>
        <a:p>
          <a:endParaRPr lang="en-US"/>
        </a:p>
      </dgm:t>
    </dgm:pt>
    <dgm:pt modelId="{16F5B0E3-A9CE-4994-84C3-A14119E20D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 err="1"/>
            <a:t>Providernetz</a:t>
          </a:r>
          <a:r>
            <a:rPr lang="en-US" b="0" i="0" dirty="0"/>
            <a:t>: </a:t>
          </a:r>
          <a:r>
            <a:rPr lang="en-US" b="0" i="0" dirty="0" err="1"/>
            <a:t>Zugang</a:t>
          </a:r>
          <a:r>
            <a:rPr lang="en-US" b="0" i="0" dirty="0"/>
            <a:t> der Provider </a:t>
          </a:r>
          <a:r>
            <a:rPr lang="en-US" b="0" i="0" dirty="0" err="1"/>
            <a:t>zum</a:t>
          </a:r>
          <a:r>
            <a:rPr lang="en-US" b="0" i="0" dirty="0"/>
            <a:t> Internet</a:t>
          </a:r>
          <a:endParaRPr lang="en-US" dirty="0"/>
        </a:p>
      </dgm:t>
    </dgm:pt>
    <dgm:pt modelId="{B7910F81-F279-4370-857F-093ACDA811D0}" type="parTrans" cxnId="{76C53392-1FA7-4948-8FE7-0F84723B5E9E}">
      <dgm:prSet/>
      <dgm:spPr/>
      <dgm:t>
        <a:bodyPr/>
        <a:lstStyle/>
        <a:p>
          <a:endParaRPr lang="en-US"/>
        </a:p>
      </dgm:t>
    </dgm:pt>
    <dgm:pt modelId="{C7BED0D0-B1F5-44D0-8078-8A32C6A616C1}" type="sibTrans" cxnId="{76C53392-1FA7-4948-8FE7-0F84723B5E9E}">
      <dgm:prSet/>
      <dgm:spPr/>
      <dgm:t>
        <a:bodyPr/>
        <a:lstStyle/>
        <a:p>
          <a:endParaRPr lang="en-US"/>
        </a:p>
      </dgm:t>
    </dgm:pt>
    <dgm:pt modelId="{69000B1E-FC8A-44EE-89BA-C61563F3E9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Firmen-LAN: internes </a:t>
          </a:r>
          <a:r>
            <a:rPr lang="en-US" b="0" i="0" dirty="0" err="1"/>
            <a:t>Netzwerk</a:t>
          </a:r>
          <a:r>
            <a:rPr lang="en-US" b="0" i="0" dirty="0"/>
            <a:t> von </a:t>
          </a:r>
          <a:r>
            <a:rPr lang="en-US" b="0" i="0" dirty="0" err="1"/>
            <a:t>Unternehmen</a:t>
          </a:r>
          <a:endParaRPr lang="en-US" dirty="0"/>
        </a:p>
      </dgm:t>
    </dgm:pt>
    <dgm:pt modelId="{FCC6B31F-225D-4140-A7D8-4CB397F92B3C}" type="parTrans" cxnId="{B73B5B47-389F-4303-8FF8-A0CD6498A0D5}">
      <dgm:prSet/>
      <dgm:spPr/>
      <dgm:t>
        <a:bodyPr/>
        <a:lstStyle/>
        <a:p>
          <a:endParaRPr lang="en-US"/>
        </a:p>
      </dgm:t>
    </dgm:pt>
    <dgm:pt modelId="{1626896F-98A3-407D-A975-0A8BAD3BA0DE}" type="sibTrans" cxnId="{B73B5B47-389F-4303-8FF8-A0CD6498A0D5}">
      <dgm:prSet/>
      <dgm:spPr/>
      <dgm:t>
        <a:bodyPr/>
        <a:lstStyle/>
        <a:p>
          <a:endParaRPr lang="en-US"/>
        </a:p>
      </dgm:t>
    </dgm:pt>
    <dgm:pt modelId="{16812F59-9780-4DEA-B742-FB0BAEF6A631}" type="pres">
      <dgm:prSet presAssocID="{5D0F54A1-F77C-4D08-905D-1F764DE2DF8F}" presName="root" presStyleCnt="0">
        <dgm:presLayoutVars>
          <dgm:dir/>
          <dgm:resizeHandles val="exact"/>
        </dgm:presLayoutVars>
      </dgm:prSet>
      <dgm:spPr/>
    </dgm:pt>
    <dgm:pt modelId="{64036473-B1AE-408D-B32B-A62761B84ECB}" type="pres">
      <dgm:prSet presAssocID="{B2EC9CCF-E33B-4F4E-ABE7-A2230C409122}" presName="compNode" presStyleCnt="0"/>
      <dgm:spPr/>
    </dgm:pt>
    <dgm:pt modelId="{0FE8F7F0-78EF-437B-BF29-371D1C9E3F6D}" type="pres">
      <dgm:prSet presAssocID="{B2EC9CCF-E33B-4F4E-ABE7-A2230C40912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3D6EDA34-9EEF-4328-A006-3A6CF842A6A4}" type="pres">
      <dgm:prSet presAssocID="{B2EC9CCF-E33B-4F4E-ABE7-A2230C409122}" presName="spaceRect" presStyleCnt="0"/>
      <dgm:spPr/>
    </dgm:pt>
    <dgm:pt modelId="{42B03FE1-0B70-43A8-9132-0001801957B5}" type="pres">
      <dgm:prSet presAssocID="{B2EC9CCF-E33B-4F4E-ABE7-A2230C409122}" presName="textRect" presStyleLbl="revTx" presStyleIdx="0" presStyleCnt="5">
        <dgm:presLayoutVars>
          <dgm:chMax val="1"/>
          <dgm:chPref val="1"/>
        </dgm:presLayoutVars>
      </dgm:prSet>
      <dgm:spPr/>
    </dgm:pt>
    <dgm:pt modelId="{952D0C88-AF64-430A-AB1A-8A5AC832D296}" type="pres">
      <dgm:prSet presAssocID="{2BAFF075-B187-4425-B390-D931023860B4}" presName="sibTrans" presStyleCnt="0"/>
      <dgm:spPr/>
    </dgm:pt>
    <dgm:pt modelId="{5900A855-15E5-4619-BF4D-485C88E727E5}" type="pres">
      <dgm:prSet presAssocID="{6DDC41CE-2BCC-4989-8EC9-6141E7C094E8}" presName="compNode" presStyleCnt="0"/>
      <dgm:spPr/>
    </dgm:pt>
    <dgm:pt modelId="{531ED1F7-0942-423F-B5EC-712A32FEDF60}" type="pres">
      <dgm:prSet presAssocID="{6DDC41CE-2BCC-4989-8EC9-6141E7C094E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9C5CF472-3696-4B58-9E4C-23A117D8BB59}" type="pres">
      <dgm:prSet presAssocID="{6DDC41CE-2BCC-4989-8EC9-6141E7C094E8}" presName="spaceRect" presStyleCnt="0"/>
      <dgm:spPr/>
    </dgm:pt>
    <dgm:pt modelId="{D26491F8-EF9A-4D63-9C63-DB2A8CF9EA04}" type="pres">
      <dgm:prSet presAssocID="{6DDC41CE-2BCC-4989-8EC9-6141E7C094E8}" presName="textRect" presStyleLbl="revTx" presStyleIdx="1" presStyleCnt="5">
        <dgm:presLayoutVars>
          <dgm:chMax val="1"/>
          <dgm:chPref val="1"/>
        </dgm:presLayoutVars>
      </dgm:prSet>
      <dgm:spPr/>
    </dgm:pt>
    <dgm:pt modelId="{D134D5D8-D5B6-4801-94C2-B03E54464D6D}" type="pres">
      <dgm:prSet presAssocID="{499A6C4F-A4E4-4739-83BE-602435B34059}" presName="sibTrans" presStyleCnt="0"/>
      <dgm:spPr/>
    </dgm:pt>
    <dgm:pt modelId="{3630B2FB-90CB-4D9E-B8B8-137019AFE7EE}" type="pres">
      <dgm:prSet presAssocID="{82D3C41F-8939-4850-A23C-F0BAF54384EF}" presName="compNode" presStyleCnt="0"/>
      <dgm:spPr/>
    </dgm:pt>
    <dgm:pt modelId="{1938DF9C-6DEC-4E33-8299-9204504D8E43}" type="pres">
      <dgm:prSet presAssocID="{82D3C41F-8939-4850-A23C-F0BAF54384E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B6F7E7C1-D34A-4025-BB35-1FFA1302FF90}" type="pres">
      <dgm:prSet presAssocID="{82D3C41F-8939-4850-A23C-F0BAF54384EF}" presName="spaceRect" presStyleCnt="0"/>
      <dgm:spPr/>
    </dgm:pt>
    <dgm:pt modelId="{9E87F932-4C13-4916-A974-CF082EFD87CA}" type="pres">
      <dgm:prSet presAssocID="{82D3C41F-8939-4850-A23C-F0BAF54384EF}" presName="textRect" presStyleLbl="revTx" presStyleIdx="2" presStyleCnt="5">
        <dgm:presLayoutVars>
          <dgm:chMax val="1"/>
          <dgm:chPref val="1"/>
        </dgm:presLayoutVars>
      </dgm:prSet>
      <dgm:spPr/>
    </dgm:pt>
    <dgm:pt modelId="{7711E114-24C2-4AF1-A736-CF7828D06C83}" type="pres">
      <dgm:prSet presAssocID="{449BB5D1-D4BB-4ACB-A0F7-69B5EB3A7827}" presName="sibTrans" presStyleCnt="0"/>
      <dgm:spPr/>
    </dgm:pt>
    <dgm:pt modelId="{F5DEF23B-0B88-4194-84EF-78C0320CD9C3}" type="pres">
      <dgm:prSet presAssocID="{16F5B0E3-A9CE-4994-84C3-A14119E20DBD}" presName="compNode" presStyleCnt="0"/>
      <dgm:spPr/>
    </dgm:pt>
    <dgm:pt modelId="{3D7A40D9-7D05-499C-9ED6-2C63B8F2BCA5}" type="pres">
      <dgm:prSet presAssocID="{16F5B0E3-A9CE-4994-84C3-A14119E20DB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zessor"/>
        </a:ext>
      </dgm:extLst>
    </dgm:pt>
    <dgm:pt modelId="{94B48AD9-1EF3-4852-8127-B2D29A0E16A8}" type="pres">
      <dgm:prSet presAssocID="{16F5B0E3-A9CE-4994-84C3-A14119E20DBD}" presName="spaceRect" presStyleCnt="0"/>
      <dgm:spPr/>
    </dgm:pt>
    <dgm:pt modelId="{D727DF1B-DE87-4572-B773-2C7044D58911}" type="pres">
      <dgm:prSet presAssocID="{16F5B0E3-A9CE-4994-84C3-A14119E20DBD}" presName="textRect" presStyleLbl="revTx" presStyleIdx="3" presStyleCnt="5">
        <dgm:presLayoutVars>
          <dgm:chMax val="1"/>
          <dgm:chPref val="1"/>
        </dgm:presLayoutVars>
      </dgm:prSet>
      <dgm:spPr/>
    </dgm:pt>
    <dgm:pt modelId="{994B8DF4-C77F-427A-B075-F73A379ADECB}" type="pres">
      <dgm:prSet presAssocID="{C7BED0D0-B1F5-44D0-8078-8A32C6A616C1}" presName="sibTrans" presStyleCnt="0"/>
      <dgm:spPr/>
    </dgm:pt>
    <dgm:pt modelId="{5CE53DEA-EAE7-4D9C-96B2-88271097FE38}" type="pres">
      <dgm:prSet presAssocID="{69000B1E-FC8A-44EE-89BA-C61563F3E99F}" presName="compNode" presStyleCnt="0"/>
      <dgm:spPr/>
    </dgm:pt>
    <dgm:pt modelId="{430C2A4A-1B1C-4BC4-94E8-960A0E661046}" type="pres">
      <dgm:prSet presAssocID="{69000B1E-FC8A-44EE-89BA-C61563F3E99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04C501C-57F2-49A9-A31F-597BD3EF2245}" type="pres">
      <dgm:prSet presAssocID="{69000B1E-FC8A-44EE-89BA-C61563F3E99F}" presName="spaceRect" presStyleCnt="0"/>
      <dgm:spPr/>
    </dgm:pt>
    <dgm:pt modelId="{B7C6F762-585C-412B-A9C1-5E35672D5974}" type="pres">
      <dgm:prSet presAssocID="{69000B1E-FC8A-44EE-89BA-C61563F3E99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BB1B829-4B98-4337-8108-D8E4CA88AD61}" type="presOf" srcId="{5D0F54A1-F77C-4D08-905D-1F764DE2DF8F}" destId="{16812F59-9780-4DEA-B742-FB0BAEF6A631}" srcOrd="0" destOrd="0" presId="urn:microsoft.com/office/officeart/2018/2/layout/IconLabelList"/>
    <dgm:cxn modelId="{B73B5B47-389F-4303-8FF8-A0CD6498A0D5}" srcId="{5D0F54A1-F77C-4D08-905D-1F764DE2DF8F}" destId="{69000B1E-FC8A-44EE-89BA-C61563F3E99F}" srcOrd="4" destOrd="0" parTransId="{FCC6B31F-225D-4140-A7D8-4CB397F92B3C}" sibTransId="{1626896F-98A3-407D-A975-0A8BAD3BA0DE}"/>
    <dgm:cxn modelId="{D952AD4B-FBEC-431C-A9A1-8C84BFC152B2}" type="presOf" srcId="{82D3C41F-8939-4850-A23C-F0BAF54384EF}" destId="{9E87F932-4C13-4916-A974-CF082EFD87CA}" srcOrd="0" destOrd="0" presId="urn:microsoft.com/office/officeart/2018/2/layout/IconLabelList"/>
    <dgm:cxn modelId="{D719D84E-6304-4886-BAD8-360B61006884}" srcId="{5D0F54A1-F77C-4D08-905D-1F764DE2DF8F}" destId="{6DDC41CE-2BCC-4989-8EC9-6141E7C094E8}" srcOrd="1" destOrd="0" parTransId="{FA49B5DE-E08F-442B-989E-5BB2C607715E}" sibTransId="{499A6C4F-A4E4-4739-83BE-602435B34059}"/>
    <dgm:cxn modelId="{C2ACFF4F-6856-4DAC-B60D-24016E086823}" srcId="{5D0F54A1-F77C-4D08-905D-1F764DE2DF8F}" destId="{82D3C41F-8939-4850-A23C-F0BAF54384EF}" srcOrd="2" destOrd="0" parTransId="{EA6A48A5-4B28-44C4-81BC-F9B0B1AF3449}" sibTransId="{449BB5D1-D4BB-4ACB-A0F7-69B5EB3A7827}"/>
    <dgm:cxn modelId="{1EF12670-9141-4C84-AD38-1BB7FBB7809A}" type="presOf" srcId="{B2EC9CCF-E33B-4F4E-ABE7-A2230C409122}" destId="{42B03FE1-0B70-43A8-9132-0001801957B5}" srcOrd="0" destOrd="0" presId="urn:microsoft.com/office/officeart/2018/2/layout/IconLabelList"/>
    <dgm:cxn modelId="{B8339578-A2C4-420F-B908-DCF1A3012E78}" type="presOf" srcId="{6DDC41CE-2BCC-4989-8EC9-6141E7C094E8}" destId="{D26491F8-EF9A-4D63-9C63-DB2A8CF9EA04}" srcOrd="0" destOrd="0" presId="urn:microsoft.com/office/officeart/2018/2/layout/IconLabelList"/>
    <dgm:cxn modelId="{76C53392-1FA7-4948-8FE7-0F84723B5E9E}" srcId="{5D0F54A1-F77C-4D08-905D-1F764DE2DF8F}" destId="{16F5B0E3-A9CE-4994-84C3-A14119E20DBD}" srcOrd="3" destOrd="0" parTransId="{B7910F81-F279-4370-857F-093ACDA811D0}" sibTransId="{C7BED0D0-B1F5-44D0-8078-8A32C6A616C1}"/>
    <dgm:cxn modelId="{4376E5A8-C693-4794-9E67-33C6ABA13416}" type="presOf" srcId="{16F5B0E3-A9CE-4994-84C3-A14119E20DBD}" destId="{D727DF1B-DE87-4572-B773-2C7044D58911}" srcOrd="0" destOrd="0" presId="urn:microsoft.com/office/officeart/2018/2/layout/IconLabelList"/>
    <dgm:cxn modelId="{CBABCDBB-4D7D-4474-B9D1-8B53A1DB69AC}" type="presOf" srcId="{69000B1E-FC8A-44EE-89BA-C61563F3E99F}" destId="{B7C6F762-585C-412B-A9C1-5E35672D5974}" srcOrd="0" destOrd="0" presId="urn:microsoft.com/office/officeart/2018/2/layout/IconLabelList"/>
    <dgm:cxn modelId="{E78540FA-9F48-40F8-828C-2BF387C46FCE}" srcId="{5D0F54A1-F77C-4D08-905D-1F764DE2DF8F}" destId="{B2EC9CCF-E33B-4F4E-ABE7-A2230C409122}" srcOrd="0" destOrd="0" parTransId="{52E13703-BAD7-4494-876F-CDB6E238BA74}" sibTransId="{2BAFF075-B187-4425-B390-D931023860B4}"/>
    <dgm:cxn modelId="{8D2A953D-D425-40F2-9CC0-A9D3D536312E}" type="presParOf" srcId="{16812F59-9780-4DEA-B742-FB0BAEF6A631}" destId="{64036473-B1AE-408D-B32B-A62761B84ECB}" srcOrd="0" destOrd="0" presId="urn:microsoft.com/office/officeart/2018/2/layout/IconLabelList"/>
    <dgm:cxn modelId="{49DBDEA7-6438-4766-BDE8-9C6B004606FF}" type="presParOf" srcId="{64036473-B1AE-408D-B32B-A62761B84ECB}" destId="{0FE8F7F0-78EF-437B-BF29-371D1C9E3F6D}" srcOrd="0" destOrd="0" presId="urn:microsoft.com/office/officeart/2018/2/layout/IconLabelList"/>
    <dgm:cxn modelId="{2A5E1DC2-749F-46EC-A3A3-282E7AC33FAC}" type="presParOf" srcId="{64036473-B1AE-408D-B32B-A62761B84ECB}" destId="{3D6EDA34-9EEF-4328-A006-3A6CF842A6A4}" srcOrd="1" destOrd="0" presId="urn:microsoft.com/office/officeart/2018/2/layout/IconLabelList"/>
    <dgm:cxn modelId="{9C9DBA36-78FD-4FCE-A6B7-08AC2455AFEF}" type="presParOf" srcId="{64036473-B1AE-408D-B32B-A62761B84ECB}" destId="{42B03FE1-0B70-43A8-9132-0001801957B5}" srcOrd="2" destOrd="0" presId="urn:microsoft.com/office/officeart/2018/2/layout/IconLabelList"/>
    <dgm:cxn modelId="{D5070AB4-BB99-483C-A651-098DAC24E70C}" type="presParOf" srcId="{16812F59-9780-4DEA-B742-FB0BAEF6A631}" destId="{952D0C88-AF64-430A-AB1A-8A5AC832D296}" srcOrd="1" destOrd="0" presId="urn:microsoft.com/office/officeart/2018/2/layout/IconLabelList"/>
    <dgm:cxn modelId="{5A569587-320F-4F7A-A05E-E966F2E314BC}" type="presParOf" srcId="{16812F59-9780-4DEA-B742-FB0BAEF6A631}" destId="{5900A855-15E5-4619-BF4D-485C88E727E5}" srcOrd="2" destOrd="0" presId="urn:microsoft.com/office/officeart/2018/2/layout/IconLabelList"/>
    <dgm:cxn modelId="{3A3809C7-D4FE-4222-83F6-CAC3C2CC5F6D}" type="presParOf" srcId="{5900A855-15E5-4619-BF4D-485C88E727E5}" destId="{531ED1F7-0942-423F-B5EC-712A32FEDF60}" srcOrd="0" destOrd="0" presId="urn:microsoft.com/office/officeart/2018/2/layout/IconLabelList"/>
    <dgm:cxn modelId="{689B8896-28CF-474A-A1EE-D88006AAD94F}" type="presParOf" srcId="{5900A855-15E5-4619-BF4D-485C88E727E5}" destId="{9C5CF472-3696-4B58-9E4C-23A117D8BB59}" srcOrd="1" destOrd="0" presId="urn:microsoft.com/office/officeart/2018/2/layout/IconLabelList"/>
    <dgm:cxn modelId="{56F6C8AB-AF61-44B8-8B3F-069B96BA805B}" type="presParOf" srcId="{5900A855-15E5-4619-BF4D-485C88E727E5}" destId="{D26491F8-EF9A-4D63-9C63-DB2A8CF9EA04}" srcOrd="2" destOrd="0" presId="urn:microsoft.com/office/officeart/2018/2/layout/IconLabelList"/>
    <dgm:cxn modelId="{8F41839B-DBEB-472D-ADCD-4A7ABD174F5E}" type="presParOf" srcId="{16812F59-9780-4DEA-B742-FB0BAEF6A631}" destId="{D134D5D8-D5B6-4801-94C2-B03E54464D6D}" srcOrd="3" destOrd="0" presId="urn:microsoft.com/office/officeart/2018/2/layout/IconLabelList"/>
    <dgm:cxn modelId="{3AC830D2-0C99-4BB4-A886-AC2215FECE94}" type="presParOf" srcId="{16812F59-9780-4DEA-B742-FB0BAEF6A631}" destId="{3630B2FB-90CB-4D9E-B8B8-137019AFE7EE}" srcOrd="4" destOrd="0" presId="urn:microsoft.com/office/officeart/2018/2/layout/IconLabelList"/>
    <dgm:cxn modelId="{FA35CDA3-0E6D-45F1-B3EF-0EC6E9B8761D}" type="presParOf" srcId="{3630B2FB-90CB-4D9E-B8B8-137019AFE7EE}" destId="{1938DF9C-6DEC-4E33-8299-9204504D8E43}" srcOrd="0" destOrd="0" presId="urn:microsoft.com/office/officeart/2018/2/layout/IconLabelList"/>
    <dgm:cxn modelId="{B2F0F65D-04BC-4924-B9C7-BBB0DDCEAF22}" type="presParOf" srcId="{3630B2FB-90CB-4D9E-B8B8-137019AFE7EE}" destId="{B6F7E7C1-D34A-4025-BB35-1FFA1302FF90}" srcOrd="1" destOrd="0" presId="urn:microsoft.com/office/officeart/2018/2/layout/IconLabelList"/>
    <dgm:cxn modelId="{E6FEE61C-8034-43EC-8321-16F1599D5CCA}" type="presParOf" srcId="{3630B2FB-90CB-4D9E-B8B8-137019AFE7EE}" destId="{9E87F932-4C13-4916-A974-CF082EFD87CA}" srcOrd="2" destOrd="0" presId="urn:microsoft.com/office/officeart/2018/2/layout/IconLabelList"/>
    <dgm:cxn modelId="{A4365320-212F-446E-ACBA-57582CBA1BC4}" type="presParOf" srcId="{16812F59-9780-4DEA-B742-FB0BAEF6A631}" destId="{7711E114-24C2-4AF1-A736-CF7828D06C83}" srcOrd="5" destOrd="0" presId="urn:microsoft.com/office/officeart/2018/2/layout/IconLabelList"/>
    <dgm:cxn modelId="{5427C96E-1AB4-4C0B-8009-D8C448EE19E9}" type="presParOf" srcId="{16812F59-9780-4DEA-B742-FB0BAEF6A631}" destId="{F5DEF23B-0B88-4194-84EF-78C0320CD9C3}" srcOrd="6" destOrd="0" presId="urn:microsoft.com/office/officeart/2018/2/layout/IconLabelList"/>
    <dgm:cxn modelId="{8C12FC67-6C9D-48C2-8654-88D332848BF8}" type="presParOf" srcId="{F5DEF23B-0B88-4194-84EF-78C0320CD9C3}" destId="{3D7A40D9-7D05-499C-9ED6-2C63B8F2BCA5}" srcOrd="0" destOrd="0" presId="urn:microsoft.com/office/officeart/2018/2/layout/IconLabelList"/>
    <dgm:cxn modelId="{A6ECD5B4-A91A-4C9D-830E-FA7ED5826A99}" type="presParOf" srcId="{F5DEF23B-0B88-4194-84EF-78C0320CD9C3}" destId="{94B48AD9-1EF3-4852-8127-B2D29A0E16A8}" srcOrd="1" destOrd="0" presId="urn:microsoft.com/office/officeart/2018/2/layout/IconLabelList"/>
    <dgm:cxn modelId="{E6730B24-318C-434C-B772-ADAECAFE7DAB}" type="presParOf" srcId="{F5DEF23B-0B88-4194-84EF-78C0320CD9C3}" destId="{D727DF1B-DE87-4572-B773-2C7044D58911}" srcOrd="2" destOrd="0" presId="urn:microsoft.com/office/officeart/2018/2/layout/IconLabelList"/>
    <dgm:cxn modelId="{D22FA6CB-D66F-4327-B68B-73BF2081D161}" type="presParOf" srcId="{16812F59-9780-4DEA-B742-FB0BAEF6A631}" destId="{994B8DF4-C77F-427A-B075-F73A379ADECB}" srcOrd="7" destOrd="0" presId="urn:microsoft.com/office/officeart/2018/2/layout/IconLabelList"/>
    <dgm:cxn modelId="{EC5E770C-604D-4A5E-B7D1-9EBA7E4ECDF3}" type="presParOf" srcId="{16812F59-9780-4DEA-B742-FB0BAEF6A631}" destId="{5CE53DEA-EAE7-4D9C-96B2-88271097FE38}" srcOrd="8" destOrd="0" presId="urn:microsoft.com/office/officeart/2018/2/layout/IconLabelList"/>
    <dgm:cxn modelId="{50F6F043-17E6-4FA3-AC82-06C71D4FA799}" type="presParOf" srcId="{5CE53DEA-EAE7-4D9C-96B2-88271097FE38}" destId="{430C2A4A-1B1C-4BC4-94E8-960A0E661046}" srcOrd="0" destOrd="0" presId="urn:microsoft.com/office/officeart/2018/2/layout/IconLabelList"/>
    <dgm:cxn modelId="{AF082E03-4E88-47AF-95CC-A21BD59643D4}" type="presParOf" srcId="{5CE53DEA-EAE7-4D9C-96B2-88271097FE38}" destId="{604C501C-57F2-49A9-A31F-597BD3EF2245}" srcOrd="1" destOrd="0" presId="urn:microsoft.com/office/officeart/2018/2/layout/IconLabelList"/>
    <dgm:cxn modelId="{604A0E95-20EF-4413-9F1F-C0700BEDEB58}" type="presParOf" srcId="{5CE53DEA-EAE7-4D9C-96B2-88271097FE38}" destId="{B7C6F762-585C-412B-A9C1-5E35672D597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F01F99-69B7-433C-BC5E-D9315FE2BA87}">
      <dsp:nvSpPr>
        <dsp:cNvPr id="0" name=""/>
        <dsp:cNvSpPr/>
      </dsp:nvSpPr>
      <dsp:spPr>
        <a:xfrm>
          <a:off x="0" y="5800"/>
          <a:ext cx="4872038" cy="6949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59E443-42E4-4CA6-AF88-A7BC91EDF5F9}">
      <dsp:nvSpPr>
        <dsp:cNvPr id="0" name=""/>
        <dsp:cNvSpPr/>
      </dsp:nvSpPr>
      <dsp:spPr>
        <a:xfrm>
          <a:off x="210212" y="162157"/>
          <a:ext cx="382578" cy="3822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33F5AE-78F4-4048-8C81-C25A5966A220}">
      <dsp:nvSpPr>
        <dsp:cNvPr id="0" name=""/>
        <dsp:cNvSpPr/>
      </dsp:nvSpPr>
      <dsp:spPr>
        <a:xfrm>
          <a:off x="803003" y="5800"/>
          <a:ext cx="4032756" cy="760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40" tIns="80440" rIns="80440" bIns="804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 err="1"/>
            <a:t>Kommunikationsverbund</a:t>
          </a:r>
          <a:r>
            <a:rPr lang="en-US" sz="1400" b="0" i="0" kern="1200" dirty="0"/>
            <a:t>: </a:t>
          </a:r>
          <a:r>
            <a:rPr lang="en-US" sz="1400" b="0" i="0" kern="1200" dirty="0" err="1"/>
            <a:t>schnelle</a:t>
          </a:r>
          <a:r>
            <a:rPr lang="en-US" sz="1400" b="0" i="0" kern="1200" dirty="0"/>
            <a:t> </a:t>
          </a:r>
          <a:r>
            <a:rPr lang="en-US" sz="1400" b="0" i="0" kern="1200" dirty="0" err="1"/>
            <a:t>Kommunikation</a:t>
          </a:r>
          <a:endParaRPr lang="en-US" sz="1400" kern="1200" dirty="0"/>
        </a:p>
      </dsp:txBody>
      <dsp:txXfrm>
        <a:off x="803003" y="5800"/>
        <a:ext cx="4032756" cy="760066"/>
      </dsp:txXfrm>
    </dsp:sp>
    <dsp:sp modelId="{0186D710-3B57-4798-B0DB-A8A69134CCDB}">
      <dsp:nvSpPr>
        <dsp:cNvPr id="0" name=""/>
        <dsp:cNvSpPr/>
      </dsp:nvSpPr>
      <dsp:spPr>
        <a:xfrm>
          <a:off x="0" y="955883"/>
          <a:ext cx="4872038" cy="6949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C1938B-8A40-4608-B260-3DF7B435A4A4}">
      <dsp:nvSpPr>
        <dsp:cNvPr id="0" name=""/>
        <dsp:cNvSpPr/>
      </dsp:nvSpPr>
      <dsp:spPr>
        <a:xfrm>
          <a:off x="210212" y="1112240"/>
          <a:ext cx="382578" cy="3822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036C30-8BD8-4D0A-B982-93B1E8A9B30F}">
      <dsp:nvSpPr>
        <dsp:cNvPr id="0" name=""/>
        <dsp:cNvSpPr/>
      </dsp:nvSpPr>
      <dsp:spPr>
        <a:xfrm>
          <a:off x="803003" y="955883"/>
          <a:ext cx="4032756" cy="760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40" tIns="80440" rIns="80440" bIns="804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 err="1"/>
            <a:t>Datenverbund</a:t>
          </a:r>
          <a:r>
            <a:rPr lang="en-US" sz="1400" b="0" i="0" kern="1200" dirty="0"/>
            <a:t>: </a:t>
          </a:r>
          <a:r>
            <a:rPr lang="en-US" sz="1400" b="0" i="0" kern="1200" dirty="0" err="1"/>
            <a:t>zentraler</a:t>
          </a:r>
          <a:r>
            <a:rPr lang="en-US" sz="1400" b="0" i="0" kern="1200" dirty="0"/>
            <a:t> </a:t>
          </a:r>
          <a:r>
            <a:rPr lang="en-US" sz="1400" b="0" i="0" kern="1200" dirty="0" err="1"/>
            <a:t>Zugriff</a:t>
          </a:r>
          <a:r>
            <a:rPr lang="en-US" sz="1400" b="0" i="0" kern="1200" dirty="0"/>
            <a:t> auf Daten</a:t>
          </a:r>
          <a:endParaRPr lang="en-US" sz="1400" kern="1200" dirty="0"/>
        </a:p>
      </dsp:txBody>
      <dsp:txXfrm>
        <a:off x="803003" y="955883"/>
        <a:ext cx="4032756" cy="760066"/>
      </dsp:txXfrm>
    </dsp:sp>
    <dsp:sp modelId="{2D3CF1A9-C4AB-4BE7-AC3F-5C3D75DBC311}">
      <dsp:nvSpPr>
        <dsp:cNvPr id="0" name=""/>
        <dsp:cNvSpPr/>
      </dsp:nvSpPr>
      <dsp:spPr>
        <a:xfrm>
          <a:off x="0" y="1905966"/>
          <a:ext cx="4872038" cy="6949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82EFC1-24E8-480A-9F85-F346A1F66D85}">
      <dsp:nvSpPr>
        <dsp:cNvPr id="0" name=""/>
        <dsp:cNvSpPr/>
      </dsp:nvSpPr>
      <dsp:spPr>
        <a:xfrm>
          <a:off x="210212" y="2062323"/>
          <a:ext cx="382578" cy="3822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28040C-6A93-414A-A3BC-B0D0CFB2C6B1}">
      <dsp:nvSpPr>
        <dsp:cNvPr id="0" name=""/>
        <dsp:cNvSpPr/>
      </dsp:nvSpPr>
      <dsp:spPr>
        <a:xfrm>
          <a:off x="803003" y="1905966"/>
          <a:ext cx="4032756" cy="760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40" tIns="80440" rIns="80440" bIns="804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 err="1"/>
            <a:t>Funktions</a:t>
          </a:r>
          <a:r>
            <a:rPr lang="en-US" sz="1400" b="0" i="0" kern="1200" dirty="0"/>
            <a:t>- und </a:t>
          </a:r>
          <a:r>
            <a:rPr lang="en-US" sz="1400" b="0" i="0" kern="1200" dirty="0" err="1"/>
            <a:t>Ressourcenverbund</a:t>
          </a:r>
          <a:r>
            <a:rPr lang="en-US" sz="1400" b="0" i="0" kern="1200" dirty="0"/>
            <a:t>: </a:t>
          </a:r>
          <a:r>
            <a:rPr lang="en-US" sz="1400" b="0" i="0" kern="1200" dirty="0" err="1"/>
            <a:t>gemeinsame</a:t>
          </a:r>
          <a:r>
            <a:rPr lang="en-US" sz="1400" b="0" i="0" kern="1200" dirty="0"/>
            <a:t> Software- und </a:t>
          </a:r>
          <a:r>
            <a:rPr lang="en-US" sz="1400" b="0" i="0" kern="1200" dirty="0" err="1"/>
            <a:t>Hardwarenutzung</a:t>
          </a:r>
          <a:endParaRPr lang="en-US" sz="1400" kern="1200" dirty="0"/>
        </a:p>
      </dsp:txBody>
      <dsp:txXfrm>
        <a:off x="803003" y="1905966"/>
        <a:ext cx="4032756" cy="760066"/>
      </dsp:txXfrm>
    </dsp:sp>
    <dsp:sp modelId="{3A724DB3-B22C-435D-A214-34E958A93599}">
      <dsp:nvSpPr>
        <dsp:cNvPr id="0" name=""/>
        <dsp:cNvSpPr/>
      </dsp:nvSpPr>
      <dsp:spPr>
        <a:xfrm>
          <a:off x="0" y="2856049"/>
          <a:ext cx="4872038" cy="6949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E286DE-105E-4F7C-8D1C-0F89734D420E}">
      <dsp:nvSpPr>
        <dsp:cNvPr id="0" name=""/>
        <dsp:cNvSpPr/>
      </dsp:nvSpPr>
      <dsp:spPr>
        <a:xfrm>
          <a:off x="210212" y="3012406"/>
          <a:ext cx="382578" cy="38220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01F9D6-3D51-4C81-B9A1-045D38355B18}">
      <dsp:nvSpPr>
        <dsp:cNvPr id="0" name=""/>
        <dsp:cNvSpPr/>
      </dsp:nvSpPr>
      <dsp:spPr>
        <a:xfrm>
          <a:off x="803003" y="2856049"/>
          <a:ext cx="4032756" cy="760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40" tIns="80440" rIns="80440" bIns="804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Last- und </a:t>
          </a:r>
          <a:r>
            <a:rPr lang="en-US" sz="1400" b="0" i="0" kern="1200" dirty="0" err="1"/>
            <a:t>Leistungsverbund</a:t>
          </a:r>
          <a:r>
            <a:rPr lang="en-US" sz="1400" b="0" i="0" kern="1200" dirty="0"/>
            <a:t>: </a:t>
          </a:r>
          <a:r>
            <a:rPr lang="en-US" sz="1400" b="0" i="0" kern="1200" dirty="0" err="1"/>
            <a:t>Lastverteilung</a:t>
          </a:r>
          <a:r>
            <a:rPr lang="en-US" sz="1400" b="0" i="0" kern="1200" dirty="0"/>
            <a:t>, </a:t>
          </a:r>
          <a:r>
            <a:rPr lang="en-US" sz="1400" b="0" i="0" kern="1200" dirty="0" err="1"/>
            <a:t>Skalierbarkeit</a:t>
          </a:r>
          <a:endParaRPr lang="en-US" sz="1400" kern="1200" dirty="0"/>
        </a:p>
      </dsp:txBody>
      <dsp:txXfrm>
        <a:off x="803003" y="2856049"/>
        <a:ext cx="4032756" cy="760066"/>
      </dsp:txXfrm>
    </dsp:sp>
    <dsp:sp modelId="{66FF81FC-A308-49E3-B943-65836939E752}">
      <dsp:nvSpPr>
        <dsp:cNvPr id="0" name=""/>
        <dsp:cNvSpPr/>
      </dsp:nvSpPr>
      <dsp:spPr>
        <a:xfrm>
          <a:off x="0" y="3806132"/>
          <a:ext cx="4872038" cy="6949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D43C9D-1D38-4DD5-AFA6-730C0D01CF53}">
      <dsp:nvSpPr>
        <dsp:cNvPr id="0" name=""/>
        <dsp:cNvSpPr/>
      </dsp:nvSpPr>
      <dsp:spPr>
        <a:xfrm>
          <a:off x="210212" y="3962489"/>
          <a:ext cx="382578" cy="38220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F95C05-0ACF-4745-A5E9-CA02AF43FB02}">
      <dsp:nvSpPr>
        <dsp:cNvPr id="0" name=""/>
        <dsp:cNvSpPr/>
      </dsp:nvSpPr>
      <dsp:spPr>
        <a:xfrm>
          <a:off x="803003" y="3806132"/>
          <a:ext cx="4032756" cy="760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40" tIns="80440" rIns="80440" bIns="804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 err="1"/>
            <a:t>Sicherheits</a:t>
          </a:r>
          <a:r>
            <a:rPr lang="en-US" sz="1400" b="0" i="0" kern="1200" dirty="0"/>
            <a:t>- und </a:t>
          </a:r>
          <a:r>
            <a:rPr lang="en-US" sz="1400" b="0" i="0" kern="1200" dirty="0" err="1"/>
            <a:t>Verfügbarkeitsverbund</a:t>
          </a:r>
          <a:r>
            <a:rPr lang="en-US" sz="1400" b="0" i="0" kern="1200" dirty="0"/>
            <a:t>: </a:t>
          </a:r>
          <a:r>
            <a:rPr lang="en-US" sz="1400" b="0" i="0" kern="1200" dirty="0" err="1"/>
            <a:t>Redundanz</a:t>
          </a:r>
          <a:r>
            <a:rPr lang="en-US" sz="1400" b="0" i="0" kern="1200" dirty="0"/>
            <a:t> -&gt; </a:t>
          </a:r>
          <a:r>
            <a:rPr lang="en-US" sz="1400" b="0" i="0" kern="1200" dirty="0" err="1"/>
            <a:t>Datensicherung</a:t>
          </a:r>
          <a:endParaRPr lang="en-US" sz="1400" kern="1200" dirty="0"/>
        </a:p>
      </dsp:txBody>
      <dsp:txXfrm>
        <a:off x="803003" y="3806132"/>
        <a:ext cx="4032756" cy="7600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8D8B5C-5C9F-4373-87B5-E3D0025FE45E}">
      <dsp:nvSpPr>
        <dsp:cNvPr id="0" name=""/>
        <dsp:cNvSpPr/>
      </dsp:nvSpPr>
      <dsp:spPr>
        <a:xfrm>
          <a:off x="646" y="800639"/>
          <a:ext cx="2519631" cy="151177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 err="1"/>
            <a:t>Vereinfachte</a:t>
          </a:r>
          <a:r>
            <a:rPr lang="en-US" sz="2000" b="0" i="0" kern="1200" dirty="0"/>
            <a:t> </a:t>
          </a:r>
          <a:r>
            <a:rPr lang="en-US" sz="2000" b="0" i="0" kern="1200" dirty="0" err="1"/>
            <a:t>Wartung</a:t>
          </a:r>
          <a:r>
            <a:rPr lang="en-US" sz="2000" b="0" i="0" kern="1200" dirty="0"/>
            <a:t> und </a:t>
          </a:r>
          <a:r>
            <a:rPr lang="en-US" sz="2000" b="0" i="0" kern="1200" dirty="0" err="1"/>
            <a:t>zentrale</a:t>
          </a:r>
          <a:r>
            <a:rPr lang="en-US" sz="2000" b="0" i="0" kern="1200" dirty="0"/>
            <a:t> </a:t>
          </a:r>
          <a:r>
            <a:rPr lang="en-US" sz="2000" b="0" i="0" kern="1200" dirty="0" err="1"/>
            <a:t>Datenspeicherung</a:t>
          </a:r>
          <a:endParaRPr lang="en-US" sz="2000" kern="1200" dirty="0"/>
        </a:p>
      </dsp:txBody>
      <dsp:txXfrm>
        <a:off x="646" y="800639"/>
        <a:ext cx="2519631" cy="1511778"/>
      </dsp:txXfrm>
    </dsp:sp>
    <dsp:sp modelId="{605DDC75-C9CB-472E-85A6-F868CA1222E5}">
      <dsp:nvSpPr>
        <dsp:cNvPr id="0" name=""/>
        <dsp:cNvSpPr/>
      </dsp:nvSpPr>
      <dsp:spPr>
        <a:xfrm>
          <a:off x="2772240" y="800639"/>
          <a:ext cx="2519631" cy="151177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 err="1"/>
            <a:t>Erhöhte</a:t>
          </a:r>
          <a:r>
            <a:rPr lang="en-US" sz="2000" b="0" i="0" kern="1200" dirty="0"/>
            <a:t> Sicherheit </a:t>
          </a:r>
          <a:r>
            <a:rPr lang="en-US" sz="2000" b="0" i="0" kern="1200" dirty="0" err="1"/>
            <a:t>durch</a:t>
          </a:r>
          <a:r>
            <a:rPr lang="en-US" sz="2000" b="0" i="0" kern="1200" dirty="0"/>
            <a:t> </a:t>
          </a:r>
          <a:r>
            <a:rPr lang="en-US" sz="2000" b="0" i="0" kern="1200" dirty="0" err="1"/>
            <a:t>zentrale</a:t>
          </a:r>
          <a:r>
            <a:rPr lang="en-US" sz="2000" b="0" i="0" kern="1200" dirty="0"/>
            <a:t> Verwaltung</a:t>
          </a:r>
          <a:endParaRPr lang="en-US" sz="2000" kern="1200" dirty="0"/>
        </a:p>
      </dsp:txBody>
      <dsp:txXfrm>
        <a:off x="2772240" y="800639"/>
        <a:ext cx="2519631" cy="1511778"/>
      </dsp:txXfrm>
    </dsp:sp>
    <dsp:sp modelId="{465B3532-7A43-4C7D-92AB-B1571620878C}">
      <dsp:nvSpPr>
        <dsp:cNvPr id="0" name=""/>
        <dsp:cNvSpPr/>
      </dsp:nvSpPr>
      <dsp:spPr>
        <a:xfrm>
          <a:off x="646" y="2564381"/>
          <a:ext cx="2519631" cy="151177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 err="1"/>
            <a:t>Bessere</a:t>
          </a:r>
          <a:r>
            <a:rPr lang="en-US" sz="2000" b="0" i="0" kern="1200" dirty="0"/>
            <a:t> </a:t>
          </a:r>
          <a:r>
            <a:rPr lang="en-US" sz="2000" b="0" i="0" kern="1200" dirty="0" err="1"/>
            <a:t>Skalierbarkeit</a:t>
          </a:r>
          <a:r>
            <a:rPr lang="en-US" sz="2000" b="0" i="0" kern="1200" dirty="0"/>
            <a:t> </a:t>
          </a:r>
          <a:r>
            <a:rPr lang="en-US" sz="2000" b="0" i="0" kern="1200" dirty="0" err="1"/>
            <a:t>durch</a:t>
          </a:r>
          <a:r>
            <a:rPr lang="en-US" sz="2000" b="0" i="0" kern="1200" dirty="0"/>
            <a:t> </a:t>
          </a:r>
          <a:r>
            <a:rPr lang="en-US" sz="2000" b="0" i="0" kern="1200" dirty="0" err="1"/>
            <a:t>Lastverteilung</a:t>
          </a:r>
          <a:endParaRPr lang="en-US" sz="2000" kern="1200" dirty="0"/>
        </a:p>
      </dsp:txBody>
      <dsp:txXfrm>
        <a:off x="646" y="2564381"/>
        <a:ext cx="2519631" cy="1511778"/>
      </dsp:txXfrm>
    </dsp:sp>
    <dsp:sp modelId="{0A00DE4C-E966-4091-BF57-3E72A5459345}">
      <dsp:nvSpPr>
        <dsp:cNvPr id="0" name=""/>
        <dsp:cNvSpPr/>
      </dsp:nvSpPr>
      <dsp:spPr>
        <a:xfrm>
          <a:off x="2772240" y="2564381"/>
          <a:ext cx="2519631" cy="151177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 err="1"/>
            <a:t>Kosteneffizienz</a:t>
          </a:r>
          <a:r>
            <a:rPr lang="en-US" sz="2000" b="0" i="0" kern="1200" dirty="0"/>
            <a:t> (z. B. </a:t>
          </a:r>
          <a:r>
            <a:rPr lang="en-US" sz="2000" b="0" i="0" kern="1200" dirty="0" err="1"/>
            <a:t>zentraler</a:t>
          </a:r>
          <a:r>
            <a:rPr lang="en-US" sz="2000" b="0" i="0" kern="1200" dirty="0"/>
            <a:t> </a:t>
          </a:r>
          <a:r>
            <a:rPr lang="en-US" sz="2000" b="0" i="0" kern="1200" dirty="0" err="1"/>
            <a:t>Laserdrucker</a:t>
          </a:r>
          <a:r>
            <a:rPr lang="en-US" sz="2000" b="0" i="0" kern="1200" dirty="0"/>
            <a:t> </a:t>
          </a:r>
          <a:r>
            <a:rPr lang="en-US" sz="2000" b="0" i="0" kern="1200" dirty="0" err="1"/>
            <a:t>statt</a:t>
          </a:r>
          <a:r>
            <a:rPr lang="en-US" sz="2000" b="0" i="0" kern="1200" dirty="0"/>
            <a:t> </a:t>
          </a:r>
          <a:r>
            <a:rPr lang="en-US" sz="2000" b="0" i="0" kern="1200" dirty="0" err="1"/>
            <a:t>vieler</a:t>
          </a:r>
          <a:r>
            <a:rPr lang="en-US" sz="2000" b="0" i="0" kern="1200" dirty="0"/>
            <a:t> </a:t>
          </a:r>
          <a:r>
            <a:rPr lang="en-US" sz="2000" b="0" i="0" kern="1200" dirty="0" err="1"/>
            <a:t>Einzelgeräte</a:t>
          </a:r>
          <a:r>
            <a:rPr lang="en-US" sz="2000" b="0" i="0" kern="1200" dirty="0"/>
            <a:t>)</a:t>
          </a:r>
          <a:endParaRPr lang="en-US" sz="2000" kern="1200" dirty="0"/>
        </a:p>
      </dsp:txBody>
      <dsp:txXfrm>
        <a:off x="2772240" y="2564381"/>
        <a:ext cx="2519631" cy="15117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A1F5B6-1FDB-410D-B037-BB99714EBED9}">
      <dsp:nvSpPr>
        <dsp:cNvPr id="0" name=""/>
        <dsp:cNvSpPr/>
      </dsp:nvSpPr>
      <dsp:spPr>
        <a:xfrm>
          <a:off x="0" y="76589"/>
          <a:ext cx="4872038" cy="8353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• </a:t>
          </a:r>
          <a:r>
            <a:rPr lang="en-US" sz="2100" b="0" i="0" kern="1200" dirty="0" err="1"/>
            <a:t>Sicherheitsrisiken</a:t>
          </a:r>
          <a:r>
            <a:rPr lang="en-US" sz="2100" b="0" i="0" kern="1200" dirty="0"/>
            <a:t> (</a:t>
          </a:r>
          <a:r>
            <a:rPr lang="en-US" sz="2100" b="0" i="0" kern="1200" dirty="0" err="1"/>
            <a:t>Angriffe</a:t>
          </a:r>
          <a:r>
            <a:rPr lang="en-US" sz="2100" b="0" i="0" kern="1200" dirty="0"/>
            <a:t>, </a:t>
          </a:r>
          <a:r>
            <a:rPr lang="en-US" sz="2100" b="0" i="0" kern="1200" dirty="0" err="1"/>
            <a:t>unbefugter</a:t>
          </a:r>
          <a:r>
            <a:rPr lang="en-US" sz="2100" b="0" i="0" kern="1200" dirty="0"/>
            <a:t> </a:t>
          </a:r>
          <a:r>
            <a:rPr lang="en-US" sz="2100" b="0" i="0" kern="1200" dirty="0" err="1"/>
            <a:t>Zugriff</a:t>
          </a:r>
          <a:r>
            <a:rPr lang="en-US" sz="2100" b="0" i="0" kern="1200" dirty="0"/>
            <a:t>)</a:t>
          </a:r>
          <a:endParaRPr lang="en-US" sz="2100" kern="1200" dirty="0"/>
        </a:p>
      </dsp:txBody>
      <dsp:txXfrm>
        <a:off x="40780" y="117369"/>
        <a:ext cx="4790478" cy="753819"/>
      </dsp:txXfrm>
    </dsp:sp>
    <dsp:sp modelId="{9932CC37-15D6-4908-BBC6-96EEAE347B3F}">
      <dsp:nvSpPr>
        <dsp:cNvPr id="0" name=""/>
        <dsp:cNvSpPr/>
      </dsp:nvSpPr>
      <dsp:spPr>
        <a:xfrm>
          <a:off x="0" y="972449"/>
          <a:ext cx="4872038" cy="835379"/>
        </a:xfrm>
        <a:prstGeom prst="roundRect">
          <a:avLst/>
        </a:prstGeom>
        <a:gradFill rotWithShape="0">
          <a:gsLst>
            <a:gs pos="0">
              <a:schemeClr val="accent2">
                <a:hueOff val="338703"/>
                <a:satOff val="-1658"/>
                <a:lumOff val="931"/>
                <a:alphaOff val="0"/>
                <a:tint val="98000"/>
                <a:lumMod val="114000"/>
              </a:schemeClr>
            </a:gs>
            <a:gs pos="100000">
              <a:schemeClr val="accent2">
                <a:hueOff val="338703"/>
                <a:satOff val="-1658"/>
                <a:lumOff val="931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• </a:t>
          </a:r>
          <a:r>
            <a:rPr lang="en-US" sz="2100" b="0" i="0" kern="1200" dirty="0" err="1"/>
            <a:t>Abhängigkeit</a:t>
          </a:r>
          <a:r>
            <a:rPr lang="en-US" sz="2100" b="0" i="0" kern="1200" dirty="0"/>
            <a:t> von </a:t>
          </a:r>
          <a:r>
            <a:rPr lang="en-US" sz="2100" b="0" i="0" kern="1200" dirty="0" err="1"/>
            <a:t>zentralen</a:t>
          </a:r>
          <a:r>
            <a:rPr lang="en-US" sz="2100" b="0" i="0" kern="1200" dirty="0"/>
            <a:t> </a:t>
          </a:r>
          <a:r>
            <a:rPr lang="en-US" sz="2100" b="0" i="0" kern="1200" dirty="0" err="1"/>
            <a:t>Systemen</a:t>
          </a:r>
          <a:r>
            <a:rPr lang="en-US" sz="2100" b="0" i="0" kern="1200" dirty="0"/>
            <a:t> (Single Point of Failure)</a:t>
          </a:r>
          <a:endParaRPr lang="en-US" sz="2100" kern="1200" dirty="0"/>
        </a:p>
      </dsp:txBody>
      <dsp:txXfrm>
        <a:off x="40780" y="1013229"/>
        <a:ext cx="4790478" cy="753819"/>
      </dsp:txXfrm>
    </dsp:sp>
    <dsp:sp modelId="{CA9DE30F-5995-4371-96C9-5732A6766219}">
      <dsp:nvSpPr>
        <dsp:cNvPr id="0" name=""/>
        <dsp:cNvSpPr/>
      </dsp:nvSpPr>
      <dsp:spPr>
        <a:xfrm>
          <a:off x="0" y="1868309"/>
          <a:ext cx="4872038" cy="835379"/>
        </a:xfrm>
        <a:prstGeom prst="roundRect">
          <a:avLst/>
        </a:prstGeom>
        <a:gradFill rotWithShape="0">
          <a:gsLst>
            <a:gs pos="0">
              <a:schemeClr val="accent2">
                <a:hueOff val="677407"/>
                <a:satOff val="-3316"/>
                <a:lumOff val="1862"/>
                <a:alphaOff val="0"/>
                <a:tint val="98000"/>
                <a:lumMod val="114000"/>
              </a:schemeClr>
            </a:gs>
            <a:gs pos="100000">
              <a:schemeClr val="accent2">
                <a:hueOff val="677407"/>
                <a:satOff val="-3316"/>
                <a:lumOff val="186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• Hohe </a:t>
          </a:r>
          <a:r>
            <a:rPr lang="en-US" sz="2100" b="0" i="0" kern="1200" dirty="0" err="1"/>
            <a:t>Komplexität</a:t>
          </a:r>
          <a:r>
            <a:rPr lang="en-US" sz="2100" b="0" i="0" kern="1200" dirty="0"/>
            <a:t> in </a:t>
          </a:r>
          <a:r>
            <a:rPr lang="en-US" sz="2100" b="0" i="0" kern="1200" dirty="0" err="1"/>
            <a:t>Einrichtung</a:t>
          </a:r>
          <a:r>
            <a:rPr lang="en-US" sz="2100" b="0" i="0" kern="1200" dirty="0"/>
            <a:t> und Verwaltung</a:t>
          </a:r>
          <a:endParaRPr lang="en-US" sz="2100" kern="1200" dirty="0"/>
        </a:p>
      </dsp:txBody>
      <dsp:txXfrm>
        <a:off x="40780" y="1909089"/>
        <a:ext cx="4790478" cy="753819"/>
      </dsp:txXfrm>
    </dsp:sp>
    <dsp:sp modelId="{8FEAE464-E068-4153-B7A9-C8CC8A612A11}">
      <dsp:nvSpPr>
        <dsp:cNvPr id="0" name=""/>
        <dsp:cNvSpPr/>
      </dsp:nvSpPr>
      <dsp:spPr>
        <a:xfrm>
          <a:off x="0" y="2764170"/>
          <a:ext cx="4872038" cy="835379"/>
        </a:xfrm>
        <a:prstGeom prst="roundRect">
          <a:avLst/>
        </a:prstGeom>
        <a:gradFill rotWithShape="0">
          <a:gsLst>
            <a:gs pos="0">
              <a:schemeClr val="accent2">
                <a:hueOff val="1016110"/>
                <a:satOff val="-4974"/>
                <a:lumOff val="2794"/>
                <a:alphaOff val="0"/>
                <a:tint val="98000"/>
                <a:lumMod val="114000"/>
              </a:schemeClr>
            </a:gs>
            <a:gs pos="100000">
              <a:schemeClr val="accent2">
                <a:hueOff val="1016110"/>
                <a:satOff val="-4974"/>
                <a:lumOff val="2794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• Kosten für Einrichtung, Wartung und Sicherung</a:t>
          </a:r>
          <a:endParaRPr lang="en-US" sz="2100" kern="1200"/>
        </a:p>
      </dsp:txBody>
      <dsp:txXfrm>
        <a:off x="40780" y="2804950"/>
        <a:ext cx="4790478" cy="753819"/>
      </dsp:txXfrm>
    </dsp:sp>
    <dsp:sp modelId="{213021E7-2825-47DF-9AF8-0F43FC202ABA}">
      <dsp:nvSpPr>
        <dsp:cNvPr id="0" name=""/>
        <dsp:cNvSpPr/>
      </dsp:nvSpPr>
      <dsp:spPr>
        <a:xfrm>
          <a:off x="0" y="3660030"/>
          <a:ext cx="4872038" cy="835379"/>
        </a:xfrm>
        <a:prstGeom prst="roundRect">
          <a:avLst/>
        </a:prstGeom>
        <a:gradFill rotWithShape="0">
          <a:gsLst>
            <a:gs pos="0">
              <a:schemeClr val="accent2">
                <a:hueOff val="1354814"/>
                <a:satOff val="-6632"/>
                <a:lumOff val="3725"/>
                <a:alphaOff val="0"/>
                <a:tint val="98000"/>
                <a:lumMod val="114000"/>
              </a:schemeClr>
            </a:gs>
            <a:gs pos="100000">
              <a:schemeClr val="accent2">
                <a:hueOff val="1354814"/>
                <a:satOff val="-6632"/>
                <a:lumOff val="372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• </a:t>
          </a:r>
          <a:r>
            <a:rPr lang="en-US" sz="2100" b="0" i="0" kern="1200" dirty="0" err="1"/>
            <a:t>Unterschiedliche</a:t>
          </a:r>
          <a:r>
            <a:rPr lang="en-US" sz="2100" b="0" i="0" kern="1200" dirty="0"/>
            <a:t> </a:t>
          </a:r>
          <a:r>
            <a:rPr lang="en-US" sz="2100" b="0" i="0" kern="1200" dirty="0" err="1"/>
            <a:t>Datenstände</a:t>
          </a:r>
          <a:r>
            <a:rPr lang="en-US" sz="2100" b="0" i="0" kern="1200" dirty="0"/>
            <a:t> </a:t>
          </a:r>
          <a:r>
            <a:rPr lang="en-US" sz="2100" b="0" i="0" kern="1200" dirty="0" err="1"/>
            <a:t>ohne</a:t>
          </a:r>
          <a:r>
            <a:rPr lang="en-US" sz="2100" b="0" i="0" kern="1200" dirty="0"/>
            <a:t> </a:t>
          </a:r>
          <a:r>
            <a:rPr lang="en-US" sz="2100" b="0" i="0" kern="1200" dirty="0" err="1"/>
            <a:t>zentrale</a:t>
          </a:r>
          <a:r>
            <a:rPr lang="en-US" sz="2100" b="0" i="0" kern="1200" dirty="0"/>
            <a:t> </a:t>
          </a:r>
          <a:r>
            <a:rPr lang="en-US" sz="2100" b="0" i="0" kern="1200" dirty="0" err="1"/>
            <a:t>Speicherung</a:t>
          </a:r>
          <a:endParaRPr lang="en-US" sz="2100" kern="1200" dirty="0"/>
        </a:p>
      </dsp:txBody>
      <dsp:txXfrm>
        <a:off x="40780" y="3700810"/>
        <a:ext cx="4790478" cy="7538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E8F7F0-78EF-437B-BF29-371D1C9E3F6D}">
      <dsp:nvSpPr>
        <dsp:cNvPr id="0" name=""/>
        <dsp:cNvSpPr/>
      </dsp:nvSpPr>
      <dsp:spPr>
        <a:xfrm>
          <a:off x="1168053" y="322383"/>
          <a:ext cx="703212" cy="7032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B03FE1-0B70-43A8-9132-0001801957B5}">
      <dsp:nvSpPr>
        <dsp:cNvPr id="0" name=""/>
        <dsp:cNvSpPr/>
      </dsp:nvSpPr>
      <dsp:spPr>
        <a:xfrm>
          <a:off x="738312" y="1277325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Internet: </a:t>
          </a:r>
          <a:r>
            <a:rPr lang="en-US" sz="1200" b="0" i="0" kern="1200" dirty="0" err="1"/>
            <a:t>weltweites</a:t>
          </a:r>
          <a:r>
            <a:rPr lang="en-US" sz="1200" b="0" i="0" kern="1200" dirty="0"/>
            <a:t> </a:t>
          </a:r>
          <a:r>
            <a:rPr lang="en-US" sz="1200" b="0" i="0" kern="1200" dirty="0" err="1"/>
            <a:t>Datennetz</a:t>
          </a:r>
          <a:endParaRPr lang="en-US" sz="1200" kern="1200" dirty="0"/>
        </a:p>
      </dsp:txBody>
      <dsp:txXfrm>
        <a:off x="738312" y="1277325"/>
        <a:ext cx="1562695" cy="625078"/>
      </dsp:txXfrm>
    </dsp:sp>
    <dsp:sp modelId="{531ED1F7-0942-423F-B5EC-712A32FEDF60}">
      <dsp:nvSpPr>
        <dsp:cNvPr id="0" name=""/>
        <dsp:cNvSpPr/>
      </dsp:nvSpPr>
      <dsp:spPr>
        <a:xfrm>
          <a:off x="3004220" y="322383"/>
          <a:ext cx="703212" cy="7032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491F8-EF9A-4D63-9C63-DB2A8CF9EA04}">
      <dsp:nvSpPr>
        <dsp:cNvPr id="0" name=""/>
        <dsp:cNvSpPr/>
      </dsp:nvSpPr>
      <dsp:spPr>
        <a:xfrm>
          <a:off x="2574479" y="1277325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 Intranet: internes </a:t>
          </a:r>
          <a:r>
            <a:rPr lang="en-US" sz="1200" b="0" i="0" kern="1200" dirty="0" err="1"/>
            <a:t>Firmennetz</a:t>
          </a:r>
          <a:endParaRPr lang="en-US" sz="1200" kern="1200" dirty="0"/>
        </a:p>
      </dsp:txBody>
      <dsp:txXfrm>
        <a:off x="2574479" y="1277325"/>
        <a:ext cx="1562695" cy="625078"/>
      </dsp:txXfrm>
    </dsp:sp>
    <dsp:sp modelId="{1938DF9C-6DEC-4E33-8299-9204504D8E43}">
      <dsp:nvSpPr>
        <dsp:cNvPr id="0" name=""/>
        <dsp:cNvSpPr/>
      </dsp:nvSpPr>
      <dsp:spPr>
        <a:xfrm>
          <a:off x="4840387" y="322383"/>
          <a:ext cx="703212" cy="7032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87F932-4C13-4916-A974-CF082EFD87CA}">
      <dsp:nvSpPr>
        <dsp:cNvPr id="0" name=""/>
        <dsp:cNvSpPr/>
      </dsp:nvSpPr>
      <dsp:spPr>
        <a:xfrm>
          <a:off x="4410646" y="1277325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 </a:t>
          </a:r>
          <a:r>
            <a:rPr lang="en-US" sz="1200" b="0" i="0" kern="1200" dirty="0" err="1"/>
            <a:t>Telefonnetz</a:t>
          </a:r>
          <a:r>
            <a:rPr lang="en-US" sz="1200" b="0" i="0" kern="1200" dirty="0"/>
            <a:t>: </a:t>
          </a:r>
          <a:r>
            <a:rPr lang="en-US" sz="1200" b="0" i="0" kern="1200" dirty="0" err="1"/>
            <a:t>analoge</a:t>
          </a:r>
          <a:r>
            <a:rPr lang="en-US" sz="1200" b="0" i="0" kern="1200" dirty="0"/>
            <a:t>/ </a:t>
          </a:r>
          <a:r>
            <a:rPr lang="en-US" sz="1200" b="0" i="0" kern="1200" dirty="0" err="1"/>
            <a:t>digitale</a:t>
          </a:r>
          <a:r>
            <a:rPr lang="en-US" sz="1200" b="0" i="0" kern="1200" dirty="0"/>
            <a:t> </a:t>
          </a:r>
          <a:r>
            <a:rPr lang="en-US" sz="1200" b="0" i="0" kern="1200" dirty="0" err="1"/>
            <a:t>Telefonie</a:t>
          </a:r>
          <a:endParaRPr lang="en-US" sz="1200" kern="1200" dirty="0"/>
        </a:p>
      </dsp:txBody>
      <dsp:txXfrm>
        <a:off x="4410646" y="1277325"/>
        <a:ext cx="1562695" cy="625078"/>
      </dsp:txXfrm>
    </dsp:sp>
    <dsp:sp modelId="{3D7A40D9-7D05-499C-9ED6-2C63B8F2BCA5}">
      <dsp:nvSpPr>
        <dsp:cNvPr id="0" name=""/>
        <dsp:cNvSpPr/>
      </dsp:nvSpPr>
      <dsp:spPr>
        <a:xfrm>
          <a:off x="2086137" y="2293077"/>
          <a:ext cx="703212" cy="7032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27DF1B-DE87-4572-B773-2C7044D58911}">
      <dsp:nvSpPr>
        <dsp:cNvPr id="0" name=""/>
        <dsp:cNvSpPr/>
      </dsp:nvSpPr>
      <dsp:spPr>
        <a:xfrm>
          <a:off x="1656395" y="3248019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 err="1"/>
            <a:t>Providernetz</a:t>
          </a:r>
          <a:r>
            <a:rPr lang="en-US" sz="1200" b="0" i="0" kern="1200" dirty="0"/>
            <a:t>: </a:t>
          </a:r>
          <a:r>
            <a:rPr lang="en-US" sz="1200" b="0" i="0" kern="1200" dirty="0" err="1"/>
            <a:t>Zugang</a:t>
          </a:r>
          <a:r>
            <a:rPr lang="en-US" sz="1200" b="0" i="0" kern="1200" dirty="0"/>
            <a:t> der Provider </a:t>
          </a:r>
          <a:r>
            <a:rPr lang="en-US" sz="1200" b="0" i="0" kern="1200" dirty="0" err="1"/>
            <a:t>zum</a:t>
          </a:r>
          <a:r>
            <a:rPr lang="en-US" sz="1200" b="0" i="0" kern="1200" dirty="0"/>
            <a:t> Internet</a:t>
          </a:r>
          <a:endParaRPr lang="en-US" sz="1200" kern="1200" dirty="0"/>
        </a:p>
      </dsp:txBody>
      <dsp:txXfrm>
        <a:off x="1656395" y="3248019"/>
        <a:ext cx="1562695" cy="625078"/>
      </dsp:txXfrm>
    </dsp:sp>
    <dsp:sp modelId="{430C2A4A-1B1C-4BC4-94E8-960A0E661046}">
      <dsp:nvSpPr>
        <dsp:cNvPr id="0" name=""/>
        <dsp:cNvSpPr/>
      </dsp:nvSpPr>
      <dsp:spPr>
        <a:xfrm>
          <a:off x="3922304" y="2293077"/>
          <a:ext cx="703212" cy="70321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C6F762-585C-412B-A9C1-5E35672D5974}">
      <dsp:nvSpPr>
        <dsp:cNvPr id="0" name=""/>
        <dsp:cNvSpPr/>
      </dsp:nvSpPr>
      <dsp:spPr>
        <a:xfrm>
          <a:off x="3492562" y="3248019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Firmen-LAN: internes </a:t>
          </a:r>
          <a:r>
            <a:rPr lang="en-US" sz="1200" b="0" i="0" kern="1200" dirty="0" err="1"/>
            <a:t>Netzwerk</a:t>
          </a:r>
          <a:r>
            <a:rPr lang="en-US" sz="1200" b="0" i="0" kern="1200" dirty="0"/>
            <a:t> von </a:t>
          </a:r>
          <a:r>
            <a:rPr lang="en-US" sz="1200" b="0" i="0" kern="1200" dirty="0" err="1"/>
            <a:t>Unternehmen</a:t>
          </a:r>
          <a:endParaRPr lang="en-US" sz="1200" kern="1200" dirty="0"/>
        </a:p>
      </dsp:txBody>
      <dsp:txXfrm>
        <a:off x="3492562" y="3248019"/>
        <a:ext cx="1562695" cy="6250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447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144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54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50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2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011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4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0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239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00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79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9599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9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393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00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703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614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675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4322390-8B58-46BE-88EB-D9FD30C0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bstrakte 3D-Abbildung eines blau-goldenen Würfels">
            <a:extLst>
              <a:ext uri="{FF2B5EF4-FFF2-40B4-BE49-F238E27FC236}">
                <a16:creationId xmlns:a16="http://schemas.microsoft.com/office/drawing/2014/main" id="{CFBE8450-7157-33E8-5FD8-9733F511633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1565" r="18435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447801"/>
            <a:ext cx="6619243" cy="2273808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chemeClr val="tx1"/>
                </a:solidFill>
              </a:rPr>
              <a:t>Netzwerke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4777380"/>
            <a:ext cx="6619243" cy="861420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chemeClr val="tx1"/>
                </a:solidFill>
              </a:rPr>
              <a:t>Funktionen, Vorteile und Herausforderungen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6"/>
            <a:ext cx="4641143" cy="1622321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EBEBEB"/>
                </a:solidFill>
              </a:rPr>
              <a:t>Was ist ein Netzwerk?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7" y="2438400"/>
            <a:ext cx="4641142" cy="3785419"/>
          </a:xfrm>
        </p:spPr>
        <p:txBody>
          <a:bodyPr>
            <a:normAutofit/>
          </a:bodyPr>
          <a:lstStyle/>
          <a:p>
            <a:r>
              <a:rPr lang="de-DE" dirty="0"/>
              <a:t>Verbindung mehrerer Geräte</a:t>
            </a:r>
          </a:p>
          <a:p>
            <a:r>
              <a:rPr lang="de-DE" dirty="0"/>
              <a:t>Ermöglicht Datenaustausch und Kommunikation</a:t>
            </a:r>
          </a:p>
          <a:p>
            <a:r>
              <a:rPr lang="de-DE" dirty="0"/>
              <a:t>Grundlage für Zusammenarbeit und zentrale Verwaltung</a:t>
            </a: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198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1E7828-A1A1-F25B-3B29-14EAC514AB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724" r="48744"/>
          <a:stretch>
            <a:fillRect/>
          </a:stretch>
        </p:blipFill>
        <p:spPr>
          <a:xfrm>
            <a:off x="5421881" y="1"/>
            <a:ext cx="3722434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69" y="1447800"/>
            <a:ext cx="3179518" cy="4572000"/>
          </a:xfrm>
        </p:spPr>
        <p:txBody>
          <a:bodyPr anchor="ctr">
            <a:normAutofit/>
          </a:bodyPr>
          <a:lstStyle/>
          <a:p>
            <a:r>
              <a:rPr lang="de-DE" sz="2800" dirty="0">
                <a:solidFill>
                  <a:srgbClr val="F2F2F2"/>
                </a:solidFill>
              </a:rPr>
              <a:t>Aufgaben eines Netzwerks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C6C8769A-86A3-BD7F-83C7-3CB36793A4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3171089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21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de-DE" sz="2800" dirty="0">
                <a:solidFill>
                  <a:srgbClr val="F2F2F2"/>
                </a:solidFill>
              </a:rPr>
              <a:t>Vorteile von Netzwerken</a:t>
            </a:r>
          </a:p>
        </p:txBody>
      </p:sp>
      <p:sp>
        <p:nvSpPr>
          <p:cNvPr id="18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5F6E64B9-6CAD-DA03-2F9C-B56404D0F9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5263280"/>
              </p:ext>
            </p:extLst>
          </p:nvPr>
        </p:nvGraphicFramePr>
        <p:xfrm>
          <a:off x="3540586" y="1143000"/>
          <a:ext cx="5292518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21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744" y="1447800"/>
            <a:ext cx="3062669" cy="4572000"/>
          </a:xfrm>
        </p:spPr>
        <p:txBody>
          <a:bodyPr anchor="ctr">
            <a:normAutofit/>
          </a:bodyPr>
          <a:lstStyle/>
          <a:p>
            <a:r>
              <a:rPr lang="de-DE" sz="2400" dirty="0">
                <a:solidFill>
                  <a:srgbClr val="F2F2F2"/>
                </a:solidFill>
              </a:rPr>
              <a:t>Herausforderungen von Netzwerken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A0B0B1-39A7-0D8E-7079-87175AF158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496114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Computernetze unterscheiden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4C158508-17B2-A6CC-258B-C9D606AA9A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1661442"/>
              </p:ext>
            </p:extLst>
          </p:nvPr>
        </p:nvGraphicFramePr>
        <p:xfrm>
          <a:off x="827700" y="2052925"/>
          <a:ext cx="6711654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17" grpId="0">
        <p:bldAsOne/>
      </p:bldGraphic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162</Words>
  <Application>Microsoft Office PowerPoint</Application>
  <PresentationFormat>Bildschirmpräsentation (4:3)</PresentationFormat>
  <Paragraphs>29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Ion</vt:lpstr>
      <vt:lpstr>Netzwerke</vt:lpstr>
      <vt:lpstr>Was ist ein Netzwerk?</vt:lpstr>
      <vt:lpstr>Aufgaben eines Netzwerks</vt:lpstr>
      <vt:lpstr>Vorteile von Netzwerken</vt:lpstr>
      <vt:lpstr>Herausforderungen von Netzwerken</vt:lpstr>
      <vt:lpstr>Computernetze unterscheiden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Dima Becker</dc:creator>
  <cp:keywords/>
  <dc:description>generated using python-pptx</dc:description>
  <cp:lastModifiedBy>Dima Becker</cp:lastModifiedBy>
  <cp:revision>7</cp:revision>
  <dcterms:created xsi:type="dcterms:W3CDTF">2013-01-27T09:14:16Z</dcterms:created>
  <dcterms:modified xsi:type="dcterms:W3CDTF">2025-09-15T07:43:17Z</dcterms:modified>
  <cp:category/>
</cp:coreProperties>
</file>