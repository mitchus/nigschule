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:in und Datum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Autor:in und Datum</a:t>
            </a:r>
          </a:p>
        </p:txBody>
      </p:sp>
      <p:sp>
        <p:nvSpPr>
          <p:cNvPr id="12" name="Titel der Präsentatio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13" name="Textebene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nnenansicht einer Steinkonstruktion mit Blick auf Treppen und einen klaren, blauen Himmel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el der Präsentatio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23" name="Autor:in und Datum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Autor:in und Datum</a:t>
            </a:r>
          </a:p>
        </p:txBody>
      </p:sp>
      <p:sp>
        <p:nvSpPr>
          <p:cNvPr id="24" name="Textebene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in modernes, weißes Gebäude mit Glasfronten vor einem wolkenlosen, strahlend blauen Himmel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Folientitel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Folientitel</a:t>
            </a:r>
          </a:p>
        </p:txBody>
      </p:sp>
      <p:sp>
        <p:nvSpPr>
          <p:cNvPr id="34" name="Textebene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Folien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43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44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61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Kleiner Ausschnitt einer modernen Shell-Brücke in Quingdao, Shandong, China, unter teilweise bewölktem Himmel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Folientitel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6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72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Folientitel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7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82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Folientitel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8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el des Abschnitts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Titel des Abschnitts</a:t>
            </a:r>
          </a:p>
        </p:txBody>
      </p:sp>
      <p:sp>
        <p:nvSpPr>
          <p:cNvPr id="92" name="Folien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lientitel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100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10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-Titel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Agenda-Titel</a:t>
            </a:r>
          </a:p>
        </p:txBody>
      </p:sp>
      <p:sp>
        <p:nvSpPr>
          <p:cNvPr id="109" name="Agenda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Agenda-Untertitel</a:t>
            </a:r>
          </a:p>
        </p:txBody>
      </p:sp>
      <p:sp>
        <p:nvSpPr>
          <p:cNvPr id="110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Agenda-Themen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bene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Aufstellung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ebene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kte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Fakten</a:t>
            </a:r>
          </a:p>
        </p:txBody>
      </p:sp>
      <p:sp>
        <p:nvSpPr>
          <p:cNvPr id="1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Quellenangabe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Quellenangabe</a:t>
            </a:r>
          </a:p>
        </p:txBody>
      </p:sp>
      <p:sp>
        <p:nvSpPr>
          <p:cNvPr id="136" name="Textebene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„Bemerkenswert“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oto einer modernen Gebäudefassade mit Aluminiumscheiben unter klarem, blauen Himmel aus niedrigem Blickwinkel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Modernes, verschnörkeltes Gebäude unter wolkigem Himmel aus niedrigem Blickwinkel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Innenansicht eines modernen, weißen Gebäudes mit Glasfronten, mit Blick nach oben zu einem hellen, teils wolkigen Himmel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zadi Tower in Tehran, Iran, vor einem klaren, strahlend blauen Himmel aus niedrigem Blickwinkel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Folientitel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aurent Nage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Laurent Nagel</a:t>
            </a:r>
          </a:p>
        </p:txBody>
      </p:sp>
      <p:sp>
        <p:nvSpPr>
          <p:cNvPr id="172" name="High Quality Software GmbH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High Quality Software GmbH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Unternehmen Inf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Unternehmen Infos</a:t>
            </a:r>
          </a:p>
        </p:txBody>
      </p:sp>
      <p:sp>
        <p:nvSpPr>
          <p:cNvPr id="175" name="Aktuell sitzt HQS in Ramelsloh-Seeveta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Aktuell sitzt HQS in Ramelsloh-Seevetal</a:t>
            </a:r>
          </a:p>
          <a:p>
            <a:pPr/>
            <a:r>
              <a:t>HQS wurde gegründet in 1984 von Bernd Zschaler</a:t>
            </a:r>
          </a:p>
          <a:p>
            <a:pPr/>
            <a:r>
              <a:t>Aktuelle Geschäftsleitung: Sascha Lindenberg und Hauke von Holdt</a:t>
            </a:r>
          </a:p>
          <a:p>
            <a:pPr/>
            <a:r>
              <a:t>Aktuell arbeiten im Betrieb ungefähr 17 Mitarbeiter / 1 Azubi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Kernproduk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Kernprodukt</a:t>
            </a:r>
          </a:p>
        </p:txBody>
      </p:sp>
      <p:sp>
        <p:nvSpPr>
          <p:cNvPr id="178" name="ProfiSoft ist ein Programm für den Verkauf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ProfiSoft ist ein Programm für den Verkauf</a:t>
            </a:r>
          </a:p>
          <a:p>
            <a:pPr/>
            <a:r>
              <a:t>Bereiche: Elektro &amp; Unterhaltungselektronik, Jagd &amp; Sportwaffen, Musikfachhandel und Spielwarenfachhandel</a:t>
            </a:r>
          </a:p>
          <a:p>
            <a:pPr/>
            <a:r>
              <a:t>Schnittstelle für Online Shops und Artikeldatenservice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Meine Aufgab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Meine Aufgaben</a:t>
            </a:r>
          </a:p>
        </p:txBody>
      </p:sp>
      <p:sp>
        <p:nvSpPr>
          <p:cNvPr id="181" name="Programmieren lernen in C#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Programmieren lernen in C#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Danke fürs Zuhören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Danke fürs Zuhören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 p14:dur="1500">
        <p:dissolv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