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3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Webnetz GmbH – Ausbildungsbetrieb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Präsentation von Moritz Winkelmann</a:t>
            </a:r>
          </a:p>
          <a:p>
            <a:pPr>
              <a:defRPr sz="1800"/>
            </a:pPr>
            <a:r>
              <a:t>Ausbildung: Fachinformatiker Anwendungsentwicklung</a:t>
            </a:r>
          </a:p>
          <a:p>
            <a:pPr>
              <a:defRPr sz="1800"/>
            </a:pPr>
            <a:r>
              <a:t>Standort: Lüneburg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EDV im Unternehmen –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Moderne PCs/Laptops, </a:t>
            </a:r>
            <a:r>
              <a:rPr dirty="0" err="1"/>
              <a:t>meist</a:t>
            </a:r>
            <a:r>
              <a:rPr dirty="0"/>
              <a:t> Windows, </a:t>
            </a:r>
            <a:r>
              <a:rPr dirty="0" err="1"/>
              <a:t>teilweise</a:t>
            </a:r>
            <a:r>
              <a:rPr dirty="0"/>
              <a:t> Mac</a:t>
            </a:r>
            <a:r>
              <a:rPr lang="de-DE" dirty="0"/>
              <a:t>, teilweise Linux</a:t>
            </a:r>
            <a:endParaRPr dirty="0"/>
          </a:p>
          <a:p>
            <a:pPr>
              <a:defRPr sz="1800"/>
            </a:pPr>
            <a:r>
              <a:rPr dirty="0"/>
              <a:t>2-Monitor-Arbeitsplätze</a:t>
            </a:r>
          </a:p>
          <a:p>
            <a:pPr>
              <a:defRPr sz="1800"/>
            </a:pPr>
            <a:r>
              <a:rPr lang="de-DE" dirty="0"/>
              <a:t>Interne </a:t>
            </a:r>
            <a:r>
              <a:rPr dirty="0"/>
              <a:t>Server-</a:t>
            </a:r>
            <a:r>
              <a:rPr dirty="0" err="1"/>
              <a:t>Infrastruktur</a:t>
            </a:r>
            <a:r>
              <a:rPr dirty="0"/>
              <a:t> und Cloud-Systeme</a:t>
            </a:r>
          </a:p>
          <a:p>
            <a:pPr>
              <a:defRPr sz="1800"/>
            </a:pPr>
            <a:r>
              <a:rPr dirty="0" err="1"/>
              <a:t>Sichere</a:t>
            </a:r>
            <a:r>
              <a:rPr dirty="0"/>
              <a:t> </a:t>
            </a:r>
            <a:r>
              <a:rPr dirty="0" err="1"/>
              <a:t>Netzwerke</a:t>
            </a:r>
            <a:r>
              <a:rPr dirty="0"/>
              <a:t> und VPN für </a:t>
            </a:r>
            <a:r>
              <a:rPr dirty="0" err="1"/>
              <a:t>Homeoffice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EDV im Unternehmen –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Microsoft 365 (Outlook, Excel, Word)</a:t>
            </a:r>
          </a:p>
          <a:p>
            <a:pPr>
              <a:defRPr sz="1800"/>
            </a:pPr>
            <a:r>
              <a:rPr dirty="0"/>
              <a:t>Jira, GitHub für </a:t>
            </a:r>
            <a:r>
              <a:rPr dirty="0" err="1"/>
              <a:t>Projektmanagement</a:t>
            </a:r>
            <a:r>
              <a:rPr dirty="0"/>
              <a:t> und </a:t>
            </a:r>
            <a:r>
              <a:rPr dirty="0" err="1"/>
              <a:t>Versionskontrolle</a:t>
            </a:r>
            <a:endParaRPr dirty="0"/>
          </a:p>
          <a:p>
            <a:pPr>
              <a:defRPr sz="1800"/>
            </a:pPr>
            <a:r>
              <a:rPr dirty="0"/>
              <a:t>Adobe Creative Suite </a:t>
            </a:r>
            <a:endParaRPr lang="de-DE" dirty="0"/>
          </a:p>
          <a:p>
            <a:pPr>
              <a:defRPr sz="1800"/>
            </a:pPr>
            <a:r>
              <a:rPr dirty="0" err="1"/>
              <a:t>Entwicklungsumgebungen</a:t>
            </a:r>
            <a:r>
              <a:rPr dirty="0"/>
              <a:t>: </a:t>
            </a:r>
            <a:r>
              <a:rPr lang="de-DE" dirty="0" err="1"/>
              <a:t>PHPStorm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Fazit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 err="1"/>
              <a:t>Modernes</a:t>
            </a:r>
            <a:r>
              <a:rPr dirty="0"/>
              <a:t> </a:t>
            </a:r>
            <a:r>
              <a:rPr dirty="0" err="1"/>
              <a:t>Unternehmen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Fokus</a:t>
            </a:r>
            <a:r>
              <a:rPr dirty="0"/>
              <a:t> auf </a:t>
            </a:r>
            <a:r>
              <a:rPr dirty="0" err="1"/>
              <a:t>Digitalisierung</a:t>
            </a:r>
            <a:endParaRPr dirty="0"/>
          </a:p>
          <a:p>
            <a:pPr>
              <a:defRPr sz="1800"/>
            </a:pPr>
            <a:r>
              <a:rPr dirty="0"/>
              <a:t>Sehr </a:t>
            </a:r>
            <a:r>
              <a:rPr dirty="0" err="1"/>
              <a:t>gute</a:t>
            </a:r>
            <a:r>
              <a:rPr dirty="0"/>
              <a:t> EDV-</a:t>
            </a:r>
            <a:r>
              <a:rPr dirty="0" err="1"/>
              <a:t>Infrastruktur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Bildschirmpräsentation (4:3)</PresentationFormat>
  <Paragraphs>21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Webnetz GmbH – Ausbildungsbetrieb</vt:lpstr>
      <vt:lpstr>EDV im Unternehmen – Hardware</vt:lpstr>
      <vt:lpstr>EDV im Unternehmen – Software</vt:lpstr>
      <vt:lpstr>Fazit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Moritz Winkelmann</cp:lastModifiedBy>
  <cp:revision>6</cp:revision>
  <dcterms:created xsi:type="dcterms:W3CDTF">2013-01-27T09:14:16Z</dcterms:created>
  <dcterms:modified xsi:type="dcterms:W3CDTF">2025-09-23T06:30:56Z</dcterms:modified>
  <cp:category/>
</cp:coreProperties>
</file>