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23dda9c2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23dda9c2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23dda9c2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23dda9c2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23dda9c2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23dda9c2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23dda9c2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23dda9c2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23dda9c2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23dda9c2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23dda9c2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23dda9c2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Distributionspolitik - Grundlagen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	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ist Distributionspolitik?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Teil des Marketing-Mix zur Erreichung von Marketingzielen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Legt fest: Welcher Weg führt vom Verkäufer zum Käufer?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Ziel: Produzierte Waren müssen ihre Käufer erreichen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Wichtige Faktoren vor Markteinführung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Unternehmensgröße und Finanzkraft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Erklärungsbedürftigkeit des Produktes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Transportfähigkeit des Produktes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Lagerfähigkeit des Produktes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Regelmäßige Überprüfung erforderlich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Überwachung potenzieller Absatzwege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Beobachtung der Kundenbedürfnisse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Anpassung von Organisation und Steuerung des Verkaufs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Vertriebswege &amp; Lösungen für Musterphone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Klassische Vertriebswege (Absatzwege)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de" sz="1600">
                <a:solidFill>
                  <a:schemeClr val="dk1"/>
                </a:solidFill>
              </a:rPr>
              <a:t>Ladeneinzelhandel (stationärer Handel)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de" sz="1600">
                <a:solidFill>
                  <a:schemeClr val="dk1"/>
                </a:solidFill>
              </a:rPr>
              <a:t>Katalog-Versandhandel (klassischer Versand)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de" sz="1600">
                <a:solidFill>
                  <a:schemeClr val="dk1"/>
                </a:solidFill>
              </a:rPr>
              <a:t>Internet-Versandhandel (Online-Shop)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de" sz="1600">
                <a:solidFill>
                  <a:schemeClr val="dk1"/>
                </a:solidFill>
              </a:rPr>
              <a:t>Handelsvertreter/Makler (persönlicher Vertrieb)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600">
                <a:solidFill>
                  <a:schemeClr val="dk1"/>
                </a:solidFill>
              </a:rPr>
              <a:t>Wichtig: Kombination mehrerer Absatzwege ist heute Standard!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7676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Konkrete Vorschläge gegen Absatzrückgang Musterphone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500">
                <a:solidFill>
                  <a:schemeClr val="dk1"/>
                </a:solidFill>
              </a:rPr>
              <a:t>Multi-Channel-Strategie ausbauen</a:t>
            </a:r>
            <a:endParaRPr sz="15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" sz="1300">
                <a:solidFill>
                  <a:schemeClr val="dk1"/>
                </a:solidFill>
              </a:rPr>
              <a:t>Online-Präsenz stärken: Eigener Webshop + Marktplätze (Amazon, eBay)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" sz="1300">
                <a:solidFill>
                  <a:schemeClr val="dk1"/>
                </a:solidFill>
              </a:rPr>
              <a:t>Stationären Handel optimieren: Präsenz in Elektronikmärkten erhöhen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" sz="1300">
                <a:solidFill>
                  <a:schemeClr val="dk1"/>
                </a:solidFill>
              </a:rPr>
              <a:t>Pop-Up-Stores: Temporäre Verkaufsflächen in Innenstädten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500">
                <a:solidFill>
                  <a:schemeClr val="dk1"/>
                </a:solidFill>
              </a:rPr>
              <a:t>Neue Vertriebskanäle erschließen</a:t>
            </a:r>
            <a:endParaRPr sz="15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" sz="1300">
                <a:solidFill>
                  <a:schemeClr val="dk1"/>
                </a:solidFill>
              </a:rPr>
              <a:t>Social Commerce: Direktverkauf über Instagram/TikTok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" sz="1300">
                <a:solidFill>
                  <a:schemeClr val="dk1"/>
                </a:solidFill>
              </a:rPr>
              <a:t>Direktvertrieb: Online-Bestellungen mit persönlicher Beratung kombinieren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" sz="1300">
                <a:solidFill>
                  <a:schemeClr val="dk1"/>
                </a:solidFill>
              </a:rPr>
              <a:t>B2B-Partnerschaften: Verkauf über Mobilfunkanbieter verstärken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Konkrete Vorschläge gegen Absatzrückgang Musterphone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500">
                <a:solidFill>
                  <a:schemeClr val="dk1"/>
                </a:solidFill>
              </a:rPr>
              <a:t>Kundennähe verbessern</a:t>
            </a:r>
            <a:endParaRPr sz="15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" sz="1300">
                <a:solidFill>
                  <a:schemeClr val="dk1"/>
                </a:solidFill>
              </a:rPr>
              <a:t>Click &amp; Collect: Online bestellen, im Laden abholen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" sz="1300">
                <a:solidFill>
                  <a:schemeClr val="dk1"/>
                </a:solidFill>
              </a:rPr>
              <a:t>Home-Service: Handelsvertreter für Beratung und Verkauf vor Ort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" sz="1300">
                <a:solidFill>
                  <a:schemeClr val="dk1"/>
                </a:solidFill>
              </a:rPr>
              <a:t>Same-Day-Delivery: Schnelle Lieferung im </a:t>
            </a:r>
            <a:r>
              <a:rPr lang="de" sz="1300">
                <a:solidFill>
                  <a:schemeClr val="dk1"/>
                </a:solidFill>
              </a:rPr>
              <a:t>Internetversandhandel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500">
                <a:solidFill>
                  <a:schemeClr val="dk1"/>
                </a:solidFill>
              </a:rPr>
              <a:t>Erreichbarkeit maximieren</a:t>
            </a:r>
            <a:endParaRPr sz="15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" sz="1300">
                <a:solidFill>
                  <a:schemeClr val="dk1"/>
                </a:solidFill>
              </a:rPr>
              <a:t>Geografische Expansion: Neue Märkte/Regionen erschließen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" sz="1300">
                <a:solidFill>
                  <a:schemeClr val="dk1"/>
                </a:solidFill>
              </a:rPr>
              <a:t>24/7 Verfügbarkeit: Rund-um-die-Uhr-Bestellung im Online-Shop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