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7.svg"/><Relationship Id="rId4" Type="http://schemas.openxmlformats.org/officeDocument/2006/relationships/image" Target="../media/image18.svg"/><Relationship Id="rId9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7.svg"/><Relationship Id="rId4" Type="http://schemas.openxmlformats.org/officeDocument/2006/relationships/image" Target="../media/image18.svg"/><Relationship Id="rId9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54559E-E825-4496-ADBB-41BD35C919F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145A74-236F-4800-89F7-EFA6F8B3A21B}">
      <dgm:prSet/>
      <dgm:spPr/>
      <dgm:t>
        <a:bodyPr/>
        <a:lstStyle/>
        <a:p>
          <a:r>
            <a:rPr lang="en-US"/>
            <a:t>Produktinnovation: Entwicklung eines komplett neuen Produkts</a:t>
          </a:r>
        </a:p>
      </dgm:t>
    </dgm:pt>
    <dgm:pt modelId="{007CDE18-2734-45D4-B5B4-A42FD2F1A9BE}" type="parTrans" cxnId="{59332296-9FA6-404F-88AE-A17C4BA7076C}">
      <dgm:prSet/>
      <dgm:spPr/>
      <dgm:t>
        <a:bodyPr/>
        <a:lstStyle/>
        <a:p>
          <a:endParaRPr lang="en-US"/>
        </a:p>
      </dgm:t>
    </dgm:pt>
    <dgm:pt modelId="{ABEFAE16-5616-47A2-BA59-B7375C1583F6}" type="sibTrans" cxnId="{59332296-9FA6-404F-88AE-A17C4BA7076C}">
      <dgm:prSet/>
      <dgm:spPr/>
      <dgm:t>
        <a:bodyPr/>
        <a:lstStyle/>
        <a:p>
          <a:endParaRPr lang="en-US"/>
        </a:p>
      </dgm:t>
    </dgm:pt>
    <dgm:pt modelId="{9EA1660C-62B2-4A68-AB8B-89FACE0386ED}">
      <dgm:prSet/>
      <dgm:spPr/>
      <dgm:t>
        <a:bodyPr/>
        <a:lstStyle/>
        <a:p>
          <a:r>
            <a:rPr lang="en-US"/>
            <a:t>Produktvariation: Anpassung bestehender Produkte an Kundenbedürfnisse</a:t>
          </a:r>
        </a:p>
      </dgm:t>
    </dgm:pt>
    <dgm:pt modelId="{8E4EFC1E-45A8-4311-9CB7-87159D032F42}" type="parTrans" cxnId="{F283CABE-23A3-479B-8DC6-B5B0E23F3DE4}">
      <dgm:prSet/>
      <dgm:spPr/>
      <dgm:t>
        <a:bodyPr/>
        <a:lstStyle/>
        <a:p>
          <a:endParaRPr lang="en-US"/>
        </a:p>
      </dgm:t>
    </dgm:pt>
    <dgm:pt modelId="{04D9A78C-68C3-424F-90CD-999F3FB6BB52}" type="sibTrans" cxnId="{F283CABE-23A3-479B-8DC6-B5B0E23F3DE4}">
      <dgm:prSet/>
      <dgm:spPr/>
      <dgm:t>
        <a:bodyPr/>
        <a:lstStyle/>
        <a:p>
          <a:endParaRPr lang="en-US"/>
        </a:p>
      </dgm:t>
    </dgm:pt>
    <dgm:pt modelId="{E99EB399-3D1E-4708-A02F-7A6405DE2860}">
      <dgm:prSet/>
      <dgm:spPr/>
      <dgm:t>
        <a:bodyPr/>
        <a:lstStyle/>
        <a:p>
          <a:r>
            <a:rPr lang="en-US"/>
            <a:t>Produktelimination: Entfernung erfolgloser Produkte vom Markt</a:t>
          </a:r>
        </a:p>
      </dgm:t>
    </dgm:pt>
    <dgm:pt modelId="{7F7C5F98-8082-48D5-98E6-83F1699915DB}" type="parTrans" cxnId="{794B4B5B-BBE4-4789-B60C-BF2E87D8E52A}">
      <dgm:prSet/>
      <dgm:spPr/>
      <dgm:t>
        <a:bodyPr/>
        <a:lstStyle/>
        <a:p>
          <a:endParaRPr lang="en-US"/>
        </a:p>
      </dgm:t>
    </dgm:pt>
    <dgm:pt modelId="{FDADC75E-E86A-4C89-AB66-039E109205EC}" type="sibTrans" cxnId="{794B4B5B-BBE4-4789-B60C-BF2E87D8E52A}">
      <dgm:prSet/>
      <dgm:spPr/>
      <dgm:t>
        <a:bodyPr/>
        <a:lstStyle/>
        <a:p>
          <a:endParaRPr lang="en-US"/>
        </a:p>
      </dgm:t>
    </dgm:pt>
    <dgm:pt modelId="{6B34848C-E902-4C8E-8547-75BA82CE36D8}" type="pres">
      <dgm:prSet presAssocID="{C254559E-E825-4496-ADBB-41BD35C919FC}" presName="outerComposite" presStyleCnt="0">
        <dgm:presLayoutVars>
          <dgm:chMax val="5"/>
          <dgm:dir/>
          <dgm:resizeHandles val="exact"/>
        </dgm:presLayoutVars>
      </dgm:prSet>
      <dgm:spPr/>
    </dgm:pt>
    <dgm:pt modelId="{EF1FE9E3-A433-4773-963B-19074D8EDEB6}" type="pres">
      <dgm:prSet presAssocID="{C254559E-E825-4496-ADBB-41BD35C919FC}" presName="dummyMaxCanvas" presStyleCnt="0">
        <dgm:presLayoutVars/>
      </dgm:prSet>
      <dgm:spPr/>
    </dgm:pt>
    <dgm:pt modelId="{06826B2A-CD81-4C56-9787-107BFC3875FA}" type="pres">
      <dgm:prSet presAssocID="{C254559E-E825-4496-ADBB-41BD35C919FC}" presName="ThreeNodes_1" presStyleLbl="node1" presStyleIdx="0" presStyleCnt="3">
        <dgm:presLayoutVars>
          <dgm:bulletEnabled val="1"/>
        </dgm:presLayoutVars>
      </dgm:prSet>
      <dgm:spPr/>
    </dgm:pt>
    <dgm:pt modelId="{F7249E20-AF2A-48DA-AAD2-CC0D39FFEC99}" type="pres">
      <dgm:prSet presAssocID="{C254559E-E825-4496-ADBB-41BD35C919FC}" presName="ThreeNodes_2" presStyleLbl="node1" presStyleIdx="1" presStyleCnt="3">
        <dgm:presLayoutVars>
          <dgm:bulletEnabled val="1"/>
        </dgm:presLayoutVars>
      </dgm:prSet>
      <dgm:spPr/>
    </dgm:pt>
    <dgm:pt modelId="{1AE5E6B9-F317-4AA3-8E53-DB7BD3C6911A}" type="pres">
      <dgm:prSet presAssocID="{C254559E-E825-4496-ADBB-41BD35C919FC}" presName="ThreeNodes_3" presStyleLbl="node1" presStyleIdx="2" presStyleCnt="3">
        <dgm:presLayoutVars>
          <dgm:bulletEnabled val="1"/>
        </dgm:presLayoutVars>
      </dgm:prSet>
      <dgm:spPr/>
    </dgm:pt>
    <dgm:pt modelId="{21EAAFB9-4B82-4A97-A81E-2740D0C68DF7}" type="pres">
      <dgm:prSet presAssocID="{C254559E-E825-4496-ADBB-41BD35C919FC}" presName="ThreeConn_1-2" presStyleLbl="fgAccFollowNode1" presStyleIdx="0" presStyleCnt="2">
        <dgm:presLayoutVars>
          <dgm:bulletEnabled val="1"/>
        </dgm:presLayoutVars>
      </dgm:prSet>
      <dgm:spPr/>
    </dgm:pt>
    <dgm:pt modelId="{A59A2C06-4D86-4598-AFB1-0B14CF0B1953}" type="pres">
      <dgm:prSet presAssocID="{C254559E-E825-4496-ADBB-41BD35C919FC}" presName="ThreeConn_2-3" presStyleLbl="fgAccFollowNode1" presStyleIdx="1" presStyleCnt="2">
        <dgm:presLayoutVars>
          <dgm:bulletEnabled val="1"/>
        </dgm:presLayoutVars>
      </dgm:prSet>
      <dgm:spPr/>
    </dgm:pt>
    <dgm:pt modelId="{A5D9E427-EEB4-4E88-9551-02AD7287203C}" type="pres">
      <dgm:prSet presAssocID="{C254559E-E825-4496-ADBB-41BD35C919FC}" presName="ThreeNodes_1_text" presStyleLbl="node1" presStyleIdx="2" presStyleCnt="3">
        <dgm:presLayoutVars>
          <dgm:bulletEnabled val="1"/>
        </dgm:presLayoutVars>
      </dgm:prSet>
      <dgm:spPr/>
    </dgm:pt>
    <dgm:pt modelId="{E0D880FD-30B6-49FE-8C85-22041CBAE70E}" type="pres">
      <dgm:prSet presAssocID="{C254559E-E825-4496-ADBB-41BD35C919FC}" presName="ThreeNodes_2_text" presStyleLbl="node1" presStyleIdx="2" presStyleCnt="3">
        <dgm:presLayoutVars>
          <dgm:bulletEnabled val="1"/>
        </dgm:presLayoutVars>
      </dgm:prSet>
      <dgm:spPr/>
    </dgm:pt>
    <dgm:pt modelId="{00D8CDC5-7EB6-4077-B0FE-FA7B88D596D4}" type="pres">
      <dgm:prSet presAssocID="{C254559E-E825-4496-ADBB-41BD35C919F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1C86931-4D2D-4F1C-8040-135618709402}" type="presOf" srcId="{9EA1660C-62B2-4A68-AB8B-89FACE0386ED}" destId="{E0D880FD-30B6-49FE-8C85-22041CBAE70E}" srcOrd="1" destOrd="0" presId="urn:microsoft.com/office/officeart/2005/8/layout/vProcess5"/>
    <dgm:cxn modelId="{1E063C39-09E8-4175-962D-EE309B65CC96}" type="presOf" srcId="{E99EB399-3D1E-4708-A02F-7A6405DE2860}" destId="{00D8CDC5-7EB6-4077-B0FE-FA7B88D596D4}" srcOrd="1" destOrd="0" presId="urn:microsoft.com/office/officeart/2005/8/layout/vProcess5"/>
    <dgm:cxn modelId="{DB207B39-B993-484E-95C9-54BD0DCC8E44}" type="presOf" srcId="{04D9A78C-68C3-424F-90CD-999F3FB6BB52}" destId="{A59A2C06-4D86-4598-AFB1-0B14CF0B1953}" srcOrd="0" destOrd="0" presId="urn:microsoft.com/office/officeart/2005/8/layout/vProcess5"/>
    <dgm:cxn modelId="{794B4B5B-BBE4-4789-B60C-BF2E87D8E52A}" srcId="{C254559E-E825-4496-ADBB-41BD35C919FC}" destId="{E99EB399-3D1E-4708-A02F-7A6405DE2860}" srcOrd="2" destOrd="0" parTransId="{7F7C5F98-8082-48D5-98E6-83F1699915DB}" sibTransId="{FDADC75E-E86A-4C89-AB66-039E109205EC}"/>
    <dgm:cxn modelId="{A4DE8D64-BC9E-4CCC-A0ED-ACD6A66B52C6}" type="presOf" srcId="{C254559E-E825-4496-ADBB-41BD35C919FC}" destId="{6B34848C-E902-4C8E-8547-75BA82CE36D8}" srcOrd="0" destOrd="0" presId="urn:microsoft.com/office/officeart/2005/8/layout/vProcess5"/>
    <dgm:cxn modelId="{1FAC4950-57F9-4BF0-9D97-B1A6EE3C25F1}" type="presOf" srcId="{E99EB399-3D1E-4708-A02F-7A6405DE2860}" destId="{1AE5E6B9-F317-4AA3-8E53-DB7BD3C6911A}" srcOrd="0" destOrd="0" presId="urn:microsoft.com/office/officeart/2005/8/layout/vProcess5"/>
    <dgm:cxn modelId="{9B5E4878-4E88-424E-BCD6-105008FA4122}" type="presOf" srcId="{ABEFAE16-5616-47A2-BA59-B7375C1583F6}" destId="{21EAAFB9-4B82-4A97-A81E-2740D0C68DF7}" srcOrd="0" destOrd="0" presId="urn:microsoft.com/office/officeart/2005/8/layout/vProcess5"/>
    <dgm:cxn modelId="{D8121C7D-1906-485D-9BAA-1E895214D3F8}" type="presOf" srcId="{66145A74-236F-4800-89F7-EFA6F8B3A21B}" destId="{A5D9E427-EEB4-4E88-9551-02AD7287203C}" srcOrd="1" destOrd="0" presId="urn:microsoft.com/office/officeart/2005/8/layout/vProcess5"/>
    <dgm:cxn modelId="{59332296-9FA6-404F-88AE-A17C4BA7076C}" srcId="{C254559E-E825-4496-ADBB-41BD35C919FC}" destId="{66145A74-236F-4800-89F7-EFA6F8B3A21B}" srcOrd="0" destOrd="0" parTransId="{007CDE18-2734-45D4-B5B4-A42FD2F1A9BE}" sibTransId="{ABEFAE16-5616-47A2-BA59-B7375C1583F6}"/>
    <dgm:cxn modelId="{471041AB-87BD-4C72-8C21-618BF5C8E9EF}" type="presOf" srcId="{9EA1660C-62B2-4A68-AB8B-89FACE0386ED}" destId="{F7249E20-AF2A-48DA-AAD2-CC0D39FFEC99}" srcOrd="0" destOrd="0" presId="urn:microsoft.com/office/officeart/2005/8/layout/vProcess5"/>
    <dgm:cxn modelId="{F283CABE-23A3-479B-8DC6-B5B0E23F3DE4}" srcId="{C254559E-E825-4496-ADBB-41BD35C919FC}" destId="{9EA1660C-62B2-4A68-AB8B-89FACE0386ED}" srcOrd="1" destOrd="0" parTransId="{8E4EFC1E-45A8-4311-9CB7-87159D032F42}" sibTransId="{04D9A78C-68C3-424F-90CD-999F3FB6BB52}"/>
    <dgm:cxn modelId="{DD47D4CA-17AE-4100-8B24-1032AFA0CD88}" type="presOf" srcId="{66145A74-236F-4800-89F7-EFA6F8B3A21B}" destId="{06826B2A-CD81-4C56-9787-107BFC3875FA}" srcOrd="0" destOrd="0" presId="urn:microsoft.com/office/officeart/2005/8/layout/vProcess5"/>
    <dgm:cxn modelId="{AB2380B5-170E-42EC-AC65-0BADACFFC56B}" type="presParOf" srcId="{6B34848C-E902-4C8E-8547-75BA82CE36D8}" destId="{EF1FE9E3-A433-4773-963B-19074D8EDEB6}" srcOrd="0" destOrd="0" presId="urn:microsoft.com/office/officeart/2005/8/layout/vProcess5"/>
    <dgm:cxn modelId="{018AA0F1-D0A4-4D3F-9C6C-3F5C8796EF56}" type="presParOf" srcId="{6B34848C-E902-4C8E-8547-75BA82CE36D8}" destId="{06826B2A-CD81-4C56-9787-107BFC3875FA}" srcOrd="1" destOrd="0" presId="urn:microsoft.com/office/officeart/2005/8/layout/vProcess5"/>
    <dgm:cxn modelId="{03B1D309-E606-40A2-9EF4-AC313E033023}" type="presParOf" srcId="{6B34848C-E902-4C8E-8547-75BA82CE36D8}" destId="{F7249E20-AF2A-48DA-AAD2-CC0D39FFEC99}" srcOrd="2" destOrd="0" presId="urn:microsoft.com/office/officeart/2005/8/layout/vProcess5"/>
    <dgm:cxn modelId="{FB8DACF8-FA73-4522-BBBA-4075555C92EA}" type="presParOf" srcId="{6B34848C-E902-4C8E-8547-75BA82CE36D8}" destId="{1AE5E6B9-F317-4AA3-8E53-DB7BD3C6911A}" srcOrd="3" destOrd="0" presId="urn:microsoft.com/office/officeart/2005/8/layout/vProcess5"/>
    <dgm:cxn modelId="{17BB7891-CA25-4860-A2F1-0B1D2189CAF6}" type="presParOf" srcId="{6B34848C-E902-4C8E-8547-75BA82CE36D8}" destId="{21EAAFB9-4B82-4A97-A81E-2740D0C68DF7}" srcOrd="4" destOrd="0" presId="urn:microsoft.com/office/officeart/2005/8/layout/vProcess5"/>
    <dgm:cxn modelId="{92DC8B64-AC7B-407E-ADB8-C83DC2E8A084}" type="presParOf" srcId="{6B34848C-E902-4C8E-8547-75BA82CE36D8}" destId="{A59A2C06-4D86-4598-AFB1-0B14CF0B1953}" srcOrd="5" destOrd="0" presId="urn:microsoft.com/office/officeart/2005/8/layout/vProcess5"/>
    <dgm:cxn modelId="{B34D0905-3880-4D2D-8C60-8240D73B064D}" type="presParOf" srcId="{6B34848C-E902-4C8E-8547-75BA82CE36D8}" destId="{A5D9E427-EEB4-4E88-9551-02AD7287203C}" srcOrd="6" destOrd="0" presId="urn:microsoft.com/office/officeart/2005/8/layout/vProcess5"/>
    <dgm:cxn modelId="{4E3CB425-60F1-4B70-9C9D-1A614761C44A}" type="presParOf" srcId="{6B34848C-E902-4C8E-8547-75BA82CE36D8}" destId="{E0D880FD-30B6-49FE-8C85-22041CBAE70E}" srcOrd="7" destOrd="0" presId="urn:microsoft.com/office/officeart/2005/8/layout/vProcess5"/>
    <dgm:cxn modelId="{8D5ACF99-9AF0-409C-B48D-2F293392DC60}" type="presParOf" srcId="{6B34848C-E902-4C8E-8547-75BA82CE36D8}" destId="{00D8CDC5-7EB6-4077-B0FE-FA7B88D596D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93E012-D87C-4AAD-A9B2-E3CACE9277E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0704C8-6A0A-492B-9442-99CEB244F5FA}">
      <dgm:prSet/>
      <dgm:spPr/>
      <dgm:t>
        <a:bodyPr/>
        <a:lstStyle/>
        <a:p>
          <a:r>
            <a:rPr lang="en-US"/>
            <a:t>Nur in schwarzer Farbe erhältlich</a:t>
          </a:r>
        </a:p>
      </dgm:t>
    </dgm:pt>
    <dgm:pt modelId="{A735B8F4-38A1-4173-B68C-FE1281AE50F0}" type="parTrans" cxnId="{9D37FE74-8B6C-4A1D-99E9-8978A9656ABD}">
      <dgm:prSet/>
      <dgm:spPr/>
      <dgm:t>
        <a:bodyPr/>
        <a:lstStyle/>
        <a:p>
          <a:endParaRPr lang="en-US"/>
        </a:p>
      </dgm:t>
    </dgm:pt>
    <dgm:pt modelId="{1E5CE8C3-6F70-444E-869F-A268FCC4EE0C}" type="sibTrans" cxnId="{9D37FE74-8B6C-4A1D-99E9-8978A9656ABD}">
      <dgm:prSet/>
      <dgm:spPr/>
      <dgm:t>
        <a:bodyPr/>
        <a:lstStyle/>
        <a:p>
          <a:endParaRPr lang="en-US"/>
        </a:p>
      </dgm:t>
    </dgm:pt>
    <dgm:pt modelId="{FF1965D1-98A3-4C3A-9815-853FE161BCD5}">
      <dgm:prSet/>
      <dgm:spPr/>
      <dgm:t>
        <a:bodyPr/>
        <a:lstStyle/>
        <a:p>
          <a:r>
            <a:rPr lang="en-US"/>
            <a:t>Seit zwei Jahren unverändert auf dem Markt</a:t>
          </a:r>
        </a:p>
      </dgm:t>
    </dgm:pt>
    <dgm:pt modelId="{9D83CF1A-1B99-4401-886D-E534211F0397}" type="parTrans" cxnId="{2CFA4DA2-84A8-4389-9183-7ED80CFDFF82}">
      <dgm:prSet/>
      <dgm:spPr/>
      <dgm:t>
        <a:bodyPr/>
        <a:lstStyle/>
        <a:p>
          <a:endParaRPr lang="en-US"/>
        </a:p>
      </dgm:t>
    </dgm:pt>
    <dgm:pt modelId="{EC2E7FFB-8F96-4048-A767-75B271BA1C21}" type="sibTrans" cxnId="{2CFA4DA2-84A8-4389-9183-7ED80CFDFF82}">
      <dgm:prSet/>
      <dgm:spPr/>
      <dgm:t>
        <a:bodyPr/>
        <a:lstStyle/>
        <a:p>
          <a:endParaRPr lang="en-US"/>
        </a:p>
      </dgm:t>
    </dgm:pt>
    <dgm:pt modelId="{306452F5-7A31-4FF2-8DDB-677CD8F9E680}">
      <dgm:prSet/>
      <dgm:spPr/>
      <dgm:t>
        <a:bodyPr/>
        <a:lstStyle/>
        <a:p>
          <a:r>
            <a:rPr lang="en-US"/>
            <a:t>Rückläufige Absatzzahlen</a:t>
          </a:r>
        </a:p>
      </dgm:t>
    </dgm:pt>
    <dgm:pt modelId="{CE0E0C36-9E73-4924-96B9-A73D39D2CD43}" type="parTrans" cxnId="{20CA4AF7-6CFC-420A-B0B8-71515C440199}">
      <dgm:prSet/>
      <dgm:spPr/>
      <dgm:t>
        <a:bodyPr/>
        <a:lstStyle/>
        <a:p>
          <a:endParaRPr lang="en-US"/>
        </a:p>
      </dgm:t>
    </dgm:pt>
    <dgm:pt modelId="{577AEC4B-9595-45A1-91DD-6D1433D23C41}" type="sibTrans" cxnId="{20CA4AF7-6CFC-420A-B0B8-71515C440199}">
      <dgm:prSet/>
      <dgm:spPr/>
      <dgm:t>
        <a:bodyPr/>
        <a:lstStyle/>
        <a:p>
          <a:endParaRPr lang="en-US"/>
        </a:p>
      </dgm:t>
    </dgm:pt>
    <dgm:pt modelId="{4FE99958-0725-4857-BE29-70CA6012D731}">
      <dgm:prSet/>
      <dgm:spPr/>
      <dgm:t>
        <a:bodyPr/>
        <a:lstStyle/>
        <a:p>
          <a:r>
            <a:rPr lang="en-US"/>
            <a:t>Technologische Weiterentwicklung der Konkurrenz</a:t>
          </a:r>
        </a:p>
      </dgm:t>
    </dgm:pt>
    <dgm:pt modelId="{09C8B54B-3B37-423D-B075-3F9F4132B384}" type="parTrans" cxnId="{CC394CD2-4A6C-46F2-B225-6BC22FE23ECF}">
      <dgm:prSet/>
      <dgm:spPr/>
      <dgm:t>
        <a:bodyPr/>
        <a:lstStyle/>
        <a:p>
          <a:endParaRPr lang="en-US"/>
        </a:p>
      </dgm:t>
    </dgm:pt>
    <dgm:pt modelId="{8977B41F-C045-40BA-8DDC-711C18A65AA8}" type="sibTrans" cxnId="{CC394CD2-4A6C-46F2-B225-6BC22FE23ECF}">
      <dgm:prSet/>
      <dgm:spPr/>
      <dgm:t>
        <a:bodyPr/>
        <a:lstStyle/>
        <a:p>
          <a:endParaRPr lang="en-US"/>
        </a:p>
      </dgm:t>
    </dgm:pt>
    <dgm:pt modelId="{55A0F067-4938-4807-9CEC-0E9E969404B2}">
      <dgm:prSet/>
      <dgm:spPr/>
      <dgm:t>
        <a:bodyPr/>
        <a:lstStyle/>
        <a:p>
          <a:r>
            <a:rPr lang="en-US"/>
            <a:t>Eingeschränkte Produktvielfalt</a:t>
          </a:r>
        </a:p>
      </dgm:t>
    </dgm:pt>
    <dgm:pt modelId="{42F36A4A-69FA-4448-8425-05C13D4461DC}" type="parTrans" cxnId="{5D0A2CAC-3F66-4ED1-A40F-3129283DCE69}">
      <dgm:prSet/>
      <dgm:spPr/>
      <dgm:t>
        <a:bodyPr/>
        <a:lstStyle/>
        <a:p>
          <a:endParaRPr lang="en-US"/>
        </a:p>
      </dgm:t>
    </dgm:pt>
    <dgm:pt modelId="{D4881474-E265-4C9D-B25B-46BCB590E244}" type="sibTrans" cxnId="{5D0A2CAC-3F66-4ED1-A40F-3129283DCE69}">
      <dgm:prSet/>
      <dgm:spPr/>
      <dgm:t>
        <a:bodyPr/>
        <a:lstStyle/>
        <a:p>
          <a:endParaRPr lang="en-US"/>
        </a:p>
      </dgm:t>
    </dgm:pt>
    <dgm:pt modelId="{7CC86584-9204-4AA1-88E2-6DDC3FFC868F}">
      <dgm:prSet/>
      <dgm:spPr/>
      <dgm:t>
        <a:bodyPr/>
        <a:lstStyle/>
        <a:p>
          <a:r>
            <a:rPr lang="en-US"/>
            <a:t>Veraltete Features im Vergleich zum Wettbewerb</a:t>
          </a:r>
        </a:p>
      </dgm:t>
    </dgm:pt>
    <dgm:pt modelId="{854C1EBA-1BD8-41F3-8114-FB26F9C86DDD}" type="parTrans" cxnId="{C790D411-31B4-4A79-94C9-218F328D2F4B}">
      <dgm:prSet/>
      <dgm:spPr/>
      <dgm:t>
        <a:bodyPr/>
        <a:lstStyle/>
        <a:p>
          <a:endParaRPr lang="en-US"/>
        </a:p>
      </dgm:t>
    </dgm:pt>
    <dgm:pt modelId="{94EE7134-DEAC-4621-8239-D6FA54ADD4C8}" type="sibTrans" cxnId="{C790D411-31B4-4A79-94C9-218F328D2F4B}">
      <dgm:prSet/>
      <dgm:spPr/>
      <dgm:t>
        <a:bodyPr/>
        <a:lstStyle/>
        <a:p>
          <a:endParaRPr lang="en-US"/>
        </a:p>
      </dgm:t>
    </dgm:pt>
    <dgm:pt modelId="{D0AEF1B6-CF96-4754-9D6A-F8E05C87BDBF}" type="pres">
      <dgm:prSet presAssocID="{1693E012-D87C-4AAD-A9B2-E3CACE9277E5}" presName="diagram" presStyleCnt="0">
        <dgm:presLayoutVars>
          <dgm:dir/>
          <dgm:resizeHandles val="exact"/>
        </dgm:presLayoutVars>
      </dgm:prSet>
      <dgm:spPr/>
    </dgm:pt>
    <dgm:pt modelId="{487A48F4-054B-412D-AB44-1E71852A9E3C}" type="pres">
      <dgm:prSet presAssocID="{110704C8-6A0A-492B-9442-99CEB244F5FA}" presName="node" presStyleLbl="node1" presStyleIdx="0" presStyleCnt="6">
        <dgm:presLayoutVars>
          <dgm:bulletEnabled val="1"/>
        </dgm:presLayoutVars>
      </dgm:prSet>
      <dgm:spPr/>
    </dgm:pt>
    <dgm:pt modelId="{AE1460BB-E610-4E52-AB70-7D7D1298B529}" type="pres">
      <dgm:prSet presAssocID="{1E5CE8C3-6F70-444E-869F-A268FCC4EE0C}" presName="sibTrans" presStyleCnt="0"/>
      <dgm:spPr/>
    </dgm:pt>
    <dgm:pt modelId="{FA8664D6-8372-42DF-B300-D1030E6B1635}" type="pres">
      <dgm:prSet presAssocID="{FF1965D1-98A3-4C3A-9815-853FE161BCD5}" presName="node" presStyleLbl="node1" presStyleIdx="1" presStyleCnt="6">
        <dgm:presLayoutVars>
          <dgm:bulletEnabled val="1"/>
        </dgm:presLayoutVars>
      </dgm:prSet>
      <dgm:spPr/>
    </dgm:pt>
    <dgm:pt modelId="{7A4B7D21-D5F4-48FA-A224-9E8465F645EE}" type="pres">
      <dgm:prSet presAssocID="{EC2E7FFB-8F96-4048-A767-75B271BA1C21}" presName="sibTrans" presStyleCnt="0"/>
      <dgm:spPr/>
    </dgm:pt>
    <dgm:pt modelId="{63291134-C319-4DE5-86E6-04B141B54321}" type="pres">
      <dgm:prSet presAssocID="{306452F5-7A31-4FF2-8DDB-677CD8F9E680}" presName="node" presStyleLbl="node1" presStyleIdx="2" presStyleCnt="6">
        <dgm:presLayoutVars>
          <dgm:bulletEnabled val="1"/>
        </dgm:presLayoutVars>
      </dgm:prSet>
      <dgm:spPr/>
    </dgm:pt>
    <dgm:pt modelId="{54CD465F-AC0B-4E47-A48C-BB7EB7CD2720}" type="pres">
      <dgm:prSet presAssocID="{577AEC4B-9595-45A1-91DD-6D1433D23C41}" presName="sibTrans" presStyleCnt="0"/>
      <dgm:spPr/>
    </dgm:pt>
    <dgm:pt modelId="{6FF252D9-BD41-4FA5-A0EA-BDD582F53F48}" type="pres">
      <dgm:prSet presAssocID="{4FE99958-0725-4857-BE29-70CA6012D731}" presName="node" presStyleLbl="node1" presStyleIdx="3" presStyleCnt="6">
        <dgm:presLayoutVars>
          <dgm:bulletEnabled val="1"/>
        </dgm:presLayoutVars>
      </dgm:prSet>
      <dgm:spPr/>
    </dgm:pt>
    <dgm:pt modelId="{60EB31FF-4548-4891-968F-00F9A2ADAAC4}" type="pres">
      <dgm:prSet presAssocID="{8977B41F-C045-40BA-8DDC-711C18A65AA8}" presName="sibTrans" presStyleCnt="0"/>
      <dgm:spPr/>
    </dgm:pt>
    <dgm:pt modelId="{B8EB22C8-AF92-4D7F-9A6C-EAF3AED61E6C}" type="pres">
      <dgm:prSet presAssocID="{55A0F067-4938-4807-9CEC-0E9E969404B2}" presName="node" presStyleLbl="node1" presStyleIdx="4" presStyleCnt="6">
        <dgm:presLayoutVars>
          <dgm:bulletEnabled val="1"/>
        </dgm:presLayoutVars>
      </dgm:prSet>
      <dgm:spPr/>
    </dgm:pt>
    <dgm:pt modelId="{37AFEA4E-D30B-4C37-A7DE-349932FF8835}" type="pres">
      <dgm:prSet presAssocID="{D4881474-E265-4C9D-B25B-46BCB590E244}" presName="sibTrans" presStyleCnt="0"/>
      <dgm:spPr/>
    </dgm:pt>
    <dgm:pt modelId="{6E76DAC9-69B3-4C8C-867A-B842519BF292}" type="pres">
      <dgm:prSet presAssocID="{7CC86584-9204-4AA1-88E2-6DDC3FFC868F}" presName="node" presStyleLbl="node1" presStyleIdx="5" presStyleCnt="6">
        <dgm:presLayoutVars>
          <dgm:bulletEnabled val="1"/>
        </dgm:presLayoutVars>
      </dgm:prSet>
      <dgm:spPr/>
    </dgm:pt>
  </dgm:ptLst>
  <dgm:cxnLst>
    <dgm:cxn modelId="{B24BEC0B-6222-41D6-9052-5FDD1072C071}" type="presOf" srcId="{FF1965D1-98A3-4C3A-9815-853FE161BCD5}" destId="{FA8664D6-8372-42DF-B300-D1030E6B1635}" srcOrd="0" destOrd="0" presId="urn:microsoft.com/office/officeart/2005/8/layout/default"/>
    <dgm:cxn modelId="{C790D411-31B4-4A79-94C9-218F328D2F4B}" srcId="{1693E012-D87C-4AAD-A9B2-E3CACE9277E5}" destId="{7CC86584-9204-4AA1-88E2-6DDC3FFC868F}" srcOrd="5" destOrd="0" parTransId="{854C1EBA-1BD8-41F3-8114-FB26F9C86DDD}" sibTransId="{94EE7134-DEAC-4621-8239-D6FA54ADD4C8}"/>
    <dgm:cxn modelId="{D7AA0326-1AFF-4111-A8C6-3FE84E410E1F}" type="presOf" srcId="{110704C8-6A0A-492B-9442-99CEB244F5FA}" destId="{487A48F4-054B-412D-AB44-1E71852A9E3C}" srcOrd="0" destOrd="0" presId="urn:microsoft.com/office/officeart/2005/8/layout/default"/>
    <dgm:cxn modelId="{7787BA3C-310B-4724-BD38-C15ED0286A83}" type="presOf" srcId="{4FE99958-0725-4857-BE29-70CA6012D731}" destId="{6FF252D9-BD41-4FA5-A0EA-BDD582F53F48}" srcOrd="0" destOrd="0" presId="urn:microsoft.com/office/officeart/2005/8/layout/default"/>
    <dgm:cxn modelId="{A9BCAE5D-E4EB-4C5F-8ACD-345797F82DBF}" type="presOf" srcId="{55A0F067-4938-4807-9CEC-0E9E969404B2}" destId="{B8EB22C8-AF92-4D7F-9A6C-EAF3AED61E6C}" srcOrd="0" destOrd="0" presId="urn:microsoft.com/office/officeart/2005/8/layout/default"/>
    <dgm:cxn modelId="{827A495F-CD89-4D86-B176-CCD2BB6C3257}" type="presOf" srcId="{306452F5-7A31-4FF2-8DDB-677CD8F9E680}" destId="{63291134-C319-4DE5-86E6-04B141B54321}" srcOrd="0" destOrd="0" presId="urn:microsoft.com/office/officeart/2005/8/layout/default"/>
    <dgm:cxn modelId="{9D37FE74-8B6C-4A1D-99E9-8978A9656ABD}" srcId="{1693E012-D87C-4AAD-A9B2-E3CACE9277E5}" destId="{110704C8-6A0A-492B-9442-99CEB244F5FA}" srcOrd="0" destOrd="0" parTransId="{A735B8F4-38A1-4173-B68C-FE1281AE50F0}" sibTransId="{1E5CE8C3-6F70-444E-869F-A268FCC4EE0C}"/>
    <dgm:cxn modelId="{2CFA4DA2-84A8-4389-9183-7ED80CFDFF82}" srcId="{1693E012-D87C-4AAD-A9B2-E3CACE9277E5}" destId="{FF1965D1-98A3-4C3A-9815-853FE161BCD5}" srcOrd="1" destOrd="0" parTransId="{9D83CF1A-1B99-4401-886D-E534211F0397}" sibTransId="{EC2E7FFB-8F96-4048-A767-75B271BA1C21}"/>
    <dgm:cxn modelId="{5D0A2CAC-3F66-4ED1-A40F-3129283DCE69}" srcId="{1693E012-D87C-4AAD-A9B2-E3CACE9277E5}" destId="{55A0F067-4938-4807-9CEC-0E9E969404B2}" srcOrd="4" destOrd="0" parTransId="{42F36A4A-69FA-4448-8425-05C13D4461DC}" sibTransId="{D4881474-E265-4C9D-B25B-46BCB590E244}"/>
    <dgm:cxn modelId="{5C83A6AF-8318-4734-A0C5-5B37A7C391C6}" type="presOf" srcId="{1693E012-D87C-4AAD-A9B2-E3CACE9277E5}" destId="{D0AEF1B6-CF96-4754-9D6A-F8E05C87BDBF}" srcOrd="0" destOrd="0" presId="urn:microsoft.com/office/officeart/2005/8/layout/default"/>
    <dgm:cxn modelId="{CC394CD2-4A6C-46F2-B225-6BC22FE23ECF}" srcId="{1693E012-D87C-4AAD-A9B2-E3CACE9277E5}" destId="{4FE99958-0725-4857-BE29-70CA6012D731}" srcOrd="3" destOrd="0" parTransId="{09C8B54B-3B37-423D-B075-3F9F4132B384}" sibTransId="{8977B41F-C045-40BA-8DDC-711C18A65AA8}"/>
    <dgm:cxn modelId="{153F2CF4-37EE-457D-8B5B-C47B82C7126E}" type="presOf" srcId="{7CC86584-9204-4AA1-88E2-6DDC3FFC868F}" destId="{6E76DAC9-69B3-4C8C-867A-B842519BF292}" srcOrd="0" destOrd="0" presId="urn:microsoft.com/office/officeart/2005/8/layout/default"/>
    <dgm:cxn modelId="{20CA4AF7-6CFC-420A-B0B8-71515C440199}" srcId="{1693E012-D87C-4AAD-A9B2-E3CACE9277E5}" destId="{306452F5-7A31-4FF2-8DDB-677CD8F9E680}" srcOrd="2" destOrd="0" parTransId="{CE0E0C36-9E73-4924-96B9-A73D39D2CD43}" sibTransId="{577AEC4B-9595-45A1-91DD-6D1433D23C41}"/>
    <dgm:cxn modelId="{3EDCFC15-5CAD-4DD0-AB3B-3EFF040C8087}" type="presParOf" srcId="{D0AEF1B6-CF96-4754-9D6A-F8E05C87BDBF}" destId="{487A48F4-054B-412D-AB44-1E71852A9E3C}" srcOrd="0" destOrd="0" presId="urn:microsoft.com/office/officeart/2005/8/layout/default"/>
    <dgm:cxn modelId="{4E5AE2BB-7B96-4A02-98CB-2FADBD47621C}" type="presParOf" srcId="{D0AEF1B6-CF96-4754-9D6A-F8E05C87BDBF}" destId="{AE1460BB-E610-4E52-AB70-7D7D1298B529}" srcOrd="1" destOrd="0" presId="urn:microsoft.com/office/officeart/2005/8/layout/default"/>
    <dgm:cxn modelId="{D6278FD8-D66A-43B8-926F-44B570A0AA3B}" type="presParOf" srcId="{D0AEF1B6-CF96-4754-9D6A-F8E05C87BDBF}" destId="{FA8664D6-8372-42DF-B300-D1030E6B1635}" srcOrd="2" destOrd="0" presId="urn:microsoft.com/office/officeart/2005/8/layout/default"/>
    <dgm:cxn modelId="{C272D4E3-7915-421E-96C0-08072D5689F8}" type="presParOf" srcId="{D0AEF1B6-CF96-4754-9D6A-F8E05C87BDBF}" destId="{7A4B7D21-D5F4-48FA-A224-9E8465F645EE}" srcOrd="3" destOrd="0" presId="urn:microsoft.com/office/officeart/2005/8/layout/default"/>
    <dgm:cxn modelId="{FF461069-D31C-48B6-B0E9-9CBE1B7A7032}" type="presParOf" srcId="{D0AEF1B6-CF96-4754-9D6A-F8E05C87BDBF}" destId="{63291134-C319-4DE5-86E6-04B141B54321}" srcOrd="4" destOrd="0" presId="urn:microsoft.com/office/officeart/2005/8/layout/default"/>
    <dgm:cxn modelId="{FADCC729-AD1A-4D57-AE47-2BFF351C0F81}" type="presParOf" srcId="{D0AEF1B6-CF96-4754-9D6A-F8E05C87BDBF}" destId="{54CD465F-AC0B-4E47-A48C-BB7EB7CD2720}" srcOrd="5" destOrd="0" presId="urn:microsoft.com/office/officeart/2005/8/layout/default"/>
    <dgm:cxn modelId="{5C315EF0-E3B3-43FD-AA4F-E5A7B2163E28}" type="presParOf" srcId="{D0AEF1B6-CF96-4754-9D6A-F8E05C87BDBF}" destId="{6FF252D9-BD41-4FA5-A0EA-BDD582F53F48}" srcOrd="6" destOrd="0" presId="urn:microsoft.com/office/officeart/2005/8/layout/default"/>
    <dgm:cxn modelId="{271AEF7B-1FAA-4E35-A58A-49831516017D}" type="presParOf" srcId="{D0AEF1B6-CF96-4754-9D6A-F8E05C87BDBF}" destId="{60EB31FF-4548-4891-968F-00F9A2ADAAC4}" srcOrd="7" destOrd="0" presId="urn:microsoft.com/office/officeart/2005/8/layout/default"/>
    <dgm:cxn modelId="{B918DC35-744E-43F8-922A-7F3643E95E38}" type="presParOf" srcId="{D0AEF1B6-CF96-4754-9D6A-F8E05C87BDBF}" destId="{B8EB22C8-AF92-4D7F-9A6C-EAF3AED61E6C}" srcOrd="8" destOrd="0" presId="urn:microsoft.com/office/officeart/2005/8/layout/default"/>
    <dgm:cxn modelId="{DB20CE59-29AF-469F-A2C2-DFA8C528875D}" type="presParOf" srcId="{D0AEF1B6-CF96-4754-9D6A-F8E05C87BDBF}" destId="{37AFEA4E-D30B-4C37-A7DE-349932FF8835}" srcOrd="9" destOrd="0" presId="urn:microsoft.com/office/officeart/2005/8/layout/default"/>
    <dgm:cxn modelId="{F870B3CA-2448-4BA8-A090-17D181F17B96}" type="presParOf" srcId="{D0AEF1B6-CF96-4754-9D6A-F8E05C87BDBF}" destId="{6E76DAC9-69B3-4C8C-867A-B842519BF29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BA1E8-0DE4-4212-9304-618F76E2E37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9C6420F-F47E-4D96-83AB-68AA30460947}">
      <dgm:prSet/>
      <dgm:spPr/>
      <dgm:t>
        <a:bodyPr/>
        <a:lstStyle/>
        <a:p>
          <a:r>
            <a:rPr lang="en-US"/>
            <a:t>Einführung mehrerer Farbvarianten (weiß, blau, rot, grün)</a:t>
          </a:r>
        </a:p>
      </dgm:t>
    </dgm:pt>
    <dgm:pt modelId="{DA2BE875-AD71-4E50-9DB8-C2AC2B1D824E}" type="parTrans" cxnId="{476E1C76-DF74-4E91-A162-DE092E346D2B}">
      <dgm:prSet/>
      <dgm:spPr/>
      <dgm:t>
        <a:bodyPr/>
        <a:lstStyle/>
        <a:p>
          <a:endParaRPr lang="en-US"/>
        </a:p>
      </dgm:t>
    </dgm:pt>
    <dgm:pt modelId="{7B05B9D6-D9AB-4CC1-928C-CB4D3B6B0C9C}" type="sibTrans" cxnId="{476E1C76-DF74-4E91-A162-DE092E346D2B}">
      <dgm:prSet/>
      <dgm:spPr/>
      <dgm:t>
        <a:bodyPr/>
        <a:lstStyle/>
        <a:p>
          <a:endParaRPr lang="en-US"/>
        </a:p>
      </dgm:t>
    </dgm:pt>
    <dgm:pt modelId="{B2A945CF-A07B-47C2-84D6-989266444F7E}">
      <dgm:prSet/>
      <dgm:spPr/>
      <dgm:t>
        <a:bodyPr/>
        <a:lstStyle/>
        <a:p>
          <a:r>
            <a:rPr lang="en-US"/>
            <a:t>Personalisierung zur Erweiterung der Zielgruppe</a:t>
          </a:r>
        </a:p>
      </dgm:t>
    </dgm:pt>
    <dgm:pt modelId="{723A4343-8852-4D1A-B9AE-C00323A4E78D}" type="parTrans" cxnId="{C37C516A-0D28-4C33-B46A-571637B8572D}">
      <dgm:prSet/>
      <dgm:spPr/>
      <dgm:t>
        <a:bodyPr/>
        <a:lstStyle/>
        <a:p>
          <a:endParaRPr lang="en-US"/>
        </a:p>
      </dgm:t>
    </dgm:pt>
    <dgm:pt modelId="{4B6B7DCE-2460-4784-A68F-C9C0CF4E5840}" type="sibTrans" cxnId="{C37C516A-0D28-4C33-B46A-571637B8572D}">
      <dgm:prSet/>
      <dgm:spPr/>
      <dgm:t>
        <a:bodyPr/>
        <a:lstStyle/>
        <a:p>
          <a:endParaRPr lang="en-US"/>
        </a:p>
      </dgm:t>
    </dgm:pt>
    <dgm:pt modelId="{802551A3-6867-437F-8CDC-0731F42FC424}">
      <dgm:prSet/>
      <dgm:spPr/>
      <dgm:t>
        <a:bodyPr/>
        <a:lstStyle/>
        <a:p>
          <a:r>
            <a:rPr lang="en-US"/>
            <a:t>Verbesserte Kameraqualität und Akkulaufzeit</a:t>
          </a:r>
        </a:p>
      </dgm:t>
    </dgm:pt>
    <dgm:pt modelId="{6F453D29-BB9F-4279-8FFC-C3C0433A76DA}" type="parTrans" cxnId="{C5BFD4A0-A306-4D2B-9206-B125B57DB449}">
      <dgm:prSet/>
      <dgm:spPr/>
      <dgm:t>
        <a:bodyPr/>
        <a:lstStyle/>
        <a:p>
          <a:endParaRPr lang="en-US"/>
        </a:p>
      </dgm:t>
    </dgm:pt>
    <dgm:pt modelId="{2ED56275-CCDC-4D97-8AA2-8E75B9BDB4CC}" type="sibTrans" cxnId="{C5BFD4A0-A306-4D2B-9206-B125B57DB449}">
      <dgm:prSet/>
      <dgm:spPr/>
      <dgm:t>
        <a:bodyPr/>
        <a:lstStyle/>
        <a:p>
          <a:endParaRPr lang="en-US"/>
        </a:p>
      </dgm:t>
    </dgm:pt>
    <dgm:pt modelId="{A8DE0AD0-71D2-49CD-98C7-92BF16609F06}">
      <dgm:prSet/>
      <dgm:spPr/>
      <dgm:t>
        <a:bodyPr/>
        <a:lstStyle/>
        <a:p>
          <a:r>
            <a:rPr lang="en-US"/>
            <a:t>Schnellerer Prozessor und mehr Speicherplatz</a:t>
          </a:r>
        </a:p>
      </dgm:t>
    </dgm:pt>
    <dgm:pt modelId="{1DC01EDD-AA22-4298-B9DE-D8413DD49E0B}" type="parTrans" cxnId="{56AA6944-CDF5-4314-BD00-CC8B64D9709A}">
      <dgm:prSet/>
      <dgm:spPr/>
      <dgm:t>
        <a:bodyPr/>
        <a:lstStyle/>
        <a:p>
          <a:endParaRPr lang="en-US"/>
        </a:p>
      </dgm:t>
    </dgm:pt>
    <dgm:pt modelId="{F8A0B85F-1761-40E0-8583-1BC7FAC3669D}" type="sibTrans" cxnId="{56AA6944-CDF5-4314-BD00-CC8B64D9709A}">
      <dgm:prSet/>
      <dgm:spPr/>
      <dgm:t>
        <a:bodyPr/>
        <a:lstStyle/>
        <a:p>
          <a:endParaRPr lang="en-US"/>
        </a:p>
      </dgm:t>
    </dgm:pt>
    <dgm:pt modelId="{AE79545A-1EA9-4D9B-BD4C-64CD2AF80A89}">
      <dgm:prSet/>
      <dgm:spPr/>
      <dgm:t>
        <a:bodyPr/>
        <a:lstStyle/>
        <a:p>
          <a:r>
            <a:rPr lang="en-US"/>
            <a:t>Neueste Android-Version mit beibehaltenem Sideloading</a:t>
          </a:r>
        </a:p>
      </dgm:t>
    </dgm:pt>
    <dgm:pt modelId="{37FC87FD-4C0F-417B-ABC1-C31051282CD8}" type="parTrans" cxnId="{C8D311D7-E40F-4B19-B8D1-65CE9B850B26}">
      <dgm:prSet/>
      <dgm:spPr/>
      <dgm:t>
        <a:bodyPr/>
        <a:lstStyle/>
        <a:p>
          <a:endParaRPr lang="en-US"/>
        </a:p>
      </dgm:t>
    </dgm:pt>
    <dgm:pt modelId="{A1E56101-9283-4264-8540-6EC3227DB556}" type="sibTrans" cxnId="{C8D311D7-E40F-4B19-B8D1-65CE9B850B26}">
      <dgm:prSet/>
      <dgm:spPr/>
      <dgm:t>
        <a:bodyPr/>
        <a:lstStyle/>
        <a:p>
          <a:endParaRPr lang="en-US"/>
        </a:p>
      </dgm:t>
    </dgm:pt>
    <dgm:pt modelId="{3A0CD8F2-0E1B-48DA-B781-937B637B24E0}">
      <dgm:prSet/>
      <dgm:spPr/>
      <dgm:t>
        <a:bodyPr/>
        <a:lstStyle/>
        <a:p>
          <a:r>
            <a:rPr lang="en-US"/>
            <a:t>Optimierte Benutzeroberfläche</a:t>
          </a:r>
        </a:p>
      </dgm:t>
    </dgm:pt>
    <dgm:pt modelId="{90795F08-210F-4A40-A912-FF2DB059B7E6}" type="parTrans" cxnId="{FE80A49E-97B1-44A9-B026-1D5B2B20E677}">
      <dgm:prSet/>
      <dgm:spPr/>
      <dgm:t>
        <a:bodyPr/>
        <a:lstStyle/>
        <a:p>
          <a:endParaRPr lang="en-US"/>
        </a:p>
      </dgm:t>
    </dgm:pt>
    <dgm:pt modelId="{D185B703-2DBC-4037-A8B9-3DBC43806704}" type="sibTrans" cxnId="{FE80A49E-97B1-44A9-B026-1D5B2B20E677}">
      <dgm:prSet/>
      <dgm:spPr/>
      <dgm:t>
        <a:bodyPr/>
        <a:lstStyle/>
        <a:p>
          <a:endParaRPr lang="en-US"/>
        </a:p>
      </dgm:t>
    </dgm:pt>
    <dgm:pt modelId="{253576E5-0DAA-4D7C-8761-3B606764270F}" type="pres">
      <dgm:prSet presAssocID="{8D2BA1E8-0DE4-4212-9304-618F76E2E379}" presName="root" presStyleCnt="0">
        <dgm:presLayoutVars>
          <dgm:dir/>
          <dgm:resizeHandles val="exact"/>
        </dgm:presLayoutVars>
      </dgm:prSet>
      <dgm:spPr/>
    </dgm:pt>
    <dgm:pt modelId="{2D02D3F7-E37A-4831-8740-B5C1CC343BA7}" type="pres">
      <dgm:prSet presAssocID="{8D2BA1E8-0DE4-4212-9304-618F76E2E379}" presName="container" presStyleCnt="0">
        <dgm:presLayoutVars>
          <dgm:dir/>
          <dgm:resizeHandles val="exact"/>
        </dgm:presLayoutVars>
      </dgm:prSet>
      <dgm:spPr/>
    </dgm:pt>
    <dgm:pt modelId="{B425E40C-D80B-4D13-AFCD-338B0FCB0C42}" type="pres">
      <dgm:prSet presAssocID="{09C6420F-F47E-4D96-83AB-68AA30460947}" presName="compNode" presStyleCnt="0"/>
      <dgm:spPr/>
    </dgm:pt>
    <dgm:pt modelId="{614DCC5B-65E8-467D-B433-DCD3C54E53B9}" type="pres">
      <dgm:prSet presAssocID="{09C6420F-F47E-4D96-83AB-68AA30460947}" presName="iconBgRect" presStyleLbl="bgShp" presStyleIdx="0" presStyleCnt="6"/>
      <dgm:spPr/>
    </dgm:pt>
    <dgm:pt modelId="{9174E79D-3F34-4927-9E61-B2A86AB7A60A}" type="pres">
      <dgm:prSet presAssocID="{09C6420F-F47E-4D96-83AB-68AA3046094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agen"/>
        </a:ext>
      </dgm:extLst>
    </dgm:pt>
    <dgm:pt modelId="{91760811-81AF-4569-8A69-E54988A659BC}" type="pres">
      <dgm:prSet presAssocID="{09C6420F-F47E-4D96-83AB-68AA30460947}" presName="spaceRect" presStyleCnt="0"/>
      <dgm:spPr/>
    </dgm:pt>
    <dgm:pt modelId="{A16D1A90-DD53-4B74-B59A-BD86F06F8719}" type="pres">
      <dgm:prSet presAssocID="{09C6420F-F47E-4D96-83AB-68AA30460947}" presName="textRect" presStyleLbl="revTx" presStyleIdx="0" presStyleCnt="6">
        <dgm:presLayoutVars>
          <dgm:chMax val="1"/>
          <dgm:chPref val="1"/>
        </dgm:presLayoutVars>
      </dgm:prSet>
      <dgm:spPr/>
    </dgm:pt>
    <dgm:pt modelId="{B0EDDFC6-9471-4DAD-97E0-404BEAEB9524}" type="pres">
      <dgm:prSet presAssocID="{7B05B9D6-D9AB-4CC1-928C-CB4D3B6B0C9C}" presName="sibTrans" presStyleLbl="sibTrans2D1" presStyleIdx="0" presStyleCnt="0"/>
      <dgm:spPr/>
    </dgm:pt>
    <dgm:pt modelId="{70F1907D-70D0-45AA-8581-0092D92B3FBE}" type="pres">
      <dgm:prSet presAssocID="{B2A945CF-A07B-47C2-84D6-989266444F7E}" presName="compNode" presStyleCnt="0"/>
      <dgm:spPr/>
    </dgm:pt>
    <dgm:pt modelId="{D9E44FD0-A248-4082-B9DB-99D76C955AE7}" type="pres">
      <dgm:prSet presAssocID="{B2A945CF-A07B-47C2-84D6-989266444F7E}" presName="iconBgRect" presStyleLbl="bgShp" presStyleIdx="1" presStyleCnt="6"/>
      <dgm:spPr/>
    </dgm:pt>
    <dgm:pt modelId="{C5792927-A4ED-4CA8-94EC-648E61621E17}" type="pres">
      <dgm:prSet presAssocID="{B2A945CF-A07B-47C2-84D6-989266444F7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289FB82D-6A0E-48A0-BF73-0F140958C591}" type="pres">
      <dgm:prSet presAssocID="{B2A945CF-A07B-47C2-84D6-989266444F7E}" presName="spaceRect" presStyleCnt="0"/>
      <dgm:spPr/>
    </dgm:pt>
    <dgm:pt modelId="{23283922-2590-4426-8634-B3394D5143D0}" type="pres">
      <dgm:prSet presAssocID="{B2A945CF-A07B-47C2-84D6-989266444F7E}" presName="textRect" presStyleLbl="revTx" presStyleIdx="1" presStyleCnt="6">
        <dgm:presLayoutVars>
          <dgm:chMax val="1"/>
          <dgm:chPref val="1"/>
        </dgm:presLayoutVars>
      </dgm:prSet>
      <dgm:spPr/>
    </dgm:pt>
    <dgm:pt modelId="{2A1783C5-FD44-41F3-9EC5-81B5A0C5E81F}" type="pres">
      <dgm:prSet presAssocID="{4B6B7DCE-2460-4784-A68F-C9C0CF4E5840}" presName="sibTrans" presStyleLbl="sibTrans2D1" presStyleIdx="0" presStyleCnt="0"/>
      <dgm:spPr/>
    </dgm:pt>
    <dgm:pt modelId="{2B1BF704-5036-4C28-A92C-F64BE28D9A42}" type="pres">
      <dgm:prSet presAssocID="{802551A3-6867-437F-8CDC-0731F42FC424}" presName="compNode" presStyleCnt="0"/>
      <dgm:spPr/>
    </dgm:pt>
    <dgm:pt modelId="{1FAC1AB1-9EC4-4C43-8621-806328EE74CE}" type="pres">
      <dgm:prSet presAssocID="{802551A3-6867-437F-8CDC-0731F42FC424}" presName="iconBgRect" presStyleLbl="bgShp" presStyleIdx="2" presStyleCnt="6"/>
      <dgm:spPr/>
    </dgm:pt>
    <dgm:pt modelId="{5930B09C-090F-449C-96BA-D8C5D6C4D2D9}" type="pres">
      <dgm:prSet presAssocID="{802551A3-6867-437F-8CDC-0731F42FC42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4C3D6191-BF1C-4FBA-9508-D08CC0F9CDD2}" type="pres">
      <dgm:prSet presAssocID="{802551A3-6867-437F-8CDC-0731F42FC424}" presName="spaceRect" presStyleCnt="0"/>
      <dgm:spPr/>
    </dgm:pt>
    <dgm:pt modelId="{E35F0870-38C1-49DD-B5BC-989FD7D6662C}" type="pres">
      <dgm:prSet presAssocID="{802551A3-6867-437F-8CDC-0731F42FC424}" presName="textRect" presStyleLbl="revTx" presStyleIdx="2" presStyleCnt="6">
        <dgm:presLayoutVars>
          <dgm:chMax val="1"/>
          <dgm:chPref val="1"/>
        </dgm:presLayoutVars>
      </dgm:prSet>
      <dgm:spPr/>
    </dgm:pt>
    <dgm:pt modelId="{9EC433B6-DB42-49B9-93B5-AD2616ABF02A}" type="pres">
      <dgm:prSet presAssocID="{2ED56275-CCDC-4D97-8AA2-8E75B9BDB4CC}" presName="sibTrans" presStyleLbl="sibTrans2D1" presStyleIdx="0" presStyleCnt="0"/>
      <dgm:spPr/>
    </dgm:pt>
    <dgm:pt modelId="{957C39A7-6D31-4EDF-99D2-3FB920172991}" type="pres">
      <dgm:prSet presAssocID="{A8DE0AD0-71D2-49CD-98C7-92BF16609F06}" presName="compNode" presStyleCnt="0"/>
      <dgm:spPr/>
    </dgm:pt>
    <dgm:pt modelId="{4AD42C2D-3A81-4B8C-9304-FB648FD8BE62}" type="pres">
      <dgm:prSet presAssocID="{A8DE0AD0-71D2-49CD-98C7-92BF16609F06}" presName="iconBgRect" presStyleLbl="bgShp" presStyleIdx="3" presStyleCnt="6"/>
      <dgm:spPr/>
    </dgm:pt>
    <dgm:pt modelId="{2397EDCD-A6DD-4E2D-AF91-C6A76919E19E}" type="pres">
      <dgm:prSet presAssocID="{A8DE0AD0-71D2-49CD-98C7-92BF16609F0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72E2BCE-D2D2-458D-8493-3A78F0214CAA}" type="pres">
      <dgm:prSet presAssocID="{A8DE0AD0-71D2-49CD-98C7-92BF16609F06}" presName="spaceRect" presStyleCnt="0"/>
      <dgm:spPr/>
    </dgm:pt>
    <dgm:pt modelId="{624FEFED-1F35-4167-96C8-416F2548349E}" type="pres">
      <dgm:prSet presAssocID="{A8DE0AD0-71D2-49CD-98C7-92BF16609F06}" presName="textRect" presStyleLbl="revTx" presStyleIdx="3" presStyleCnt="6">
        <dgm:presLayoutVars>
          <dgm:chMax val="1"/>
          <dgm:chPref val="1"/>
        </dgm:presLayoutVars>
      </dgm:prSet>
      <dgm:spPr/>
    </dgm:pt>
    <dgm:pt modelId="{4713F7A5-53CE-401A-8021-A1467631192E}" type="pres">
      <dgm:prSet presAssocID="{F8A0B85F-1761-40E0-8583-1BC7FAC3669D}" presName="sibTrans" presStyleLbl="sibTrans2D1" presStyleIdx="0" presStyleCnt="0"/>
      <dgm:spPr/>
    </dgm:pt>
    <dgm:pt modelId="{4FDB7408-FD2E-4858-9AF8-BA272384F777}" type="pres">
      <dgm:prSet presAssocID="{AE79545A-1EA9-4D9B-BD4C-64CD2AF80A89}" presName="compNode" presStyleCnt="0"/>
      <dgm:spPr/>
    </dgm:pt>
    <dgm:pt modelId="{207DAB42-DE9E-4DFD-8C4D-6AF5A78BF877}" type="pres">
      <dgm:prSet presAssocID="{AE79545A-1EA9-4D9B-BD4C-64CD2AF80A89}" presName="iconBgRect" presStyleLbl="bgShp" presStyleIdx="4" presStyleCnt="6"/>
      <dgm:spPr/>
    </dgm:pt>
    <dgm:pt modelId="{51CB1D65-89DD-4CE1-B001-1875F293543C}" type="pres">
      <dgm:prSet presAssocID="{AE79545A-1EA9-4D9B-BD4C-64CD2AF80A8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0626E725-AB2E-465D-8F12-C78BA786D0DF}" type="pres">
      <dgm:prSet presAssocID="{AE79545A-1EA9-4D9B-BD4C-64CD2AF80A89}" presName="spaceRect" presStyleCnt="0"/>
      <dgm:spPr/>
    </dgm:pt>
    <dgm:pt modelId="{9F9FFB7A-7F0E-4249-AEAB-D813390529E3}" type="pres">
      <dgm:prSet presAssocID="{AE79545A-1EA9-4D9B-BD4C-64CD2AF80A89}" presName="textRect" presStyleLbl="revTx" presStyleIdx="4" presStyleCnt="6">
        <dgm:presLayoutVars>
          <dgm:chMax val="1"/>
          <dgm:chPref val="1"/>
        </dgm:presLayoutVars>
      </dgm:prSet>
      <dgm:spPr/>
    </dgm:pt>
    <dgm:pt modelId="{9F96074B-411A-47C6-A8AF-D92240EB69BE}" type="pres">
      <dgm:prSet presAssocID="{A1E56101-9283-4264-8540-6EC3227DB556}" presName="sibTrans" presStyleLbl="sibTrans2D1" presStyleIdx="0" presStyleCnt="0"/>
      <dgm:spPr/>
    </dgm:pt>
    <dgm:pt modelId="{FD56B7DD-5C77-4F40-B013-E1B1336DF459}" type="pres">
      <dgm:prSet presAssocID="{3A0CD8F2-0E1B-48DA-B781-937B637B24E0}" presName="compNode" presStyleCnt="0"/>
      <dgm:spPr/>
    </dgm:pt>
    <dgm:pt modelId="{9E69D135-5120-4D13-B2D3-1793805313E9}" type="pres">
      <dgm:prSet presAssocID="{3A0CD8F2-0E1B-48DA-B781-937B637B24E0}" presName="iconBgRect" presStyleLbl="bgShp" presStyleIdx="5" presStyleCnt="6"/>
      <dgm:spPr/>
    </dgm:pt>
    <dgm:pt modelId="{5B163708-C11C-4BD6-B8B8-DBDB1BFB39BA}" type="pres">
      <dgm:prSet presAssocID="{3A0CD8F2-0E1B-48DA-B781-937B637B24E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9878FD36-217F-4116-911D-6724DD0394A5}" type="pres">
      <dgm:prSet presAssocID="{3A0CD8F2-0E1B-48DA-B781-937B637B24E0}" presName="spaceRect" presStyleCnt="0"/>
      <dgm:spPr/>
    </dgm:pt>
    <dgm:pt modelId="{E1AF81D2-6DE9-4520-8056-57196BA6EBFA}" type="pres">
      <dgm:prSet presAssocID="{3A0CD8F2-0E1B-48DA-B781-937B637B24E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AC80B31-AA48-4E16-A451-1F17D2EA8623}" type="presOf" srcId="{4B6B7DCE-2460-4784-A68F-C9C0CF4E5840}" destId="{2A1783C5-FD44-41F3-9EC5-81B5A0C5E81F}" srcOrd="0" destOrd="0" presId="urn:microsoft.com/office/officeart/2018/2/layout/IconCircleList"/>
    <dgm:cxn modelId="{8BD15432-C992-4DC5-9F96-B22D0582FD89}" type="presOf" srcId="{3A0CD8F2-0E1B-48DA-B781-937B637B24E0}" destId="{E1AF81D2-6DE9-4520-8056-57196BA6EBFA}" srcOrd="0" destOrd="0" presId="urn:microsoft.com/office/officeart/2018/2/layout/IconCircleList"/>
    <dgm:cxn modelId="{396B2F35-F175-458F-BE55-8887FBA2A923}" type="presOf" srcId="{7B05B9D6-D9AB-4CC1-928C-CB4D3B6B0C9C}" destId="{B0EDDFC6-9471-4DAD-97E0-404BEAEB9524}" srcOrd="0" destOrd="0" presId="urn:microsoft.com/office/officeart/2018/2/layout/IconCircleList"/>
    <dgm:cxn modelId="{56AA6944-CDF5-4314-BD00-CC8B64D9709A}" srcId="{8D2BA1E8-0DE4-4212-9304-618F76E2E379}" destId="{A8DE0AD0-71D2-49CD-98C7-92BF16609F06}" srcOrd="3" destOrd="0" parTransId="{1DC01EDD-AA22-4298-B9DE-D8413DD49E0B}" sibTransId="{F8A0B85F-1761-40E0-8583-1BC7FAC3669D}"/>
    <dgm:cxn modelId="{A460C847-0534-4CBF-BF0B-D0665DE6FAB4}" type="presOf" srcId="{A1E56101-9283-4264-8540-6EC3227DB556}" destId="{9F96074B-411A-47C6-A8AF-D92240EB69BE}" srcOrd="0" destOrd="0" presId="urn:microsoft.com/office/officeart/2018/2/layout/IconCircleList"/>
    <dgm:cxn modelId="{C37C516A-0D28-4C33-B46A-571637B8572D}" srcId="{8D2BA1E8-0DE4-4212-9304-618F76E2E379}" destId="{B2A945CF-A07B-47C2-84D6-989266444F7E}" srcOrd="1" destOrd="0" parTransId="{723A4343-8852-4D1A-B9AE-C00323A4E78D}" sibTransId="{4B6B7DCE-2460-4784-A68F-C9C0CF4E5840}"/>
    <dgm:cxn modelId="{92099750-0F23-4AC1-90FF-19F83D4B897C}" type="presOf" srcId="{F8A0B85F-1761-40E0-8583-1BC7FAC3669D}" destId="{4713F7A5-53CE-401A-8021-A1467631192E}" srcOrd="0" destOrd="0" presId="urn:microsoft.com/office/officeart/2018/2/layout/IconCircleList"/>
    <dgm:cxn modelId="{C376C950-ACE9-4745-9F28-9E464A8FF293}" type="presOf" srcId="{09C6420F-F47E-4D96-83AB-68AA30460947}" destId="{A16D1A90-DD53-4B74-B59A-BD86F06F8719}" srcOrd="0" destOrd="0" presId="urn:microsoft.com/office/officeart/2018/2/layout/IconCircleList"/>
    <dgm:cxn modelId="{476E1C76-DF74-4E91-A162-DE092E346D2B}" srcId="{8D2BA1E8-0DE4-4212-9304-618F76E2E379}" destId="{09C6420F-F47E-4D96-83AB-68AA30460947}" srcOrd="0" destOrd="0" parTransId="{DA2BE875-AD71-4E50-9DB8-C2AC2B1D824E}" sibTransId="{7B05B9D6-D9AB-4CC1-928C-CB4D3B6B0C9C}"/>
    <dgm:cxn modelId="{A33A2E87-D042-447F-9CEE-3F4698FD9B5F}" type="presOf" srcId="{B2A945CF-A07B-47C2-84D6-989266444F7E}" destId="{23283922-2590-4426-8634-B3394D5143D0}" srcOrd="0" destOrd="0" presId="urn:microsoft.com/office/officeart/2018/2/layout/IconCircleList"/>
    <dgm:cxn modelId="{FE80A49E-97B1-44A9-B026-1D5B2B20E677}" srcId="{8D2BA1E8-0DE4-4212-9304-618F76E2E379}" destId="{3A0CD8F2-0E1B-48DA-B781-937B637B24E0}" srcOrd="5" destOrd="0" parTransId="{90795F08-210F-4A40-A912-FF2DB059B7E6}" sibTransId="{D185B703-2DBC-4037-A8B9-3DBC43806704}"/>
    <dgm:cxn modelId="{C5BFD4A0-A306-4D2B-9206-B125B57DB449}" srcId="{8D2BA1E8-0DE4-4212-9304-618F76E2E379}" destId="{802551A3-6867-437F-8CDC-0731F42FC424}" srcOrd="2" destOrd="0" parTransId="{6F453D29-BB9F-4279-8FFC-C3C0433A76DA}" sibTransId="{2ED56275-CCDC-4D97-8AA2-8E75B9BDB4CC}"/>
    <dgm:cxn modelId="{0B42C4B8-449C-4A8C-B4AB-D8959BF012FF}" type="presOf" srcId="{2ED56275-CCDC-4D97-8AA2-8E75B9BDB4CC}" destId="{9EC433B6-DB42-49B9-93B5-AD2616ABF02A}" srcOrd="0" destOrd="0" presId="urn:microsoft.com/office/officeart/2018/2/layout/IconCircleList"/>
    <dgm:cxn modelId="{2D8A24CC-3A38-47CF-99CE-13481DEB0A66}" type="presOf" srcId="{A8DE0AD0-71D2-49CD-98C7-92BF16609F06}" destId="{624FEFED-1F35-4167-96C8-416F2548349E}" srcOrd="0" destOrd="0" presId="urn:microsoft.com/office/officeart/2018/2/layout/IconCircleList"/>
    <dgm:cxn modelId="{C8D311D7-E40F-4B19-B8D1-65CE9B850B26}" srcId="{8D2BA1E8-0DE4-4212-9304-618F76E2E379}" destId="{AE79545A-1EA9-4D9B-BD4C-64CD2AF80A89}" srcOrd="4" destOrd="0" parTransId="{37FC87FD-4C0F-417B-ABC1-C31051282CD8}" sibTransId="{A1E56101-9283-4264-8540-6EC3227DB556}"/>
    <dgm:cxn modelId="{F53A93D8-5878-4947-98D9-3FE674447D06}" type="presOf" srcId="{8D2BA1E8-0DE4-4212-9304-618F76E2E379}" destId="{253576E5-0DAA-4D7C-8761-3B606764270F}" srcOrd="0" destOrd="0" presId="urn:microsoft.com/office/officeart/2018/2/layout/IconCircleList"/>
    <dgm:cxn modelId="{C654BEE6-A66C-4EB6-942F-355A26DD0E97}" type="presOf" srcId="{802551A3-6867-437F-8CDC-0731F42FC424}" destId="{E35F0870-38C1-49DD-B5BC-989FD7D6662C}" srcOrd="0" destOrd="0" presId="urn:microsoft.com/office/officeart/2018/2/layout/IconCircleList"/>
    <dgm:cxn modelId="{DAC059EC-7440-4C59-81CD-5A6458A59C8F}" type="presOf" srcId="{AE79545A-1EA9-4D9B-BD4C-64CD2AF80A89}" destId="{9F9FFB7A-7F0E-4249-AEAB-D813390529E3}" srcOrd="0" destOrd="0" presId="urn:microsoft.com/office/officeart/2018/2/layout/IconCircleList"/>
    <dgm:cxn modelId="{F89A4DAE-DAE2-41D3-9C80-12FBBFFC9E4B}" type="presParOf" srcId="{253576E5-0DAA-4D7C-8761-3B606764270F}" destId="{2D02D3F7-E37A-4831-8740-B5C1CC343BA7}" srcOrd="0" destOrd="0" presId="urn:microsoft.com/office/officeart/2018/2/layout/IconCircleList"/>
    <dgm:cxn modelId="{4215B8A5-6DBB-492F-9A92-6267F77004E3}" type="presParOf" srcId="{2D02D3F7-E37A-4831-8740-B5C1CC343BA7}" destId="{B425E40C-D80B-4D13-AFCD-338B0FCB0C42}" srcOrd="0" destOrd="0" presId="urn:microsoft.com/office/officeart/2018/2/layout/IconCircleList"/>
    <dgm:cxn modelId="{7CC3F014-78B7-401C-BE37-4EC7DBDFC75F}" type="presParOf" srcId="{B425E40C-D80B-4D13-AFCD-338B0FCB0C42}" destId="{614DCC5B-65E8-467D-B433-DCD3C54E53B9}" srcOrd="0" destOrd="0" presId="urn:microsoft.com/office/officeart/2018/2/layout/IconCircleList"/>
    <dgm:cxn modelId="{2C8CA6EB-F883-450E-BF9A-3A1171C382F7}" type="presParOf" srcId="{B425E40C-D80B-4D13-AFCD-338B0FCB0C42}" destId="{9174E79D-3F34-4927-9E61-B2A86AB7A60A}" srcOrd="1" destOrd="0" presId="urn:microsoft.com/office/officeart/2018/2/layout/IconCircleList"/>
    <dgm:cxn modelId="{F9DC44B3-9D31-493B-974D-D6C388EDDDB1}" type="presParOf" srcId="{B425E40C-D80B-4D13-AFCD-338B0FCB0C42}" destId="{91760811-81AF-4569-8A69-E54988A659BC}" srcOrd="2" destOrd="0" presId="urn:microsoft.com/office/officeart/2018/2/layout/IconCircleList"/>
    <dgm:cxn modelId="{CFE69206-C514-4609-A700-461E01B395E5}" type="presParOf" srcId="{B425E40C-D80B-4D13-AFCD-338B0FCB0C42}" destId="{A16D1A90-DD53-4B74-B59A-BD86F06F8719}" srcOrd="3" destOrd="0" presId="urn:microsoft.com/office/officeart/2018/2/layout/IconCircleList"/>
    <dgm:cxn modelId="{D7D760C8-2E73-4A65-BCE6-8F82584ACC46}" type="presParOf" srcId="{2D02D3F7-E37A-4831-8740-B5C1CC343BA7}" destId="{B0EDDFC6-9471-4DAD-97E0-404BEAEB9524}" srcOrd="1" destOrd="0" presId="urn:microsoft.com/office/officeart/2018/2/layout/IconCircleList"/>
    <dgm:cxn modelId="{D4ABB8F0-5AB5-41E6-9EAA-FB858850D09C}" type="presParOf" srcId="{2D02D3F7-E37A-4831-8740-B5C1CC343BA7}" destId="{70F1907D-70D0-45AA-8581-0092D92B3FBE}" srcOrd="2" destOrd="0" presId="urn:microsoft.com/office/officeart/2018/2/layout/IconCircleList"/>
    <dgm:cxn modelId="{9BDDBD06-6B55-4FDE-A6F6-008E1301E607}" type="presParOf" srcId="{70F1907D-70D0-45AA-8581-0092D92B3FBE}" destId="{D9E44FD0-A248-4082-B9DB-99D76C955AE7}" srcOrd="0" destOrd="0" presId="urn:microsoft.com/office/officeart/2018/2/layout/IconCircleList"/>
    <dgm:cxn modelId="{E6C0FCCA-9C95-4BA5-9939-DFFC87809DE2}" type="presParOf" srcId="{70F1907D-70D0-45AA-8581-0092D92B3FBE}" destId="{C5792927-A4ED-4CA8-94EC-648E61621E17}" srcOrd="1" destOrd="0" presId="urn:microsoft.com/office/officeart/2018/2/layout/IconCircleList"/>
    <dgm:cxn modelId="{DD0EAD00-08B1-4D50-AB02-5B8A0AE2C73B}" type="presParOf" srcId="{70F1907D-70D0-45AA-8581-0092D92B3FBE}" destId="{289FB82D-6A0E-48A0-BF73-0F140958C591}" srcOrd="2" destOrd="0" presId="urn:microsoft.com/office/officeart/2018/2/layout/IconCircleList"/>
    <dgm:cxn modelId="{27FE16F1-0055-4775-A2A0-BF6A8AA2CB11}" type="presParOf" srcId="{70F1907D-70D0-45AA-8581-0092D92B3FBE}" destId="{23283922-2590-4426-8634-B3394D5143D0}" srcOrd="3" destOrd="0" presId="urn:microsoft.com/office/officeart/2018/2/layout/IconCircleList"/>
    <dgm:cxn modelId="{7822BAA1-8E69-4A8B-858F-6BD2B1B37ECE}" type="presParOf" srcId="{2D02D3F7-E37A-4831-8740-B5C1CC343BA7}" destId="{2A1783C5-FD44-41F3-9EC5-81B5A0C5E81F}" srcOrd="3" destOrd="0" presId="urn:microsoft.com/office/officeart/2018/2/layout/IconCircleList"/>
    <dgm:cxn modelId="{7D0F074C-D863-4870-B694-06DA05ECBFCA}" type="presParOf" srcId="{2D02D3F7-E37A-4831-8740-B5C1CC343BA7}" destId="{2B1BF704-5036-4C28-A92C-F64BE28D9A42}" srcOrd="4" destOrd="0" presId="urn:microsoft.com/office/officeart/2018/2/layout/IconCircleList"/>
    <dgm:cxn modelId="{888DCC59-28ED-4A4E-8425-9A30DAE9D40A}" type="presParOf" srcId="{2B1BF704-5036-4C28-A92C-F64BE28D9A42}" destId="{1FAC1AB1-9EC4-4C43-8621-806328EE74CE}" srcOrd="0" destOrd="0" presId="urn:microsoft.com/office/officeart/2018/2/layout/IconCircleList"/>
    <dgm:cxn modelId="{B4E802C9-6423-4979-9E79-F179B121DBF6}" type="presParOf" srcId="{2B1BF704-5036-4C28-A92C-F64BE28D9A42}" destId="{5930B09C-090F-449C-96BA-D8C5D6C4D2D9}" srcOrd="1" destOrd="0" presId="urn:microsoft.com/office/officeart/2018/2/layout/IconCircleList"/>
    <dgm:cxn modelId="{BCD57F34-5495-4A5B-8E16-90065A77DB81}" type="presParOf" srcId="{2B1BF704-5036-4C28-A92C-F64BE28D9A42}" destId="{4C3D6191-BF1C-4FBA-9508-D08CC0F9CDD2}" srcOrd="2" destOrd="0" presId="urn:microsoft.com/office/officeart/2018/2/layout/IconCircleList"/>
    <dgm:cxn modelId="{5F746B16-E8E0-46BC-A42B-D2665540DD3A}" type="presParOf" srcId="{2B1BF704-5036-4C28-A92C-F64BE28D9A42}" destId="{E35F0870-38C1-49DD-B5BC-989FD7D6662C}" srcOrd="3" destOrd="0" presId="urn:microsoft.com/office/officeart/2018/2/layout/IconCircleList"/>
    <dgm:cxn modelId="{4ED3B2DE-12EF-497C-8030-29FA6271F214}" type="presParOf" srcId="{2D02D3F7-E37A-4831-8740-B5C1CC343BA7}" destId="{9EC433B6-DB42-49B9-93B5-AD2616ABF02A}" srcOrd="5" destOrd="0" presId="urn:microsoft.com/office/officeart/2018/2/layout/IconCircleList"/>
    <dgm:cxn modelId="{68DEE8F9-3668-42C1-BF20-EE12056C4582}" type="presParOf" srcId="{2D02D3F7-E37A-4831-8740-B5C1CC343BA7}" destId="{957C39A7-6D31-4EDF-99D2-3FB920172991}" srcOrd="6" destOrd="0" presId="urn:microsoft.com/office/officeart/2018/2/layout/IconCircleList"/>
    <dgm:cxn modelId="{120488C0-9C96-4F4E-863D-8767B45A7DE6}" type="presParOf" srcId="{957C39A7-6D31-4EDF-99D2-3FB920172991}" destId="{4AD42C2D-3A81-4B8C-9304-FB648FD8BE62}" srcOrd="0" destOrd="0" presId="urn:microsoft.com/office/officeart/2018/2/layout/IconCircleList"/>
    <dgm:cxn modelId="{7FA201D3-9273-4A0F-B1C8-6091BE1FCFE2}" type="presParOf" srcId="{957C39A7-6D31-4EDF-99D2-3FB920172991}" destId="{2397EDCD-A6DD-4E2D-AF91-C6A76919E19E}" srcOrd="1" destOrd="0" presId="urn:microsoft.com/office/officeart/2018/2/layout/IconCircleList"/>
    <dgm:cxn modelId="{68C571C8-3FA5-49C3-B7E0-F7F86F42CB86}" type="presParOf" srcId="{957C39A7-6D31-4EDF-99D2-3FB920172991}" destId="{172E2BCE-D2D2-458D-8493-3A78F0214CAA}" srcOrd="2" destOrd="0" presId="urn:microsoft.com/office/officeart/2018/2/layout/IconCircleList"/>
    <dgm:cxn modelId="{B72D41AF-9F89-4E5F-B089-348CA8417B5C}" type="presParOf" srcId="{957C39A7-6D31-4EDF-99D2-3FB920172991}" destId="{624FEFED-1F35-4167-96C8-416F2548349E}" srcOrd="3" destOrd="0" presId="urn:microsoft.com/office/officeart/2018/2/layout/IconCircleList"/>
    <dgm:cxn modelId="{2EB81EF7-C22C-49D9-9915-952BE3E4C38A}" type="presParOf" srcId="{2D02D3F7-E37A-4831-8740-B5C1CC343BA7}" destId="{4713F7A5-53CE-401A-8021-A1467631192E}" srcOrd="7" destOrd="0" presId="urn:microsoft.com/office/officeart/2018/2/layout/IconCircleList"/>
    <dgm:cxn modelId="{1E51072D-ECA9-4F79-8726-9732965BF01B}" type="presParOf" srcId="{2D02D3F7-E37A-4831-8740-B5C1CC343BA7}" destId="{4FDB7408-FD2E-4858-9AF8-BA272384F777}" srcOrd="8" destOrd="0" presId="urn:microsoft.com/office/officeart/2018/2/layout/IconCircleList"/>
    <dgm:cxn modelId="{D401FFBE-F5BE-4F43-B80C-3E020E070E1A}" type="presParOf" srcId="{4FDB7408-FD2E-4858-9AF8-BA272384F777}" destId="{207DAB42-DE9E-4DFD-8C4D-6AF5A78BF877}" srcOrd="0" destOrd="0" presId="urn:microsoft.com/office/officeart/2018/2/layout/IconCircleList"/>
    <dgm:cxn modelId="{C85A047F-2F0E-40E9-8864-6B13533456F9}" type="presParOf" srcId="{4FDB7408-FD2E-4858-9AF8-BA272384F777}" destId="{51CB1D65-89DD-4CE1-B001-1875F293543C}" srcOrd="1" destOrd="0" presId="urn:microsoft.com/office/officeart/2018/2/layout/IconCircleList"/>
    <dgm:cxn modelId="{DC1DFC75-5D5C-49B8-98F1-AE02BB684178}" type="presParOf" srcId="{4FDB7408-FD2E-4858-9AF8-BA272384F777}" destId="{0626E725-AB2E-465D-8F12-C78BA786D0DF}" srcOrd="2" destOrd="0" presId="urn:microsoft.com/office/officeart/2018/2/layout/IconCircleList"/>
    <dgm:cxn modelId="{8826C793-5F96-4B43-B471-C252EA91B820}" type="presParOf" srcId="{4FDB7408-FD2E-4858-9AF8-BA272384F777}" destId="{9F9FFB7A-7F0E-4249-AEAB-D813390529E3}" srcOrd="3" destOrd="0" presId="urn:microsoft.com/office/officeart/2018/2/layout/IconCircleList"/>
    <dgm:cxn modelId="{247D6811-6C03-45EC-8B79-BCF16DD8CE7C}" type="presParOf" srcId="{2D02D3F7-E37A-4831-8740-B5C1CC343BA7}" destId="{9F96074B-411A-47C6-A8AF-D92240EB69BE}" srcOrd="9" destOrd="0" presId="urn:microsoft.com/office/officeart/2018/2/layout/IconCircleList"/>
    <dgm:cxn modelId="{AA4FB20F-8F74-4BC2-AEB0-7D79413F54AE}" type="presParOf" srcId="{2D02D3F7-E37A-4831-8740-B5C1CC343BA7}" destId="{FD56B7DD-5C77-4F40-B013-E1B1336DF459}" srcOrd="10" destOrd="0" presId="urn:microsoft.com/office/officeart/2018/2/layout/IconCircleList"/>
    <dgm:cxn modelId="{E74EC3B6-2F39-490E-A8FA-939435BF3514}" type="presParOf" srcId="{FD56B7DD-5C77-4F40-B013-E1B1336DF459}" destId="{9E69D135-5120-4D13-B2D3-1793805313E9}" srcOrd="0" destOrd="0" presId="urn:microsoft.com/office/officeart/2018/2/layout/IconCircleList"/>
    <dgm:cxn modelId="{559DDDDF-EEB2-4351-873F-4EEF214C64C9}" type="presParOf" srcId="{FD56B7DD-5C77-4F40-B013-E1B1336DF459}" destId="{5B163708-C11C-4BD6-B8B8-DBDB1BFB39BA}" srcOrd="1" destOrd="0" presId="urn:microsoft.com/office/officeart/2018/2/layout/IconCircleList"/>
    <dgm:cxn modelId="{4FFA3459-B41E-4CA9-BD0B-379EBA2B5141}" type="presParOf" srcId="{FD56B7DD-5C77-4F40-B013-E1B1336DF459}" destId="{9878FD36-217F-4116-911D-6724DD0394A5}" srcOrd="2" destOrd="0" presId="urn:microsoft.com/office/officeart/2018/2/layout/IconCircleList"/>
    <dgm:cxn modelId="{FC6D2EDD-2214-43C3-A14E-3770B093E084}" type="presParOf" srcId="{FD56B7DD-5C77-4F40-B013-E1B1336DF459}" destId="{E1AF81D2-6DE9-4520-8056-57196BA6EB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C8B011-1CC0-4CD6-B9C9-6A651F8E89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463789C-B83A-4FFD-8106-8B1FC8AEBCD9}">
      <dgm:prSet/>
      <dgm:spPr/>
      <dgm:t>
        <a:bodyPr/>
        <a:lstStyle/>
        <a:p>
          <a:r>
            <a:rPr lang="en-US"/>
            <a:t>Kurzfristig: Neue Farben, Software-Update, Zubehör</a:t>
          </a:r>
        </a:p>
      </dgm:t>
    </dgm:pt>
    <dgm:pt modelId="{E8865E0B-076E-4233-A7B4-577D8566737E}" type="parTrans" cxnId="{6E32D770-C6A2-4535-84B4-7C9E5AA7968D}">
      <dgm:prSet/>
      <dgm:spPr/>
      <dgm:t>
        <a:bodyPr/>
        <a:lstStyle/>
        <a:p>
          <a:endParaRPr lang="en-US"/>
        </a:p>
      </dgm:t>
    </dgm:pt>
    <dgm:pt modelId="{91FD2003-C448-4466-B8C6-4BEFB77F8384}" type="sibTrans" cxnId="{6E32D770-C6A2-4535-84B4-7C9E5AA7968D}">
      <dgm:prSet/>
      <dgm:spPr/>
      <dgm:t>
        <a:bodyPr/>
        <a:lstStyle/>
        <a:p>
          <a:endParaRPr lang="en-US"/>
        </a:p>
      </dgm:t>
    </dgm:pt>
    <dgm:pt modelId="{34A850E8-CF03-4DFF-B176-EC509AABF3FB}">
      <dgm:prSet/>
      <dgm:spPr/>
      <dgm:t>
        <a:bodyPr/>
        <a:lstStyle/>
        <a:p>
          <a:r>
            <a:rPr lang="en-US" dirty="0" err="1"/>
            <a:t>Mittelfristig</a:t>
          </a:r>
          <a:r>
            <a:rPr lang="en-US" dirty="0"/>
            <a:t> (3-6 </a:t>
          </a:r>
          <a:r>
            <a:rPr lang="en-US" dirty="0" err="1"/>
            <a:t>Monate</a:t>
          </a:r>
          <a:r>
            <a:rPr lang="en-US" dirty="0"/>
            <a:t>): Kamera und Akku </a:t>
          </a:r>
          <a:r>
            <a:rPr lang="en-US" dirty="0" err="1"/>
            <a:t>Verbesserungen</a:t>
          </a:r>
          <a:endParaRPr lang="en-US" dirty="0"/>
        </a:p>
      </dgm:t>
    </dgm:pt>
    <dgm:pt modelId="{D0A43B5B-C29D-4169-8FEB-CA46CA523ABF}" type="parTrans" cxnId="{F452C485-7D94-4D60-9D81-EC07332A8BFD}">
      <dgm:prSet/>
      <dgm:spPr/>
      <dgm:t>
        <a:bodyPr/>
        <a:lstStyle/>
        <a:p>
          <a:endParaRPr lang="en-US"/>
        </a:p>
      </dgm:t>
    </dgm:pt>
    <dgm:pt modelId="{E77FA0B5-8FE7-4F44-AF4B-2076356AA108}" type="sibTrans" cxnId="{F452C485-7D94-4D60-9D81-EC07332A8BFD}">
      <dgm:prSet/>
      <dgm:spPr/>
      <dgm:t>
        <a:bodyPr/>
        <a:lstStyle/>
        <a:p>
          <a:endParaRPr lang="en-US"/>
        </a:p>
      </dgm:t>
    </dgm:pt>
    <dgm:pt modelId="{FFDE2250-2F07-4B37-A47B-BF412C894571}">
      <dgm:prSet/>
      <dgm:spPr/>
      <dgm:t>
        <a:bodyPr/>
        <a:lstStyle/>
        <a:p>
          <a:r>
            <a:rPr lang="en-US"/>
            <a:t>Marketingkampagne für optimierte Version</a:t>
          </a:r>
        </a:p>
      </dgm:t>
    </dgm:pt>
    <dgm:pt modelId="{D17E5591-999A-42FE-9533-E554320D2A20}" type="parTrans" cxnId="{29C5C42D-9A72-423E-A9C4-BA2574C763A3}">
      <dgm:prSet/>
      <dgm:spPr/>
      <dgm:t>
        <a:bodyPr/>
        <a:lstStyle/>
        <a:p>
          <a:endParaRPr lang="en-US"/>
        </a:p>
      </dgm:t>
    </dgm:pt>
    <dgm:pt modelId="{2F2AC195-DBCE-4BB9-99D0-1F92D6B832E0}" type="sibTrans" cxnId="{29C5C42D-9A72-423E-A9C4-BA2574C763A3}">
      <dgm:prSet/>
      <dgm:spPr/>
      <dgm:t>
        <a:bodyPr/>
        <a:lstStyle/>
        <a:p>
          <a:endParaRPr lang="en-US"/>
        </a:p>
      </dgm:t>
    </dgm:pt>
    <dgm:pt modelId="{5886B9FE-DF67-4512-8135-F525168273CD}">
      <dgm:prSet/>
      <dgm:spPr/>
      <dgm:t>
        <a:bodyPr/>
        <a:lstStyle/>
        <a:p>
          <a:r>
            <a:rPr lang="en-US" dirty="0" err="1"/>
            <a:t>Langfristig</a:t>
          </a:r>
          <a:r>
            <a:rPr lang="en-US" dirty="0"/>
            <a:t> (6-12 </a:t>
          </a:r>
          <a:r>
            <a:rPr lang="en-US" dirty="0" err="1"/>
            <a:t>Monate</a:t>
          </a:r>
          <a:r>
            <a:rPr lang="en-US" dirty="0"/>
            <a:t>): </a:t>
          </a:r>
          <a:r>
            <a:rPr lang="en-US" dirty="0" err="1"/>
            <a:t>Entwicklung</a:t>
          </a:r>
          <a:r>
            <a:rPr lang="en-US" dirty="0"/>
            <a:t> Pro </a:t>
          </a:r>
          <a:r>
            <a:rPr lang="en-US" dirty="0" err="1"/>
            <a:t>oder</a:t>
          </a:r>
          <a:r>
            <a:rPr lang="en-US" dirty="0"/>
            <a:t> Lite Modell</a:t>
          </a:r>
        </a:p>
      </dgm:t>
    </dgm:pt>
    <dgm:pt modelId="{48317B88-FBB4-43E1-BA08-3EFF0C288AC3}" type="parTrans" cxnId="{BC95CA91-B082-4F26-9CD7-2B537DD45826}">
      <dgm:prSet/>
      <dgm:spPr/>
      <dgm:t>
        <a:bodyPr/>
        <a:lstStyle/>
        <a:p>
          <a:endParaRPr lang="en-US"/>
        </a:p>
      </dgm:t>
    </dgm:pt>
    <dgm:pt modelId="{BE309803-0E03-4142-91D3-8043057A6E53}" type="sibTrans" cxnId="{BC95CA91-B082-4F26-9CD7-2B537DD45826}">
      <dgm:prSet/>
      <dgm:spPr/>
      <dgm:t>
        <a:bodyPr/>
        <a:lstStyle/>
        <a:p>
          <a:endParaRPr lang="en-US"/>
        </a:p>
      </dgm:t>
    </dgm:pt>
    <dgm:pt modelId="{03A4DB38-4A0D-44F8-B66E-27328E4FBDA1}">
      <dgm:prSet/>
      <dgm:spPr/>
      <dgm:t>
        <a:bodyPr/>
        <a:lstStyle/>
        <a:p>
          <a:r>
            <a:rPr lang="en-US"/>
            <a:t>Planung einer neuen Produktlinie</a:t>
          </a:r>
        </a:p>
      </dgm:t>
    </dgm:pt>
    <dgm:pt modelId="{754AC2A6-5386-436C-8E9E-B787EE448883}" type="parTrans" cxnId="{625204D6-2F30-4796-BC6E-3D58CCF3BF85}">
      <dgm:prSet/>
      <dgm:spPr/>
      <dgm:t>
        <a:bodyPr/>
        <a:lstStyle/>
        <a:p>
          <a:endParaRPr lang="en-US"/>
        </a:p>
      </dgm:t>
    </dgm:pt>
    <dgm:pt modelId="{CF9D910F-6BB5-4B8D-ABF0-B5A48709AB40}" type="sibTrans" cxnId="{625204D6-2F30-4796-BC6E-3D58CCF3BF85}">
      <dgm:prSet/>
      <dgm:spPr/>
      <dgm:t>
        <a:bodyPr/>
        <a:lstStyle/>
        <a:p>
          <a:endParaRPr lang="en-US"/>
        </a:p>
      </dgm:t>
    </dgm:pt>
    <dgm:pt modelId="{31AF2B4A-A1F2-413F-8198-BC3D8D80B4BB}" type="pres">
      <dgm:prSet presAssocID="{56C8B011-1CC0-4CD6-B9C9-6A651F8E89E3}" presName="root" presStyleCnt="0">
        <dgm:presLayoutVars>
          <dgm:dir/>
          <dgm:resizeHandles val="exact"/>
        </dgm:presLayoutVars>
      </dgm:prSet>
      <dgm:spPr/>
    </dgm:pt>
    <dgm:pt modelId="{E4C7682E-E512-4AD9-A8D3-3CA9AF078AFB}" type="pres">
      <dgm:prSet presAssocID="{C463789C-B83A-4FFD-8106-8B1FC8AEBCD9}" presName="compNode" presStyleCnt="0"/>
      <dgm:spPr/>
    </dgm:pt>
    <dgm:pt modelId="{9596B592-65EB-4834-AED5-D749968D275C}" type="pres">
      <dgm:prSet presAssocID="{C463789C-B83A-4FFD-8106-8B1FC8AEBCD9}" presName="bgRect" presStyleLbl="bgShp" presStyleIdx="0" presStyleCnt="5"/>
      <dgm:spPr/>
    </dgm:pt>
    <dgm:pt modelId="{33C8F3A3-62A6-4C6C-AD4F-9FC628C14347}" type="pres">
      <dgm:prSet presAssocID="{C463789C-B83A-4FFD-8106-8B1FC8AEBCD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ünstler"/>
        </a:ext>
      </dgm:extLst>
    </dgm:pt>
    <dgm:pt modelId="{774CE0B0-6FBB-461D-8F0F-9C9E31803E80}" type="pres">
      <dgm:prSet presAssocID="{C463789C-B83A-4FFD-8106-8B1FC8AEBCD9}" presName="spaceRect" presStyleCnt="0"/>
      <dgm:spPr/>
    </dgm:pt>
    <dgm:pt modelId="{555E067A-5369-4800-8CFE-F523C6E72E56}" type="pres">
      <dgm:prSet presAssocID="{C463789C-B83A-4FFD-8106-8B1FC8AEBCD9}" presName="parTx" presStyleLbl="revTx" presStyleIdx="0" presStyleCnt="5">
        <dgm:presLayoutVars>
          <dgm:chMax val="0"/>
          <dgm:chPref val="0"/>
        </dgm:presLayoutVars>
      </dgm:prSet>
      <dgm:spPr/>
    </dgm:pt>
    <dgm:pt modelId="{DCAD2233-4C8E-415D-B72A-755A59E594FB}" type="pres">
      <dgm:prSet presAssocID="{91FD2003-C448-4466-B8C6-4BEFB77F8384}" presName="sibTrans" presStyleCnt="0"/>
      <dgm:spPr/>
    </dgm:pt>
    <dgm:pt modelId="{48190FA9-C961-47B7-8FAE-925D91B96306}" type="pres">
      <dgm:prSet presAssocID="{34A850E8-CF03-4DFF-B176-EC509AABF3FB}" presName="compNode" presStyleCnt="0"/>
      <dgm:spPr/>
    </dgm:pt>
    <dgm:pt modelId="{8BE6540F-836F-43D6-B24F-EA9F7C1B91BB}" type="pres">
      <dgm:prSet presAssocID="{34A850E8-CF03-4DFF-B176-EC509AABF3FB}" presName="bgRect" presStyleLbl="bgShp" presStyleIdx="1" presStyleCnt="5"/>
      <dgm:spPr/>
    </dgm:pt>
    <dgm:pt modelId="{E5081273-A378-4F59-B9E7-47298C779B0D}" type="pres">
      <dgm:prSet presAssocID="{34A850E8-CF03-4DFF-B176-EC509AABF3F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C96F76A3-10EB-48C8-94E2-748848FDF8EB}" type="pres">
      <dgm:prSet presAssocID="{34A850E8-CF03-4DFF-B176-EC509AABF3FB}" presName="spaceRect" presStyleCnt="0"/>
      <dgm:spPr/>
    </dgm:pt>
    <dgm:pt modelId="{24F67D75-A4AE-4167-9B5F-3DCFB04ED24E}" type="pres">
      <dgm:prSet presAssocID="{34A850E8-CF03-4DFF-B176-EC509AABF3FB}" presName="parTx" presStyleLbl="revTx" presStyleIdx="1" presStyleCnt="5">
        <dgm:presLayoutVars>
          <dgm:chMax val="0"/>
          <dgm:chPref val="0"/>
        </dgm:presLayoutVars>
      </dgm:prSet>
      <dgm:spPr/>
    </dgm:pt>
    <dgm:pt modelId="{DF6D8C57-0EDD-4099-B257-98225DC02E2D}" type="pres">
      <dgm:prSet presAssocID="{E77FA0B5-8FE7-4F44-AF4B-2076356AA108}" presName="sibTrans" presStyleCnt="0"/>
      <dgm:spPr/>
    </dgm:pt>
    <dgm:pt modelId="{0BC608BA-F21E-47DA-BA6B-8CA2B0E8C723}" type="pres">
      <dgm:prSet presAssocID="{FFDE2250-2F07-4B37-A47B-BF412C894571}" presName="compNode" presStyleCnt="0"/>
      <dgm:spPr/>
    </dgm:pt>
    <dgm:pt modelId="{E86621AC-51B1-4B53-98E0-A4897EDBD71A}" type="pres">
      <dgm:prSet presAssocID="{FFDE2250-2F07-4B37-A47B-BF412C894571}" presName="bgRect" presStyleLbl="bgShp" presStyleIdx="2" presStyleCnt="5"/>
      <dgm:spPr/>
    </dgm:pt>
    <dgm:pt modelId="{4BC3026D-34F9-4A74-AB2C-25C090A9BDCD}" type="pres">
      <dgm:prSet presAssocID="{FFDE2250-2F07-4B37-A47B-BF412C89457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"/>
        </a:ext>
      </dgm:extLst>
    </dgm:pt>
    <dgm:pt modelId="{BDD5037E-2F74-487F-9D51-1659D71D4EC9}" type="pres">
      <dgm:prSet presAssocID="{FFDE2250-2F07-4B37-A47B-BF412C894571}" presName="spaceRect" presStyleCnt="0"/>
      <dgm:spPr/>
    </dgm:pt>
    <dgm:pt modelId="{C713132D-D450-495F-8EC9-7E79678691C9}" type="pres">
      <dgm:prSet presAssocID="{FFDE2250-2F07-4B37-A47B-BF412C894571}" presName="parTx" presStyleLbl="revTx" presStyleIdx="2" presStyleCnt="5">
        <dgm:presLayoutVars>
          <dgm:chMax val="0"/>
          <dgm:chPref val="0"/>
        </dgm:presLayoutVars>
      </dgm:prSet>
      <dgm:spPr/>
    </dgm:pt>
    <dgm:pt modelId="{4309927E-A46A-4071-AC9C-7140E9A47391}" type="pres">
      <dgm:prSet presAssocID="{2F2AC195-DBCE-4BB9-99D0-1F92D6B832E0}" presName="sibTrans" presStyleCnt="0"/>
      <dgm:spPr/>
    </dgm:pt>
    <dgm:pt modelId="{A6F392A4-256E-4F9B-A9C6-AE38976F5541}" type="pres">
      <dgm:prSet presAssocID="{5886B9FE-DF67-4512-8135-F525168273CD}" presName="compNode" presStyleCnt="0"/>
      <dgm:spPr/>
    </dgm:pt>
    <dgm:pt modelId="{C8CD63A7-18BF-41A6-BF2E-E4F9F06EA5F4}" type="pres">
      <dgm:prSet presAssocID="{5886B9FE-DF67-4512-8135-F525168273CD}" presName="bgRect" presStyleLbl="bgShp" presStyleIdx="3" presStyleCnt="5"/>
      <dgm:spPr/>
    </dgm:pt>
    <dgm:pt modelId="{A705B503-28C2-48DF-A26D-C251A82E6DF2}" type="pres">
      <dgm:prSet presAssocID="{5886B9FE-DF67-4512-8135-F525168273C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D2A9C10-E36C-4A97-AED5-DD502932779C}" type="pres">
      <dgm:prSet presAssocID="{5886B9FE-DF67-4512-8135-F525168273CD}" presName="spaceRect" presStyleCnt="0"/>
      <dgm:spPr/>
    </dgm:pt>
    <dgm:pt modelId="{37669EF1-0280-4F86-9C22-91D54C7DC221}" type="pres">
      <dgm:prSet presAssocID="{5886B9FE-DF67-4512-8135-F525168273CD}" presName="parTx" presStyleLbl="revTx" presStyleIdx="3" presStyleCnt="5">
        <dgm:presLayoutVars>
          <dgm:chMax val="0"/>
          <dgm:chPref val="0"/>
        </dgm:presLayoutVars>
      </dgm:prSet>
      <dgm:spPr/>
    </dgm:pt>
    <dgm:pt modelId="{4DD3E96D-9C59-40D5-98DC-B8C9ACA43E2D}" type="pres">
      <dgm:prSet presAssocID="{BE309803-0E03-4142-91D3-8043057A6E53}" presName="sibTrans" presStyleCnt="0"/>
      <dgm:spPr/>
    </dgm:pt>
    <dgm:pt modelId="{BCC0E7C7-84C8-40AF-8B7E-0D8AA1BE112F}" type="pres">
      <dgm:prSet presAssocID="{03A4DB38-4A0D-44F8-B66E-27328E4FBDA1}" presName="compNode" presStyleCnt="0"/>
      <dgm:spPr/>
    </dgm:pt>
    <dgm:pt modelId="{468F30D8-DA0C-484B-BDE1-06972D7CC254}" type="pres">
      <dgm:prSet presAssocID="{03A4DB38-4A0D-44F8-B66E-27328E4FBDA1}" presName="bgRect" presStyleLbl="bgShp" presStyleIdx="4" presStyleCnt="5"/>
      <dgm:spPr/>
    </dgm:pt>
    <dgm:pt modelId="{BF3715D7-C7A4-4A5F-BE89-863F2BFA53E1}" type="pres">
      <dgm:prSet presAssocID="{03A4DB38-4A0D-44F8-B66E-27328E4FBDA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915685ED-81B0-4EAD-9D75-204EAC403B71}" type="pres">
      <dgm:prSet presAssocID="{03A4DB38-4A0D-44F8-B66E-27328E4FBDA1}" presName="spaceRect" presStyleCnt="0"/>
      <dgm:spPr/>
    </dgm:pt>
    <dgm:pt modelId="{D7471055-B1A9-4B24-8458-A60642DFE808}" type="pres">
      <dgm:prSet presAssocID="{03A4DB38-4A0D-44F8-B66E-27328E4FBDA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C5C42D-9A72-423E-A9C4-BA2574C763A3}" srcId="{56C8B011-1CC0-4CD6-B9C9-6A651F8E89E3}" destId="{FFDE2250-2F07-4B37-A47B-BF412C894571}" srcOrd="2" destOrd="0" parTransId="{D17E5591-999A-42FE-9533-E554320D2A20}" sibTransId="{2F2AC195-DBCE-4BB9-99D0-1F92D6B832E0}"/>
    <dgm:cxn modelId="{437EAA37-AB37-410A-972A-2682DC1688B0}" type="presOf" srcId="{C463789C-B83A-4FFD-8106-8B1FC8AEBCD9}" destId="{555E067A-5369-4800-8CFE-F523C6E72E56}" srcOrd="0" destOrd="0" presId="urn:microsoft.com/office/officeart/2018/2/layout/IconVerticalSolidList"/>
    <dgm:cxn modelId="{6E32D770-C6A2-4535-84B4-7C9E5AA7968D}" srcId="{56C8B011-1CC0-4CD6-B9C9-6A651F8E89E3}" destId="{C463789C-B83A-4FFD-8106-8B1FC8AEBCD9}" srcOrd="0" destOrd="0" parTransId="{E8865E0B-076E-4233-A7B4-577D8566737E}" sibTransId="{91FD2003-C448-4466-B8C6-4BEFB77F8384}"/>
    <dgm:cxn modelId="{BA80A881-DFE3-4A08-9D8E-34438721B5C7}" type="presOf" srcId="{03A4DB38-4A0D-44F8-B66E-27328E4FBDA1}" destId="{D7471055-B1A9-4B24-8458-A60642DFE808}" srcOrd="0" destOrd="0" presId="urn:microsoft.com/office/officeart/2018/2/layout/IconVerticalSolidList"/>
    <dgm:cxn modelId="{F452C485-7D94-4D60-9D81-EC07332A8BFD}" srcId="{56C8B011-1CC0-4CD6-B9C9-6A651F8E89E3}" destId="{34A850E8-CF03-4DFF-B176-EC509AABF3FB}" srcOrd="1" destOrd="0" parTransId="{D0A43B5B-C29D-4169-8FEB-CA46CA523ABF}" sibTransId="{E77FA0B5-8FE7-4F44-AF4B-2076356AA108}"/>
    <dgm:cxn modelId="{BC95CA91-B082-4F26-9CD7-2B537DD45826}" srcId="{56C8B011-1CC0-4CD6-B9C9-6A651F8E89E3}" destId="{5886B9FE-DF67-4512-8135-F525168273CD}" srcOrd="3" destOrd="0" parTransId="{48317B88-FBB4-43E1-BA08-3EFF0C288AC3}" sibTransId="{BE309803-0E03-4142-91D3-8043057A6E53}"/>
    <dgm:cxn modelId="{A314E4B6-2863-4DF4-9AD2-B16BAD6B57A0}" type="presOf" srcId="{FFDE2250-2F07-4B37-A47B-BF412C894571}" destId="{C713132D-D450-495F-8EC9-7E79678691C9}" srcOrd="0" destOrd="0" presId="urn:microsoft.com/office/officeart/2018/2/layout/IconVerticalSolidList"/>
    <dgm:cxn modelId="{CFEDA0D2-0AE5-44A9-834E-9EB6D0E03C21}" type="presOf" srcId="{34A850E8-CF03-4DFF-B176-EC509AABF3FB}" destId="{24F67D75-A4AE-4167-9B5F-3DCFB04ED24E}" srcOrd="0" destOrd="0" presId="urn:microsoft.com/office/officeart/2018/2/layout/IconVerticalSolidList"/>
    <dgm:cxn modelId="{625204D6-2F30-4796-BC6E-3D58CCF3BF85}" srcId="{56C8B011-1CC0-4CD6-B9C9-6A651F8E89E3}" destId="{03A4DB38-4A0D-44F8-B66E-27328E4FBDA1}" srcOrd="4" destOrd="0" parTransId="{754AC2A6-5386-436C-8E9E-B787EE448883}" sibTransId="{CF9D910F-6BB5-4B8D-ABF0-B5A48709AB40}"/>
    <dgm:cxn modelId="{BFE0B9D8-6499-4E62-8BC5-000661F5B666}" type="presOf" srcId="{5886B9FE-DF67-4512-8135-F525168273CD}" destId="{37669EF1-0280-4F86-9C22-91D54C7DC221}" srcOrd="0" destOrd="0" presId="urn:microsoft.com/office/officeart/2018/2/layout/IconVerticalSolidList"/>
    <dgm:cxn modelId="{CF0049DF-6BD1-45FC-8BDA-B2AA459A2D0B}" type="presOf" srcId="{56C8B011-1CC0-4CD6-B9C9-6A651F8E89E3}" destId="{31AF2B4A-A1F2-413F-8198-BC3D8D80B4BB}" srcOrd="0" destOrd="0" presId="urn:microsoft.com/office/officeart/2018/2/layout/IconVerticalSolidList"/>
    <dgm:cxn modelId="{50265C7E-ED2F-46EB-B203-A445B63AAA88}" type="presParOf" srcId="{31AF2B4A-A1F2-413F-8198-BC3D8D80B4BB}" destId="{E4C7682E-E512-4AD9-A8D3-3CA9AF078AFB}" srcOrd="0" destOrd="0" presId="urn:microsoft.com/office/officeart/2018/2/layout/IconVerticalSolidList"/>
    <dgm:cxn modelId="{82922720-4C9C-4C20-ADCB-D20596BA32B2}" type="presParOf" srcId="{E4C7682E-E512-4AD9-A8D3-3CA9AF078AFB}" destId="{9596B592-65EB-4834-AED5-D749968D275C}" srcOrd="0" destOrd="0" presId="urn:microsoft.com/office/officeart/2018/2/layout/IconVerticalSolidList"/>
    <dgm:cxn modelId="{AA7E6ED1-0E7F-44F9-8103-296F545F5435}" type="presParOf" srcId="{E4C7682E-E512-4AD9-A8D3-3CA9AF078AFB}" destId="{33C8F3A3-62A6-4C6C-AD4F-9FC628C14347}" srcOrd="1" destOrd="0" presId="urn:microsoft.com/office/officeart/2018/2/layout/IconVerticalSolidList"/>
    <dgm:cxn modelId="{D75F616D-E166-4996-A08B-709FC450B560}" type="presParOf" srcId="{E4C7682E-E512-4AD9-A8D3-3CA9AF078AFB}" destId="{774CE0B0-6FBB-461D-8F0F-9C9E31803E80}" srcOrd="2" destOrd="0" presId="urn:microsoft.com/office/officeart/2018/2/layout/IconVerticalSolidList"/>
    <dgm:cxn modelId="{0C6494C4-A800-496C-83AF-6460CA2387D1}" type="presParOf" srcId="{E4C7682E-E512-4AD9-A8D3-3CA9AF078AFB}" destId="{555E067A-5369-4800-8CFE-F523C6E72E56}" srcOrd="3" destOrd="0" presId="urn:microsoft.com/office/officeart/2018/2/layout/IconVerticalSolidList"/>
    <dgm:cxn modelId="{278B8560-A083-4A31-8E38-35492D2990B2}" type="presParOf" srcId="{31AF2B4A-A1F2-413F-8198-BC3D8D80B4BB}" destId="{DCAD2233-4C8E-415D-B72A-755A59E594FB}" srcOrd="1" destOrd="0" presId="urn:microsoft.com/office/officeart/2018/2/layout/IconVerticalSolidList"/>
    <dgm:cxn modelId="{7F43F0EC-2403-42D9-A9B7-4BB3BA6EDE31}" type="presParOf" srcId="{31AF2B4A-A1F2-413F-8198-BC3D8D80B4BB}" destId="{48190FA9-C961-47B7-8FAE-925D91B96306}" srcOrd="2" destOrd="0" presId="urn:microsoft.com/office/officeart/2018/2/layout/IconVerticalSolidList"/>
    <dgm:cxn modelId="{22278B9A-1EF5-40F4-863F-B5AF34912D56}" type="presParOf" srcId="{48190FA9-C961-47B7-8FAE-925D91B96306}" destId="{8BE6540F-836F-43D6-B24F-EA9F7C1B91BB}" srcOrd="0" destOrd="0" presId="urn:microsoft.com/office/officeart/2018/2/layout/IconVerticalSolidList"/>
    <dgm:cxn modelId="{31006BF7-F4B1-4C23-8102-1DB37A15F34A}" type="presParOf" srcId="{48190FA9-C961-47B7-8FAE-925D91B96306}" destId="{E5081273-A378-4F59-B9E7-47298C779B0D}" srcOrd="1" destOrd="0" presId="urn:microsoft.com/office/officeart/2018/2/layout/IconVerticalSolidList"/>
    <dgm:cxn modelId="{0D862DEB-AEAA-4E84-AF77-542146FF9C8F}" type="presParOf" srcId="{48190FA9-C961-47B7-8FAE-925D91B96306}" destId="{C96F76A3-10EB-48C8-94E2-748848FDF8EB}" srcOrd="2" destOrd="0" presId="urn:microsoft.com/office/officeart/2018/2/layout/IconVerticalSolidList"/>
    <dgm:cxn modelId="{153A600B-404C-4B88-A660-A6149F9ACB81}" type="presParOf" srcId="{48190FA9-C961-47B7-8FAE-925D91B96306}" destId="{24F67D75-A4AE-4167-9B5F-3DCFB04ED24E}" srcOrd="3" destOrd="0" presId="urn:microsoft.com/office/officeart/2018/2/layout/IconVerticalSolidList"/>
    <dgm:cxn modelId="{5B80723F-A3FC-4092-A431-94FED94CA4E6}" type="presParOf" srcId="{31AF2B4A-A1F2-413F-8198-BC3D8D80B4BB}" destId="{DF6D8C57-0EDD-4099-B257-98225DC02E2D}" srcOrd="3" destOrd="0" presId="urn:microsoft.com/office/officeart/2018/2/layout/IconVerticalSolidList"/>
    <dgm:cxn modelId="{0F00DCA1-61A4-4235-99BC-6438D7F8FC1A}" type="presParOf" srcId="{31AF2B4A-A1F2-413F-8198-BC3D8D80B4BB}" destId="{0BC608BA-F21E-47DA-BA6B-8CA2B0E8C723}" srcOrd="4" destOrd="0" presId="urn:microsoft.com/office/officeart/2018/2/layout/IconVerticalSolidList"/>
    <dgm:cxn modelId="{651074A0-54D2-457A-B4D1-3CA56D7A89C9}" type="presParOf" srcId="{0BC608BA-F21E-47DA-BA6B-8CA2B0E8C723}" destId="{E86621AC-51B1-4B53-98E0-A4897EDBD71A}" srcOrd="0" destOrd="0" presId="urn:microsoft.com/office/officeart/2018/2/layout/IconVerticalSolidList"/>
    <dgm:cxn modelId="{A6984E86-559C-4E6F-B00B-F17D1ED36D5A}" type="presParOf" srcId="{0BC608BA-F21E-47DA-BA6B-8CA2B0E8C723}" destId="{4BC3026D-34F9-4A74-AB2C-25C090A9BDCD}" srcOrd="1" destOrd="0" presId="urn:microsoft.com/office/officeart/2018/2/layout/IconVerticalSolidList"/>
    <dgm:cxn modelId="{6EF907A9-237A-4B37-B998-0EC71738D1CA}" type="presParOf" srcId="{0BC608BA-F21E-47DA-BA6B-8CA2B0E8C723}" destId="{BDD5037E-2F74-487F-9D51-1659D71D4EC9}" srcOrd="2" destOrd="0" presId="urn:microsoft.com/office/officeart/2018/2/layout/IconVerticalSolidList"/>
    <dgm:cxn modelId="{87E3E83C-56BA-4CF4-882A-6C1881D3C7A7}" type="presParOf" srcId="{0BC608BA-F21E-47DA-BA6B-8CA2B0E8C723}" destId="{C713132D-D450-495F-8EC9-7E79678691C9}" srcOrd="3" destOrd="0" presId="urn:microsoft.com/office/officeart/2018/2/layout/IconVerticalSolidList"/>
    <dgm:cxn modelId="{E00E7AC5-2471-4EA5-BDBA-F6B602E6739F}" type="presParOf" srcId="{31AF2B4A-A1F2-413F-8198-BC3D8D80B4BB}" destId="{4309927E-A46A-4071-AC9C-7140E9A47391}" srcOrd="5" destOrd="0" presId="urn:microsoft.com/office/officeart/2018/2/layout/IconVerticalSolidList"/>
    <dgm:cxn modelId="{D5F95E94-081D-43ED-96C6-44F407A55A23}" type="presParOf" srcId="{31AF2B4A-A1F2-413F-8198-BC3D8D80B4BB}" destId="{A6F392A4-256E-4F9B-A9C6-AE38976F5541}" srcOrd="6" destOrd="0" presId="urn:microsoft.com/office/officeart/2018/2/layout/IconVerticalSolidList"/>
    <dgm:cxn modelId="{5350D892-6FAC-4B79-982E-C9A52274C8F2}" type="presParOf" srcId="{A6F392A4-256E-4F9B-A9C6-AE38976F5541}" destId="{C8CD63A7-18BF-41A6-BF2E-E4F9F06EA5F4}" srcOrd="0" destOrd="0" presId="urn:microsoft.com/office/officeart/2018/2/layout/IconVerticalSolidList"/>
    <dgm:cxn modelId="{D115FBFB-ECED-42F2-81F2-0DA934E30FC3}" type="presParOf" srcId="{A6F392A4-256E-4F9B-A9C6-AE38976F5541}" destId="{A705B503-28C2-48DF-A26D-C251A82E6DF2}" srcOrd="1" destOrd="0" presId="urn:microsoft.com/office/officeart/2018/2/layout/IconVerticalSolidList"/>
    <dgm:cxn modelId="{E5F776A6-07BD-44D5-9DA6-103874F1EF14}" type="presParOf" srcId="{A6F392A4-256E-4F9B-A9C6-AE38976F5541}" destId="{AD2A9C10-E36C-4A97-AED5-DD502932779C}" srcOrd="2" destOrd="0" presId="urn:microsoft.com/office/officeart/2018/2/layout/IconVerticalSolidList"/>
    <dgm:cxn modelId="{FEBAC921-AD90-48C3-98D9-A9E130DE41E0}" type="presParOf" srcId="{A6F392A4-256E-4F9B-A9C6-AE38976F5541}" destId="{37669EF1-0280-4F86-9C22-91D54C7DC221}" srcOrd="3" destOrd="0" presId="urn:microsoft.com/office/officeart/2018/2/layout/IconVerticalSolidList"/>
    <dgm:cxn modelId="{6CDC5CEB-36B8-4014-B0B7-C82FD5CDEA35}" type="presParOf" srcId="{31AF2B4A-A1F2-413F-8198-BC3D8D80B4BB}" destId="{4DD3E96D-9C59-40D5-98DC-B8C9ACA43E2D}" srcOrd="7" destOrd="0" presId="urn:microsoft.com/office/officeart/2018/2/layout/IconVerticalSolidList"/>
    <dgm:cxn modelId="{AC4739B9-A1CC-498C-AAE1-FB80F74B58A2}" type="presParOf" srcId="{31AF2B4A-A1F2-413F-8198-BC3D8D80B4BB}" destId="{BCC0E7C7-84C8-40AF-8B7E-0D8AA1BE112F}" srcOrd="8" destOrd="0" presId="urn:microsoft.com/office/officeart/2018/2/layout/IconVerticalSolidList"/>
    <dgm:cxn modelId="{03E718EE-4F50-4F4F-B5E4-61D67779C59C}" type="presParOf" srcId="{BCC0E7C7-84C8-40AF-8B7E-0D8AA1BE112F}" destId="{468F30D8-DA0C-484B-BDE1-06972D7CC254}" srcOrd="0" destOrd="0" presId="urn:microsoft.com/office/officeart/2018/2/layout/IconVerticalSolidList"/>
    <dgm:cxn modelId="{EC36CA2D-CE12-451C-8EBC-D45DFE2B9AD5}" type="presParOf" srcId="{BCC0E7C7-84C8-40AF-8B7E-0D8AA1BE112F}" destId="{BF3715D7-C7A4-4A5F-BE89-863F2BFA53E1}" srcOrd="1" destOrd="0" presId="urn:microsoft.com/office/officeart/2018/2/layout/IconVerticalSolidList"/>
    <dgm:cxn modelId="{E56063B9-C77A-4EA7-A5BF-8DCEA9E281FB}" type="presParOf" srcId="{BCC0E7C7-84C8-40AF-8B7E-0D8AA1BE112F}" destId="{915685ED-81B0-4EAD-9D75-204EAC403B71}" srcOrd="2" destOrd="0" presId="urn:microsoft.com/office/officeart/2018/2/layout/IconVerticalSolidList"/>
    <dgm:cxn modelId="{403B9F6F-5A37-46A4-B5B4-F49849139040}" type="presParOf" srcId="{BCC0E7C7-84C8-40AF-8B7E-0D8AA1BE112F}" destId="{D7471055-B1A9-4B24-8458-A60642DFE8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26B2A-CD81-4C56-9787-107BFC3875FA}">
      <dsp:nvSpPr>
        <dsp:cNvPr id="0" name=""/>
        <dsp:cNvSpPr/>
      </dsp:nvSpPr>
      <dsp:spPr>
        <a:xfrm>
          <a:off x="0" y="0"/>
          <a:ext cx="7031593" cy="11034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Produktinnovation: Entwicklung eines komplett neuen Produkts</a:t>
          </a:r>
        </a:p>
      </dsp:txBody>
      <dsp:txXfrm>
        <a:off x="32320" y="32320"/>
        <a:ext cx="5840860" cy="1038831"/>
      </dsp:txXfrm>
    </dsp:sp>
    <dsp:sp modelId="{F7249E20-AF2A-48DA-AAD2-CC0D39FFEC99}">
      <dsp:nvSpPr>
        <dsp:cNvPr id="0" name=""/>
        <dsp:cNvSpPr/>
      </dsp:nvSpPr>
      <dsp:spPr>
        <a:xfrm>
          <a:off x="620434" y="1287383"/>
          <a:ext cx="7031593" cy="1103471"/>
        </a:xfrm>
        <a:prstGeom prst="roundRect">
          <a:avLst>
            <a:gd name="adj" fmla="val 10000"/>
          </a:avLst>
        </a:prstGeom>
        <a:solidFill>
          <a:schemeClr val="accent2">
            <a:hueOff val="453597"/>
            <a:satOff val="-6894"/>
            <a:lumOff val="607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Produktvariation: Anpassung bestehender Produkte an Kundenbedürfnisse</a:t>
          </a:r>
        </a:p>
      </dsp:txBody>
      <dsp:txXfrm>
        <a:off x="652754" y="1319703"/>
        <a:ext cx="5629262" cy="1038831"/>
      </dsp:txXfrm>
    </dsp:sp>
    <dsp:sp modelId="{1AE5E6B9-F317-4AA3-8E53-DB7BD3C6911A}">
      <dsp:nvSpPr>
        <dsp:cNvPr id="0" name=""/>
        <dsp:cNvSpPr/>
      </dsp:nvSpPr>
      <dsp:spPr>
        <a:xfrm>
          <a:off x="1240869" y="2574766"/>
          <a:ext cx="7031593" cy="1103471"/>
        </a:xfrm>
        <a:prstGeom prst="roundRect">
          <a:avLst>
            <a:gd name="adj" fmla="val 10000"/>
          </a:avLst>
        </a:prstGeom>
        <a:solidFill>
          <a:schemeClr val="accent2">
            <a:hueOff val="907195"/>
            <a:satOff val="-13789"/>
            <a:lumOff val="1215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Produktelimination: Entfernung erfolgloser Produkte vom Markt</a:t>
          </a:r>
        </a:p>
      </dsp:txBody>
      <dsp:txXfrm>
        <a:off x="1273189" y="2607086"/>
        <a:ext cx="5629262" cy="1038831"/>
      </dsp:txXfrm>
    </dsp:sp>
    <dsp:sp modelId="{21EAAFB9-4B82-4A97-A81E-2740D0C68DF7}">
      <dsp:nvSpPr>
        <dsp:cNvPr id="0" name=""/>
        <dsp:cNvSpPr/>
      </dsp:nvSpPr>
      <dsp:spPr>
        <a:xfrm>
          <a:off x="6314337" y="836799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475720" y="836799"/>
        <a:ext cx="394490" cy="539735"/>
      </dsp:txXfrm>
    </dsp:sp>
    <dsp:sp modelId="{A59A2C06-4D86-4598-AFB1-0B14CF0B1953}">
      <dsp:nvSpPr>
        <dsp:cNvPr id="0" name=""/>
        <dsp:cNvSpPr/>
      </dsp:nvSpPr>
      <dsp:spPr>
        <a:xfrm>
          <a:off x="6934771" y="2116825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324556"/>
            <a:satOff val="-12359"/>
            <a:lumOff val="999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1324556"/>
              <a:satOff val="-12359"/>
              <a:lumOff val="9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096154" y="2116825"/>
        <a:ext cx="394490" cy="5397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A48F4-054B-412D-AB44-1E71852A9E3C}">
      <dsp:nvSpPr>
        <dsp:cNvPr id="0" name=""/>
        <dsp:cNvSpPr/>
      </dsp:nvSpPr>
      <dsp:spPr>
        <a:xfrm>
          <a:off x="0" y="158774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Nur in schwarzer Farbe erhältlich</a:t>
          </a:r>
        </a:p>
      </dsp:txBody>
      <dsp:txXfrm>
        <a:off x="0" y="158774"/>
        <a:ext cx="2585144" cy="1551086"/>
      </dsp:txXfrm>
    </dsp:sp>
    <dsp:sp modelId="{FA8664D6-8372-42DF-B300-D1030E6B1635}">
      <dsp:nvSpPr>
        <dsp:cNvPr id="0" name=""/>
        <dsp:cNvSpPr/>
      </dsp:nvSpPr>
      <dsp:spPr>
        <a:xfrm>
          <a:off x="2843659" y="158774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Seit zwei Jahren unverändert auf dem Markt</a:t>
          </a:r>
        </a:p>
      </dsp:txBody>
      <dsp:txXfrm>
        <a:off x="2843659" y="158774"/>
        <a:ext cx="2585144" cy="1551086"/>
      </dsp:txXfrm>
    </dsp:sp>
    <dsp:sp modelId="{63291134-C319-4DE5-86E6-04B141B54321}">
      <dsp:nvSpPr>
        <dsp:cNvPr id="0" name=""/>
        <dsp:cNvSpPr/>
      </dsp:nvSpPr>
      <dsp:spPr>
        <a:xfrm>
          <a:off x="5687318" y="158774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Rückläufige Absatzzahlen</a:t>
          </a:r>
        </a:p>
      </dsp:txBody>
      <dsp:txXfrm>
        <a:off x="5687318" y="158774"/>
        <a:ext cx="2585144" cy="1551086"/>
      </dsp:txXfrm>
    </dsp:sp>
    <dsp:sp modelId="{6FF252D9-BD41-4FA5-A0EA-BDD582F53F48}">
      <dsp:nvSpPr>
        <dsp:cNvPr id="0" name=""/>
        <dsp:cNvSpPr/>
      </dsp:nvSpPr>
      <dsp:spPr>
        <a:xfrm>
          <a:off x="0" y="1968376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Technologische Weiterentwicklung der Konkurrenz</a:t>
          </a:r>
        </a:p>
      </dsp:txBody>
      <dsp:txXfrm>
        <a:off x="0" y="1968376"/>
        <a:ext cx="2585144" cy="1551086"/>
      </dsp:txXfrm>
    </dsp:sp>
    <dsp:sp modelId="{B8EB22C8-AF92-4D7F-9A6C-EAF3AED61E6C}">
      <dsp:nvSpPr>
        <dsp:cNvPr id="0" name=""/>
        <dsp:cNvSpPr/>
      </dsp:nvSpPr>
      <dsp:spPr>
        <a:xfrm>
          <a:off x="2843659" y="1968376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Eingeschränkte Produktvielfalt</a:t>
          </a:r>
        </a:p>
      </dsp:txBody>
      <dsp:txXfrm>
        <a:off x="2843659" y="1968376"/>
        <a:ext cx="2585144" cy="1551086"/>
      </dsp:txXfrm>
    </dsp:sp>
    <dsp:sp modelId="{6E76DAC9-69B3-4C8C-867A-B842519BF292}">
      <dsp:nvSpPr>
        <dsp:cNvPr id="0" name=""/>
        <dsp:cNvSpPr/>
      </dsp:nvSpPr>
      <dsp:spPr>
        <a:xfrm>
          <a:off x="5687318" y="1968376"/>
          <a:ext cx="2585144" cy="1551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Veraltete Features im Vergleich zum Wettbewerb</a:t>
          </a:r>
        </a:p>
      </dsp:txBody>
      <dsp:txXfrm>
        <a:off x="5687318" y="1968376"/>
        <a:ext cx="2585144" cy="1551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DCC5B-65E8-467D-B433-DCD3C54E53B9}">
      <dsp:nvSpPr>
        <dsp:cNvPr id="0" name=""/>
        <dsp:cNvSpPr/>
      </dsp:nvSpPr>
      <dsp:spPr>
        <a:xfrm>
          <a:off x="1246038" y="65940"/>
          <a:ext cx="765252" cy="7652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4E79D-3F34-4927-9E61-B2A86AB7A60A}">
      <dsp:nvSpPr>
        <dsp:cNvPr id="0" name=""/>
        <dsp:cNvSpPr/>
      </dsp:nvSpPr>
      <dsp:spPr>
        <a:xfrm>
          <a:off x="1406741" y="226643"/>
          <a:ext cx="443846" cy="4438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D1A90-DD53-4B74-B59A-BD86F06F8719}">
      <dsp:nvSpPr>
        <dsp:cNvPr id="0" name=""/>
        <dsp:cNvSpPr/>
      </dsp:nvSpPr>
      <dsp:spPr>
        <a:xfrm>
          <a:off x="2175272" y="65940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Einführung mehrerer Farbvarianten (weiß, blau, rot, grün)</a:t>
          </a:r>
        </a:p>
      </dsp:txBody>
      <dsp:txXfrm>
        <a:off x="2175272" y="65940"/>
        <a:ext cx="1803808" cy="765252"/>
      </dsp:txXfrm>
    </dsp:sp>
    <dsp:sp modelId="{D9E44FD0-A248-4082-B9DB-99D76C955AE7}">
      <dsp:nvSpPr>
        <dsp:cNvPr id="0" name=""/>
        <dsp:cNvSpPr/>
      </dsp:nvSpPr>
      <dsp:spPr>
        <a:xfrm>
          <a:off x="4293381" y="65940"/>
          <a:ext cx="765252" cy="7652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2927-A4ED-4CA8-94EC-648E61621E17}">
      <dsp:nvSpPr>
        <dsp:cNvPr id="0" name=""/>
        <dsp:cNvSpPr/>
      </dsp:nvSpPr>
      <dsp:spPr>
        <a:xfrm>
          <a:off x="4454084" y="226643"/>
          <a:ext cx="443846" cy="4438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83922-2590-4426-8634-B3394D5143D0}">
      <dsp:nvSpPr>
        <dsp:cNvPr id="0" name=""/>
        <dsp:cNvSpPr/>
      </dsp:nvSpPr>
      <dsp:spPr>
        <a:xfrm>
          <a:off x="5222616" y="65940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Personalisierung zur Erweiterung der Zielgruppe</a:t>
          </a:r>
        </a:p>
      </dsp:txBody>
      <dsp:txXfrm>
        <a:off x="5222616" y="65940"/>
        <a:ext cx="1803808" cy="765252"/>
      </dsp:txXfrm>
    </dsp:sp>
    <dsp:sp modelId="{1FAC1AB1-9EC4-4C43-8621-806328EE74CE}">
      <dsp:nvSpPr>
        <dsp:cNvPr id="0" name=""/>
        <dsp:cNvSpPr/>
      </dsp:nvSpPr>
      <dsp:spPr>
        <a:xfrm>
          <a:off x="1246038" y="1456492"/>
          <a:ext cx="765252" cy="7652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0B09C-090F-449C-96BA-D8C5D6C4D2D9}">
      <dsp:nvSpPr>
        <dsp:cNvPr id="0" name=""/>
        <dsp:cNvSpPr/>
      </dsp:nvSpPr>
      <dsp:spPr>
        <a:xfrm>
          <a:off x="1406741" y="1617195"/>
          <a:ext cx="443846" cy="4438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F0870-38C1-49DD-B5BC-989FD7D6662C}">
      <dsp:nvSpPr>
        <dsp:cNvPr id="0" name=""/>
        <dsp:cNvSpPr/>
      </dsp:nvSpPr>
      <dsp:spPr>
        <a:xfrm>
          <a:off x="2175272" y="1456492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Verbesserte Kameraqualität und Akkulaufzeit</a:t>
          </a:r>
        </a:p>
      </dsp:txBody>
      <dsp:txXfrm>
        <a:off x="2175272" y="1456492"/>
        <a:ext cx="1803808" cy="765252"/>
      </dsp:txXfrm>
    </dsp:sp>
    <dsp:sp modelId="{4AD42C2D-3A81-4B8C-9304-FB648FD8BE62}">
      <dsp:nvSpPr>
        <dsp:cNvPr id="0" name=""/>
        <dsp:cNvSpPr/>
      </dsp:nvSpPr>
      <dsp:spPr>
        <a:xfrm>
          <a:off x="4293381" y="1456492"/>
          <a:ext cx="765252" cy="76525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7EDCD-A6DD-4E2D-AF91-C6A76919E19E}">
      <dsp:nvSpPr>
        <dsp:cNvPr id="0" name=""/>
        <dsp:cNvSpPr/>
      </dsp:nvSpPr>
      <dsp:spPr>
        <a:xfrm>
          <a:off x="4454084" y="1617195"/>
          <a:ext cx="443846" cy="4438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FEFED-1F35-4167-96C8-416F2548349E}">
      <dsp:nvSpPr>
        <dsp:cNvPr id="0" name=""/>
        <dsp:cNvSpPr/>
      </dsp:nvSpPr>
      <dsp:spPr>
        <a:xfrm>
          <a:off x="5222616" y="1456492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Schnellerer Prozessor und mehr Speicherplatz</a:t>
          </a:r>
        </a:p>
      </dsp:txBody>
      <dsp:txXfrm>
        <a:off x="5222616" y="1456492"/>
        <a:ext cx="1803808" cy="765252"/>
      </dsp:txXfrm>
    </dsp:sp>
    <dsp:sp modelId="{207DAB42-DE9E-4DFD-8C4D-6AF5A78BF877}">
      <dsp:nvSpPr>
        <dsp:cNvPr id="0" name=""/>
        <dsp:cNvSpPr/>
      </dsp:nvSpPr>
      <dsp:spPr>
        <a:xfrm>
          <a:off x="1246038" y="2847045"/>
          <a:ext cx="765252" cy="76525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B1D65-89DD-4CE1-B001-1875F293543C}">
      <dsp:nvSpPr>
        <dsp:cNvPr id="0" name=""/>
        <dsp:cNvSpPr/>
      </dsp:nvSpPr>
      <dsp:spPr>
        <a:xfrm>
          <a:off x="1406741" y="3007748"/>
          <a:ext cx="443846" cy="4438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FFB7A-7F0E-4249-AEAB-D813390529E3}">
      <dsp:nvSpPr>
        <dsp:cNvPr id="0" name=""/>
        <dsp:cNvSpPr/>
      </dsp:nvSpPr>
      <dsp:spPr>
        <a:xfrm>
          <a:off x="2175272" y="2847045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Neueste Android-Version mit beibehaltenem Sideloading</a:t>
          </a:r>
        </a:p>
      </dsp:txBody>
      <dsp:txXfrm>
        <a:off x="2175272" y="2847045"/>
        <a:ext cx="1803808" cy="765252"/>
      </dsp:txXfrm>
    </dsp:sp>
    <dsp:sp modelId="{9E69D135-5120-4D13-B2D3-1793805313E9}">
      <dsp:nvSpPr>
        <dsp:cNvPr id="0" name=""/>
        <dsp:cNvSpPr/>
      </dsp:nvSpPr>
      <dsp:spPr>
        <a:xfrm>
          <a:off x="4293381" y="2847045"/>
          <a:ext cx="765252" cy="7652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63708-C11C-4BD6-B8B8-DBDB1BFB39BA}">
      <dsp:nvSpPr>
        <dsp:cNvPr id="0" name=""/>
        <dsp:cNvSpPr/>
      </dsp:nvSpPr>
      <dsp:spPr>
        <a:xfrm>
          <a:off x="4454084" y="3007748"/>
          <a:ext cx="443846" cy="44384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F81D2-6DE9-4520-8056-57196BA6EBFA}">
      <dsp:nvSpPr>
        <dsp:cNvPr id="0" name=""/>
        <dsp:cNvSpPr/>
      </dsp:nvSpPr>
      <dsp:spPr>
        <a:xfrm>
          <a:off x="5222616" y="2847045"/>
          <a:ext cx="1803808" cy="765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Optimierte Benutzeroberfläche</a:t>
          </a:r>
        </a:p>
      </dsp:txBody>
      <dsp:txXfrm>
        <a:off x="5222616" y="2847045"/>
        <a:ext cx="1803808" cy="7652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6B592-65EB-4834-AED5-D749968D275C}">
      <dsp:nvSpPr>
        <dsp:cNvPr id="0" name=""/>
        <dsp:cNvSpPr/>
      </dsp:nvSpPr>
      <dsp:spPr>
        <a:xfrm>
          <a:off x="0" y="2873"/>
          <a:ext cx="8272463" cy="612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8F3A3-62A6-4C6C-AD4F-9FC628C14347}">
      <dsp:nvSpPr>
        <dsp:cNvPr id="0" name=""/>
        <dsp:cNvSpPr/>
      </dsp:nvSpPr>
      <dsp:spPr>
        <a:xfrm>
          <a:off x="185154" y="140592"/>
          <a:ext cx="336644" cy="336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E067A-5369-4800-8CFE-F523C6E72E56}">
      <dsp:nvSpPr>
        <dsp:cNvPr id="0" name=""/>
        <dsp:cNvSpPr/>
      </dsp:nvSpPr>
      <dsp:spPr>
        <a:xfrm>
          <a:off x="706954" y="2873"/>
          <a:ext cx="7565508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Kurzfristig: Neue Farben, Software-Update, Zubehör</a:t>
          </a:r>
        </a:p>
      </dsp:txBody>
      <dsp:txXfrm>
        <a:off x="706954" y="2873"/>
        <a:ext cx="7565508" cy="612081"/>
      </dsp:txXfrm>
    </dsp:sp>
    <dsp:sp modelId="{8BE6540F-836F-43D6-B24F-EA9F7C1B91BB}">
      <dsp:nvSpPr>
        <dsp:cNvPr id="0" name=""/>
        <dsp:cNvSpPr/>
      </dsp:nvSpPr>
      <dsp:spPr>
        <a:xfrm>
          <a:off x="0" y="767975"/>
          <a:ext cx="8272463" cy="612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81273-A378-4F59-B9E7-47298C779B0D}">
      <dsp:nvSpPr>
        <dsp:cNvPr id="0" name=""/>
        <dsp:cNvSpPr/>
      </dsp:nvSpPr>
      <dsp:spPr>
        <a:xfrm>
          <a:off x="185154" y="905694"/>
          <a:ext cx="336644" cy="336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67D75-A4AE-4167-9B5F-3DCFB04ED24E}">
      <dsp:nvSpPr>
        <dsp:cNvPr id="0" name=""/>
        <dsp:cNvSpPr/>
      </dsp:nvSpPr>
      <dsp:spPr>
        <a:xfrm>
          <a:off x="706954" y="767975"/>
          <a:ext cx="7565508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Mittelfristig</a:t>
          </a:r>
          <a:r>
            <a:rPr lang="en-US" sz="1900" kern="1200" dirty="0"/>
            <a:t> (3-6 </a:t>
          </a:r>
          <a:r>
            <a:rPr lang="en-US" sz="1900" kern="1200" dirty="0" err="1"/>
            <a:t>Monate</a:t>
          </a:r>
          <a:r>
            <a:rPr lang="en-US" sz="1900" kern="1200" dirty="0"/>
            <a:t>): Kamera und Akku </a:t>
          </a:r>
          <a:r>
            <a:rPr lang="en-US" sz="1900" kern="1200" dirty="0" err="1"/>
            <a:t>Verbesserungen</a:t>
          </a:r>
          <a:endParaRPr lang="en-US" sz="1900" kern="1200" dirty="0"/>
        </a:p>
      </dsp:txBody>
      <dsp:txXfrm>
        <a:off x="706954" y="767975"/>
        <a:ext cx="7565508" cy="612081"/>
      </dsp:txXfrm>
    </dsp:sp>
    <dsp:sp modelId="{E86621AC-51B1-4B53-98E0-A4897EDBD71A}">
      <dsp:nvSpPr>
        <dsp:cNvPr id="0" name=""/>
        <dsp:cNvSpPr/>
      </dsp:nvSpPr>
      <dsp:spPr>
        <a:xfrm>
          <a:off x="0" y="1533078"/>
          <a:ext cx="8272463" cy="612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3026D-34F9-4A74-AB2C-25C090A9BDCD}">
      <dsp:nvSpPr>
        <dsp:cNvPr id="0" name=""/>
        <dsp:cNvSpPr/>
      </dsp:nvSpPr>
      <dsp:spPr>
        <a:xfrm>
          <a:off x="185154" y="1670796"/>
          <a:ext cx="336644" cy="336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3132D-D450-495F-8EC9-7E79678691C9}">
      <dsp:nvSpPr>
        <dsp:cNvPr id="0" name=""/>
        <dsp:cNvSpPr/>
      </dsp:nvSpPr>
      <dsp:spPr>
        <a:xfrm>
          <a:off x="706954" y="1533078"/>
          <a:ext cx="7565508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Marketingkampagne für optimierte Version</a:t>
          </a:r>
        </a:p>
      </dsp:txBody>
      <dsp:txXfrm>
        <a:off x="706954" y="1533078"/>
        <a:ext cx="7565508" cy="612081"/>
      </dsp:txXfrm>
    </dsp:sp>
    <dsp:sp modelId="{C8CD63A7-18BF-41A6-BF2E-E4F9F06EA5F4}">
      <dsp:nvSpPr>
        <dsp:cNvPr id="0" name=""/>
        <dsp:cNvSpPr/>
      </dsp:nvSpPr>
      <dsp:spPr>
        <a:xfrm>
          <a:off x="0" y="2298180"/>
          <a:ext cx="8272463" cy="612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05B503-28C2-48DF-A26D-C251A82E6DF2}">
      <dsp:nvSpPr>
        <dsp:cNvPr id="0" name=""/>
        <dsp:cNvSpPr/>
      </dsp:nvSpPr>
      <dsp:spPr>
        <a:xfrm>
          <a:off x="185154" y="2435898"/>
          <a:ext cx="336644" cy="336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69EF1-0280-4F86-9C22-91D54C7DC221}">
      <dsp:nvSpPr>
        <dsp:cNvPr id="0" name=""/>
        <dsp:cNvSpPr/>
      </dsp:nvSpPr>
      <dsp:spPr>
        <a:xfrm>
          <a:off x="706954" y="2298180"/>
          <a:ext cx="7565508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Langfristig</a:t>
          </a:r>
          <a:r>
            <a:rPr lang="en-US" sz="1900" kern="1200" dirty="0"/>
            <a:t> (6-12 </a:t>
          </a:r>
          <a:r>
            <a:rPr lang="en-US" sz="1900" kern="1200" dirty="0" err="1"/>
            <a:t>Monate</a:t>
          </a:r>
          <a:r>
            <a:rPr lang="en-US" sz="1900" kern="1200" dirty="0"/>
            <a:t>): </a:t>
          </a:r>
          <a:r>
            <a:rPr lang="en-US" sz="1900" kern="1200" dirty="0" err="1"/>
            <a:t>Entwicklung</a:t>
          </a:r>
          <a:r>
            <a:rPr lang="en-US" sz="1900" kern="1200" dirty="0"/>
            <a:t> Pro </a:t>
          </a:r>
          <a:r>
            <a:rPr lang="en-US" sz="1900" kern="1200" dirty="0" err="1"/>
            <a:t>oder</a:t>
          </a:r>
          <a:r>
            <a:rPr lang="en-US" sz="1900" kern="1200" dirty="0"/>
            <a:t> Lite Modell</a:t>
          </a:r>
        </a:p>
      </dsp:txBody>
      <dsp:txXfrm>
        <a:off x="706954" y="2298180"/>
        <a:ext cx="7565508" cy="612081"/>
      </dsp:txXfrm>
    </dsp:sp>
    <dsp:sp modelId="{468F30D8-DA0C-484B-BDE1-06972D7CC254}">
      <dsp:nvSpPr>
        <dsp:cNvPr id="0" name=""/>
        <dsp:cNvSpPr/>
      </dsp:nvSpPr>
      <dsp:spPr>
        <a:xfrm>
          <a:off x="0" y="3063282"/>
          <a:ext cx="8272463" cy="612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715D7-C7A4-4A5F-BE89-863F2BFA53E1}">
      <dsp:nvSpPr>
        <dsp:cNvPr id="0" name=""/>
        <dsp:cNvSpPr/>
      </dsp:nvSpPr>
      <dsp:spPr>
        <a:xfrm>
          <a:off x="185154" y="3201000"/>
          <a:ext cx="336644" cy="336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71055-B1A9-4B24-8458-A60642DFE808}">
      <dsp:nvSpPr>
        <dsp:cNvPr id="0" name=""/>
        <dsp:cNvSpPr/>
      </dsp:nvSpPr>
      <dsp:spPr>
        <a:xfrm>
          <a:off x="706954" y="3063282"/>
          <a:ext cx="7565508" cy="612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9" tIns="64779" rIns="64779" bIns="647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Planung einer neuen Produktlinie</a:t>
          </a:r>
        </a:p>
      </dsp:txBody>
      <dsp:txXfrm>
        <a:off x="706954" y="3063282"/>
        <a:ext cx="7565508" cy="612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1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4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6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4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7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5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6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0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8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1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5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21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5893" y="457201"/>
            <a:ext cx="829623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314" y="457200"/>
            <a:ext cx="7470785" cy="36780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3958" y="668740"/>
            <a:ext cx="5680880" cy="3330055"/>
          </a:xfrm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rPr lang="de-DE" sz="4400" dirty="0">
                <a:solidFill>
                  <a:srgbClr val="FFFFFF"/>
                </a:solidFill>
              </a:rPr>
              <a:t>Produktpolitik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264" y="4244454"/>
            <a:ext cx="7470836" cy="207248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958" y="4462818"/>
            <a:ext cx="5680880" cy="1640983"/>
          </a:xfrm>
        </p:spPr>
        <p:txBody>
          <a:bodyPr anchor="t">
            <a:norm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lang="de-DE" sz="2800" dirty="0">
                <a:solidFill>
                  <a:srgbClr val="FFFFFF"/>
                </a:solidFill>
              </a:rPr>
              <a:t>Marketing-Mix Analyse für das </a:t>
            </a:r>
            <a:r>
              <a:rPr lang="de-DE" sz="2800" dirty="0" err="1">
                <a:solidFill>
                  <a:srgbClr val="FFFFFF"/>
                </a:solidFill>
              </a:rPr>
              <a:t>Musterphone</a:t>
            </a:r>
            <a:endParaRPr lang="de-DE" sz="2800" dirty="0">
              <a:solidFill>
                <a:srgbClr val="FFFFFF"/>
              </a:solidFill>
            </a:endParaRPr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de-DE" sz="2800" dirty="0">
                <a:solidFill>
                  <a:srgbClr val="FFFFFF"/>
                </a:solidFill>
              </a:rPr>
              <a:t>Dmytro, Dustin, </a:t>
            </a:r>
            <a:r>
              <a:rPr lang="de-DE" sz="2800" dirty="0" err="1">
                <a:solidFill>
                  <a:srgbClr val="FFFFFF"/>
                </a:solidFill>
              </a:rPr>
              <a:t>leandro</a:t>
            </a:r>
            <a:endParaRPr lang="de-DE" sz="2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450" y="702156"/>
            <a:ext cx="5368399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>
                <a:solidFill>
                  <a:schemeClr val="accent1"/>
                </a:solidFill>
              </a:rPr>
              <a:t>Was ist Produktpolitik?</a:t>
            </a:r>
          </a:p>
        </p:txBody>
      </p:sp>
      <p:pic>
        <p:nvPicPr>
          <p:cNvPr id="5" name="Picture 4" descr="Eine Reihe von Proben für medizinische Untersuchungen">
            <a:extLst>
              <a:ext uri="{FF2B5EF4-FFF2-40B4-BE49-F238E27FC236}">
                <a16:creationId xmlns:a16="http://schemas.microsoft.com/office/drawing/2014/main" id="{7F9D7942-80F9-5A14-2859-11D5667982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55" r="9556"/>
          <a:stretch>
            <a:fillRect/>
          </a:stretch>
        </p:blipFill>
        <p:spPr>
          <a:xfrm>
            <a:off x="20" y="10"/>
            <a:ext cx="30987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450" y="457200"/>
            <a:ext cx="5417820" cy="91440"/>
          </a:xfrm>
          <a:prstGeom prst="rect">
            <a:avLst/>
          </a:prstGeom>
          <a:solidFill>
            <a:srgbClr val="4B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450" y="1896533"/>
            <a:ext cx="5368400" cy="3962266"/>
          </a:xfrm>
        </p:spPr>
        <p:txBody>
          <a:bodyPr>
            <a:normAutofit/>
          </a:bodyPr>
          <a:lstStyle/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Alle Entscheidungen eines Unternehmens im Zusammenhang mit dem Produkt</a:t>
            </a:r>
          </a:p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Teil des Marketing-Mix zur Erreichung der Marketingziele</a:t>
            </a:r>
          </a:p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Produktentwicklung: Festlegung von Name, Verpackung und Qualität</a:t>
            </a:r>
          </a:p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Findet vor der Markteinführung statt</a:t>
            </a:r>
          </a:p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Produktlebenszyklus: Zeitraum zwischen Einführung und Marktaustritt</a:t>
            </a:r>
          </a:p>
          <a:p>
            <a:pPr>
              <a:buClr>
                <a:srgbClr val="4BD7FF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Anpassung an sich ändernde Konsumentenanforderungen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>
                <a:solidFill>
                  <a:srgbClr val="FFFEFF"/>
                </a:solidFill>
              </a:rPr>
              <a:t>Die drei Strategien der Produktpolitik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AC59CD-7014-9FEF-F04D-17DC2359B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911612"/>
              </p:ext>
            </p:extLst>
          </p:nvPr>
        </p:nvGraphicFramePr>
        <p:xfrm>
          <a:off x="435768" y="2181225"/>
          <a:ext cx="8272463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>
                <a:solidFill>
                  <a:srgbClr val="FFFEFF"/>
                </a:solidFill>
              </a:rPr>
              <a:t>Das Problem beim Musterphone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B179DB-53C3-F482-2803-E3DA1A808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40488"/>
              </p:ext>
            </p:extLst>
          </p:nvPr>
        </p:nvGraphicFramePr>
        <p:xfrm>
          <a:off x="435768" y="2181225"/>
          <a:ext cx="8272463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 dirty="0">
                <a:solidFill>
                  <a:srgbClr val="FFFEFF"/>
                </a:solidFill>
              </a:rPr>
              <a:t>Unsere Lösungsvorschläge: Produktvariation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6154D5-D571-954A-6BB8-627A8AD47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751880"/>
              </p:ext>
            </p:extLst>
          </p:nvPr>
        </p:nvGraphicFramePr>
        <p:xfrm>
          <a:off x="435768" y="2181225"/>
          <a:ext cx="8272463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450" y="702156"/>
            <a:ext cx="5368399" cy="1013800"/>
          </a:xfrm>
        </p:spPr>
        <p:txBody>
          <a:bodyPr>
            <a:normAutofit fontScale="90000"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 dirty="0">
                <a:solidFill>
                  <a:schemeClr val="accent1"/>
                </a:solidFill>
              </a:rPr>
              <a:t>Unsere Lösungsvorschläge:</a:t>
            </a:r>
            <a:br>
              <a:rPr lang="de-DE" dirty="0">
                <a:solidFill>
                  <a:schemeClr val="accent1"/>
                </a:solidFill>
              </a:rPr>
            </a:br>
            <a:r>
              <a:rPr lang="de-DE" dirty="0">
                <a:solidFill>
                  <a:schemeClr val="accent1"/>
                </a:solidFill>
              </a:rPr>
              <a:t>Produktinnovation</a:t>
            </a:r>
          </a:p>
        </p:txBody>
      </p:sp>
      <p:pic>
        <p:nvPicPr>
          <p:cNvPr id="5" name="Picture 4" descr="Ein Roboter mit einem menschlichen Gesicht">
            <a:extLst>
              <a:ext uri="{FF2B5EF4-FFF2-40B4-BE49-F238E27FC236}">
                <a16:creationId xmlns:a16="http://schemas.microsoft.com/office/drawing/2014/main" id="{B8752AFB-7A06-0D19-D35D-1D60FC74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6" r="37973" b="-1"/>
          <a:stretch>
            <a:fillRect/>
          </a:stretch>
        </p:blipFill>
        <p:spPr>
          <a:xfrm>
            <a:off x="20" y="10"/>
            <a:ext cx="30987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450" y="457200"/>
            <a:ext cx="5417820" cy="91440"/>
          </a:xfrm>
          <a:prstGeom prst="rect">
            <a:avLst/>
          </a:prstGeom>
          <a:solidFill>
            <a:srgbClr val="AF6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450" y="1896533"/>
            <a:ext cx="5368400" cy="3962266"/>
          </a:xfrm>
        </p:spPr>
        <p:txBody>
          <a:bodyPr>
            <a:normAutofit/>
          </a:bodyPr>
          <a:lstStyle/>
          <a:p>
            <a:pPr>
              <a:buClr>
                <a:srgbClr val="AF614D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 err="1"/>
              <a:t>Musterphone</a:t>
            </a:r>
            <a:r>
              <a:rPr lang="de-DE" sz="1600" dirty="0"/>
              <a:t> Pro: Premium-Version mit höherer Auflösung</a:t>
            </a:r>
          </a:p>
          <a:p>
            <a:pPr>
              <a:buClr>
                <a:srgbClr val="AF614D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Wasserdicht, stoßfest und kabelloses Laden</a:t>
            </a:r>
          </a:p>
          <a:p>
            <a:pPr>
              <a:buClr>
                <a:srgbClr val="AF614D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 err="1"/>
              <a:t>Musterphone</a:t>
            </a:r>
            <a:r>
              <a:rPr lang="de-DE" sz="1600" dirty="0"/>
              <a:t> Lite: Günstige Einsteigerversion</a:t>
            </a:r>
          </a:p>
          <a:p>
            <a:pPr>
              <a:buClr>
                <a:srgbClr val="AF614D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Erschließung neuer Zielgruppen</a:t>
            </a:r>
          </a:p>
          <a:p>
            <a:pPr>
              <a:buClr>
                <a:srgbClr val="AF614D"/>
              </a:buClr>
              <a:defRPr sz="1600">
                <a:solidFill>
                  <a:srgbClr val="333333"/>
                </a:solidFill>
              </a:defRPr>
            </a:pPr>
            <a:r>
              <a:rPr lang="de-DE" sz="1600" dirty="0"/>
              <a:t>Zusätzliches Zubehör: Hüllen, Kopfhörer, Smartwatch-Kompatibilität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>
                <a:solidFill>
                  <a:srgbClr val="FFFEFF"/>
                </a:solidFill>
              </a:rPr>
              <a:t>Umsetzungsempfehlung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A09F1F-BBF2-E686-DBB9-B283F8ABFD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781645"/>
              </p:ext>
            </p:extLst>
          </p:nvPr>
        </p:nvGraphicFramePr>
        <p:xfrm>
          <a:off x="435768" y="2181225"/>
          <a:ext cx="8272463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1013800"/>
          </a:xfrm>
        </p:spPr>
        <p:txBody>
          <a:bodyPr>
            <a:normAutofit/>
          </a:bodyPr>
          <a:lstStyle/>
          <a:p>
            <a:pPr>
              <a:defRPr sz="2800">
                <a:solidFill>
                  <a:srgbClr val="1E3A8A"/>
                </a:solidFill>
              </a:defRPr>
            </a:pPr>
            <a:r>
              <a:rPr lang="de-DE">
                <a:solidFill>
                  <a:schemeClr val="accent2"/>
                </a:solidFill>
              </a:rPr>
              <a:t>Zusammenfassung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57201"/>
            <a:ext cx="84742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4" y="2180496"/>
            <a:ext cx="8272211" cy="3678303"/>
          </a:xfrm>
        </p:spPr>
        <p:txBody>
          <a:bodyPr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 lang="de-DE" sz="1600"/>
              <a:t>Hauptproblem: Mangelnde Vielfalt und veraltete Features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lang="de-DE" sz="1600"/>
              <a:t>Produktvariation als schnell umsetzbare Lösung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lang="de-DE" sz="1600"/>
              <a:t>Produktinnovation für nachhaltigen Markterfolg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lang="de-DE" sz="1600"/>
              <a:t>Steigende Absatzzahlen durch attraktivere Produktpalette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lang="de-DE" sz="1600"/>
              <a:t>Höhere Kundenzufriedenheit durch moderne Technologien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0</TotalTime>
  <Words>247</Words>
  <Application>Microsoft Office PowerPoint</Application>
  <PresentationFormat>Bildschirmpräsentation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Dividende</vt:lpstr>
      <vt:lpstr>Produktpolitik</vt:lpstr>
      <vt:lpstr>Was ist Produktpolitik?</vt:lpstr>
      <vt:lpstr>Die drei Strategien der Produktpolitik</vt:lpstr>
      <vt:lpstr>Das Problem beim Musterphone</vt:lpstr>
      <vt:lpstr>Unsere Lösungsvorschläge: Produktvariation</vt:lpstr>
      <vt:lpstr>Unsere Lösungsvorschläge: Produktinnovation</vt:lpstr>
      <vt:lpstr>Umsetzungsempfehlung</vt:lpstr>
      <vt:lpstr>Zusammenfassung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Dmytro Zozulia</cp:lastModifiedBy>
  <cp:revision>4</cp:revision>
  <dcterms:created xsi:type="dcterms:W3CDTF">2013-01-27T09:14:16Z</dcterms:created>
  <dcterms:modified xsi:type="dcterms:W3CDTF">2026-01-07T10:35:15Z</dcterms:modified>
  <cp:category/>
</cp:coreProperties>
</file>