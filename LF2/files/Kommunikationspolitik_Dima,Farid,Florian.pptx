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14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3260 24575,'-1'-12'0,"2"-1"0,0 1 0,0-1 0,1 1 0,1 0 0,0-1 0,0 1 0,1 0 0,1 1 0,0-1 0,1 1 0,0 0 0,1 0 0,0 1 0,0 0 0,1 0 0,0 1 0,1 0 0,0 0 0,12-8 0,20-18 0,-2-1 0,-2-2 0,-1-1 0,-2-2 0,-2-2 0,37-64 0,-23 33 0,-15 26 0,26-58 0,-49 88 0,-1-1 0,0 0 0,-1 0 0,-1-1 0,-1 1 0,3-40 0,-4 23 0,15-64 0,-10 63 0,6-59 0,-11-413 0,-6 260 0,3 186 0,-2 29 0,2 0 0,1 0 0,2 0 0,13-61 0,10 13 0,-14 51 0,-3 0 0,0 0 0,4-37 0,8-39 0,-12 72 0,4-46 0,-6 34 0,17-59 0,-8 37 0,-12 51 0,1 0 0,0 1 0,2-1 0,0 2 0,12-22 0,-16 31 0,2 1 0,-1-1 0,1 0 0,0 1 0,1 0 0,-1 0 0,1 1 0,0-1 0,0 1 0,1 1 0,0-1 0,0 1 0,0 0 0,9-3 0,37-8 0,0 1 0,2 3 0,-1 3 0,1 2 0,0 2 0,1 3 0,91 9 0,-129-5 0,-1 0 0,0 1 0,0 1 0,0 1 0,-1 0 0,0 1 0,0 1 0,-1 0 0,16 12 0,-11-6 0,-1 0 0,-1 2 0,0 0 0,-1 1 0,-1 0 0,16 24 0,-20-21 0,-1 1 0,-1 1 0,-1 0 0,0 0 0,-2 1 0,-1 0 0,-1 0 0,4 40 0,14 54 0,-13-77 0,-3 0 0,-1 0 0,0 47 0,-8 127 0,-1-81 0,4-77 0,1-29 0,-2 1 0,0-1 0,-2 1 0,-1-1 0,-1 0 0,-2 0 0,-16 51 0,10-49 0,7-16 0,0 0 0,-1-1 0,0 1 0,-1-1 0,0-1 0,-1 1 0,-13 14 0,-3 0 0,2 2 0,1 0 0,-35 62 0,48-77 0,-11 16 0,-27 32 0,0-1 0,0 8 0,15-22 0,-63 75 0,83-108 0,1 2 0,0-1 0,1 1 0,1 1 0,0 0 0,1 0 0,1 0 0,1 1 0,-5 24 0,9-34 0,0-1 0,0 1 0,1 0 0,0-1 0,1 1 0,0-1 0,0 1 0,0 0 0,1-1 0,-1 0 0,2 1 0,-1-1 0,1 0 0,0 0 0,0 0 0,0 0 0,1-1 0,4 6 0,8 6 0,0 0 0,2-1 0,34 25 0,10 9 0,76 62 0,-130-102 0,1 0 0,-2 1 0,1 0 0,-2 0 0,1 1 0,-1 0 0,6 19 0,-7-19 0,0 1 0,1-1 0,0 0 0,1 0 0,0-1 0,15 19 0,-10-18 0,-1 1 0,0 0 0,-1 1 0,0 0 0,-1 0 0,-1 1 0,0 1 0,-1-1 0,-1 1 0,0 0 0,5 27 0,-5-23 26,0-1 0,2 1 0,14 27 0,-14-31-271,0 0 0,-1 0 0,-1 0 1,-1 1-1,5 21 0,-6-4-6581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1:37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2 24575,'-12'0'0,"-10"-1"0,0 0 0,0 2 0,0 1 0,1 0 0,-1 2 0,1 0 0,0 2 0,-31 11 0,28-4 0,0 1 0,1 1 0,1 0 0,-33 31 0,-28 21 0,71-58 0,0 1 0,1 0 0,0 1 0,0 0 0,1 0 0,1 2 0,0-1 0,1 1 0,0 0 0,1 1 0,0-1 0,1 1 0,1 1 0,-6 25 0,2 2 0,3 0 0,1 1 0,3 84 0,2-126 0,0 56 0,12 78 0,-9-118 0,0 0 0,1 0 0,1 0 0,1-1 0,0 0 0,1 0 0,1 0 0,1-1 0,10 15 0,14 19 0,-2 2 0,35 75 0,-62-118 0,0 0 0,1 0 0,0 0 0,0-1 0,1 0 0,0 0 0,0-1 0,0 0 0,1 0 0,0 0 0,0-1 0,1 0 0,-1 0 0,1-1 0,0 0 0,1 0 0,-1-1 0,0 0 0,1 0 0,0-1 0,0 0 0,0-1 0,-1 0 0,1 0 0,0-1 0,13-1 0,-3-1 0,0-1 0,0 0 0,-1-1 0,1-1 0,-1-1 0,0-1 0,-1 0 0,0-1 0,0-1 0,-1 0 0,24-19 0,-11 6 0,-17 15 0,-2-1 0,1 0 0,-1-1 0,0 0 0,-1 0 0,0-1 0,0 0 0,-1-1 0,0 0 0,8-17 0,59-181 0,-34 85 0,-32 90 0,-2 0 0,-1 0 0,-1-1 0,-2 1 0,-1-1 0,-2 0 0,-7-51 0,5 71 0,-1 1 0,-1 0 0,-1 0 0,1 0 0,-2 1 0,0-1 0,-1 2 0,0-1 0,-11-14 0,-13-14 0,-43-46 0,68 79-105,0 1 0,-1 1 0,0-1 0,0 1 0,0 1 0,-1-1 0,1 1 0,-1 0 0,-1 1 0,1 0 0,-1 0 0,-11-3 0,-11 1-6721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1:3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716 229 24575,'-4'-1'0,"1"0"0,-1 1 0,1-2 0,0 1 0,-1 0 0,1-1 0,0 1 0,-5-4 0,-18-8 0,9 9 0,1 0 0,0 0 0,-1 2 0,0 0 0,0 1 0,1 1 0,-29 2 0,33 0 0,1 0 0,-1 1 0,1 1 0,-1-1 0,1 2 0,0-1 0,0 2 0,1-1 0,0 2 0,0-1 0,-14 12 0,-16 17 0,4-5 0,1 1 0,-57 68 0,85-91 0,-7 10 0,1-1 0,0 2 0,1 0 0,1 0 0,-12 29 0,12-18 0,1-1 0,2 2 0,0-1 0,3 1 0,0 0 0,0 45 0,4-25 0,5 166 0,-3-210 0,-1-1 0,1 1 0,1-1 0,-1 1 0,1-1 0,0 0 0,1 0 0,-1 0 0,1 0 0,0 0 0,1 0 0,-1-1 0,1 0 0,0 1 0,0-1 0,6 4 0,1-1 0,0-1 0,0 0 0,0-1 0,1 0 0,0-1 0,0 0 0,15 3 0,11 7 0,-2 1 0,49 28 0,45 20 0,-112-57 0,7 4 0,0-1 0,0-2 0,1-1 0,0 0 0,0-2 0,28 2 0,-49-7 0,39 2 0,-1-1 0,48-7 0,-79 5 0,1-1 0,0-1 0,-1 0 0,0-1 0,1 0 0,-1 0 0,-1-2 0,1 1 0,-1-2 0,0 1 0,18-16 0,20-21 0,145-140 0,-178 167 0,2 0 0,25-17 0,-32 25 0,1 0 0,-1-1 0,0-1 0,-1 0 0,0 0 0,0 0 0,-1-2 0,-1 1 0,10-18 0,-11 15 0,-2-1 0,0 0 0,-1 0 0,0-1 0,-1 1 0,-1-1 0,1-18 0,-6-118 0,0 71 0,3 27 0,-3-1 0,-2 1 0,-15-69 0,18 114 0,-1 0 0,0 1 0,0-1 0,-1 1 0,0-1 0,0 1 0,-1 1 0,-9-13 0,1 5 0,-2 1 0,-28-24 0,-13-9 0,28 23 0,-55-39 0,71 56 0,-1 0 0,1 1 0,-1 1 0,0 0 0,0 0 0,-1 1 0,0 1 0,-19-2 0,-68-2 0,-129 10 0,66 1 0,94-6-62,42 0-199,-1 1 1,1 1-1,-1 2 0,-45 8 1,46 0-6566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1:3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0 422 24575,'3'1'0,"0"-1"0,0 1 0,0-1 0,0 1 0,-1 0 0,1 0 0,0 1 0,-1-1 0,1 0 0,-1 1 0,1 0 0,-1-1 0,0 1 0,0 0 0,0 0 0,0 0 0,0 1 0,0-1 0,0 0 0,-1 1 0,1-1 0,0 4 0,6 8 0,-1 1 0,9 27 0,-10-24 0,14 33 0,-6-17 0,-1 2 0,-1-1 0,-2 2 0,6 44 0,19 135 0,-25-164 0,-6-26 0,2 0 0,0 0 0,2-1 0,0 0 0,2 0 0,1-1 0,19 32 0,0-11 0,-23-33 0,-1-1 0,2 0 0,0 0 0,0-1 0,1 0 0,0-1 0,1 0 0,0 0 0,0-1 0,1 0 0,13 7 0,120 47 0,-42-20 0,-81-34 0,0-2 0,0 0 0,0-1 0,26 2 0,40 10 0,-47-8 0,0-2 0,1-1 0,48 1 0,128-9 0,-88-1 0,20 5 0,148-6 0,-130-20 0,-77 8 0,182-30 0,-244 40 0,-1-1 0,-1-1 0,0-1 0,0-2 0,0 0 0,-2-2 0,1 0 0,-2-2 0,28-22 0,-17 9 0,-2-1 0,-1-2 0,-1-2 0,-2 0 0,28-43 0,147-182 0,-174 223 0,33-34 0,-33 40 0,-3-2 0,26-37 0,-28 33 0,-16 25 0,0-1 0,-1 1 0,0-2 0,-1 1 0,-1-1 0,1 0 0,4-17 0,2-24 0,0 6 0,-1-1 0,-3 1 0,2-61 0,-8 53-100,0 24-153,-2 0 0,0 0 0,-2 1 0,-10-51 0,3 52-6573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0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461 150 24575,'-9'-7'0,"-1"0"0,0 0 0,0 1 0,-1 0 0,0 1 0,-16-6 0,4 2 0,10 3 0,-1 1 0,0 0 0,0 1 0,0 0 0,0 2 0,0-1 0,-1 2 0,-19 0 0,29 1 0,1 0 0,-1 0 0,1 1 0,0 0 0,-1 0 0,1 0 0,0 0 0,0 1 0,0-1 0,0 1 0,0 0 0,0 0 0,0 1 0,1-1 0,-1 1 0,1 0 0,0 0 0,0 0 0,0 0 0,0 1 0,0-1 0,1 1 0,-1-1 0,1 1 0,0 0 0,0 0 0,1 0 0,-1 0 0,1 1 0,0-1 0,-1 5 0,-1 3 0,1 1 0,1-1 0,0 1 0,0 0 0,1-1 0,1 1 0,0 0 0,1-1 0,0 1 0,5 14 0,-4-19 0,1 1 0,0-1 0,1 1 0,0-1 0,0-1 0,0 1 0,1-1 0,1 0 0,-1 0 0,1 0 0,0-1 0,0 0 0,1-1 0,12 8 0,59 24 0,-58-28 0,-1 0 0,34 21 0,-50-27 0,0-1 0,0 1 0,0-1 0,1 1 0,-1-1 0,1-1 0,-1 1 0,1-1 0,0 1 0,0-1 0,4 0 0,-6-1 0,0 0 0,0-1 0,-1 1 0,1-1 0,0 1 0,-1-1 0,1 0 0,-1 0 0,1 0 0,-1-1 0,0 1 0,1 0 0,-1-1 0,0 0 0,0 1 0,0-1 0,0 0 0,0 0 0,0 0 0,-1 0 0,3-4 0,4-5 0,-1 0 0,-1-1 0,1 0 0,-2 0 0,0 0 0,0-1 0,-1 0 0,-1 0 0,4-23 0,-7 29 0,1 1 0,-1-1 0,0 1 0,0-1 0,-1 1 0,0 0 0,0-1 0,-1 1 0,1 0 0,-1 0 0,-1-1 0,1 2 0,-1-1 0,0 0 0,0 0 0,-1 1 0,0 0 0,0 0 0,0 0 0,0 0 0,-11-8 0,-8-1 0,0 1 0,-1 1 0,0 1 0,-1 1 0,0 1 0,-1 1 0,-30-5 0,8 3 0,34 8 0,0-1 0,0 0 0,1-1 0,-1 0 0,1-1 0,0-1 0,-16-8 0,-1-4 0,23 15 0,0-1 0,0 0 0,1 0 0,-1-1 0,1 0 0,0 0 0,0 0 0,-6-8 0,17 11 0,12 8 0,19 11 0,-8 1 0,0 2 0,-2 1 0,35 36 0,43 33 0,-42-57 0,-32-18 0,-30-15 0,0 0 0,0 0 0,0 0 0,0 0 0,0 0 0,-1 0 0,1 0 0,0 0 0,0 0 0,0 0 0,0 0 0,0 0 0,0 1 0,0-1 0,0 0 0,0 0 0,-1 0 0,1 0 0,0 0 0,0 0 0,0 0 0,0 1 0,0-1 0,0 0 0,0 0 0,0 0 0,0 0 0,0 0 0,0 0 0,0 1 0,0-1 0,0 0 0,0 0 0,0 0 0,0 0 0,0 0 0,0 0 0,0 1 0,0-1 0,0 0 0,0 0 0,0 0 0,0 0 0,1 0 0,-1 0 0,0 1 0,0-1 0,0 0 0,0 0 0,0 0 0,0 0 0,0 0 0,0 0 0,0 0 0,1 0 0,-1 0 0,0 0 0,0 0 0,0 0 0,0 0 0,0 1 0,0-1 0,1 0 0,-1 0 0,0 0 0,0 0 0,0 0 0,-18 3 0,-24-2 0,-89-4-1365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02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24575,'114'2'0,"128"-5"0,-196-9 0,-34 2 0,-12 9 0,-1 0 0,1 1 0,-1-1 0,1 0 0,-1 1 0,0-1 0,1 0 0,-1 1 0,0-1 0,1 1 0,-1-1 0,0 1 0,0-1 0,1 1 0,-1 0 0,0-1 0,0 1 0,0 0 0,0 0 0,0-1 0,1 1 0,-1 0 0,-1 0 0,-76-17 0,54 13 0,0-1 0,0-2 0,0 0 0,1-1 0,-25-13 0,47 21 0,0-1 0,-1 1 0,1-1 0,0 1 0,0-1 0,0 1 0,0-1 0,1 0 0,-1 1 0,0-1 0,0 0 0,0 0 0,0 0 0,1 1 0,-1-1 0,0 0 0,1 0 0,-1 0 0,1 0 0,-1 0 0,0-2 0,2 2 0,-1 1 0,1-1 0,-1 0 0,1 1 0,-1-1 0,1 0 0,-1 1 0,1-1 0,0 1 0,-1-1 0,1 1 0,0 0 0,-1-1 0,1 1 0,0 0 0,-1-1 0,1 1 0,0 0 0,0 0 0,0 0 0,-1-1 0,2 1 0,58-4 0,-56 4 0,163 1 0,-156-1-29,-17 1 101,-16-1-1480,-6 0-5418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06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579 274 24575,'0'-1'0,"0"-1"0,1 1 0,-1 0 0,0-1 0,1 1 0,-1 0 0,1 0 0,0-1 0,0 1 0,-1 0 0,1 0 0,0 0 0,0 0 0,0 0 0,0 0 0,0 0 0,0 0 0,0 0 0,0 0 0,1 1 0,-1-1 0,0 0 0,0 1 0,1-1 0,-1 1 0,2-1 0,44-10 0,-32 8 0,5-2 0,-1-2 0,0-1 0,31-17 0,34-13 0,191-45 0,-97 39 0,-120 34 0,-1 4 0,2 1 0,-1 3 0,63 7 0,0-2 0,-103-3 0,0 1 0,0 1 0,0 1 0,0 0 0,32 11 0,-41-10 0,0-1 0,0 1 0,0 1 0,-1 0 0,1 0 0,-1 1 0,-1 0 0,1 0 0,-1 0 0,0 1 0,0 1 0,7 10 0,-4-1 0,0 0 0,-1 1 0,-2 1 0,7 19 0,-8-19 0,1 0 0,1 0 0,18 29 0,-18-33 0,0 1 0,-1 0 0,0 0 0,-1 0 0,-1 1 0,-1 0 0,0 0 0,-1 0 0,-1 1 0,-1-1 0,0 1 0,-2-1 0,1 1 0,-2-1 0,-1 0 0,0 1 0,-9 26 0,3-11 0,-2-1 0,-2-1 0,-30 58 0,34-76 0,1-1 0,-2 0 0,0 0 0,0 0 0,-1-2 0,0 1 0,-1-1 0,0-1 0,0 0 0,-1-1 0,-14 7 0,8-6 0,0 0 0,0-1 0,0-1 0,-1-1 0,0-1 0,0 0 0,0-2 0,-34 2 0,19-2 0,1 2 0,0 1 0,0 2 0,-53 20 0,25-9 0,22-10 0,0-2 0,-1-2 0,1-2 0,-1-2 0,-57-5 0,15 2 0,47 0 0,1-1 0,0-2 0,0-1 0,-41-14 0,-134-54 0,146 50 0,-122-58 0,156 71 0,1-1 0,1-2 0,0 0 0,1-2 0,1-1 0,0-1 0,2-2 0,-27-25 0,39 32 0,0 0 0,1 0 0,0-1 0,1-1 0,1 0 0,0 0 0,1 0 0,1-1 0,0-1 0,2 1 0,-1-1 0,2 0 0,0 0 0,1 0 0,1-1 0,0-19 0,2 27 0,1 0 0,0 0 0,1 0 0,0 0 0,0 0 0,1 0 0,0 1 0,1-1 0,0 1 0,0 0 0,1 0 0,0 0 0,1 1 0,7-9 0,7-5 0,1 1 0,1 1 0,34-24 0,6-5 0,-49 38 8,1 0 0,1 2 0,0 0 0,0 0 0,0 1 0,1 1 0,1 1 0,-1 0 0,1 1 0,32-5 0,2 5-252,1 1-1,67 5 1,-66 1-476,-14-2-6106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0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24575,'12'0'0,"18"-1"0,0 2 0,-1 0 0,1 2 0,39 10 0,12 5 0,-55-14 0,0 2 0,-1 0 0,0 2 0,30 14 0,10 6 0,0-3 0,111 26 0,63 24 0,-174-52 0,76 17 0,37 12 0,-144-40 0,1 0 0,1 1 0,-2 2 0,61 36 0,-43-20 0,-35-22 0,0 0 0,26 21 0,-39-26 0,1 1 0,-1-1 0,0 1 0,0-1 0,0 1 0,0 0 0,-1 1 0,0-1 0,0 1 0,0-1 0,-1 1 0,3 9 0,-1 4 0,-1 0 0,-1 0 0,0 1 0,-2-1 0,0 0 0,-1 1 0,-1-1 0,-1 0 0,-7 30 0,2-23 0,-1 0 0,-1 0 0,-1-1 0,-1-1 0,-2 0 0,-18 27 0,25-43 0,0 0 0,0 0 0,-1-1 0,1 0 0,-2 0 0,1-1 0,-17 9 0,-73 32 0,22-12 0,58-26 0,-1-1 0,0-1 0,0-1 0,0-1 0,-1 0 0,0-1 0,-32 1 0,-148-6 0,94-3 0,75 4 0,0-1 0,0-2 0,0-1 0,1-1 0,-1-2 0,1-1 0,1-1 0,-1-2 0,2-1 0,-1-1 0,2-1 0,0-2 0,-34-26 0,-63-44 0,-9-7 0,116 79 0,-1-1 0,2-1 0,0-1 0,-26-35 0,32 33 0,0-1 0,1 0 0,1-1 0,1 0 0,1 0 0,1-1 0,-4-39 0,-13-46 0,12 75 0,2-1 0,2 1 0,0-1 0,3-1 0,0 1 0,4-45 0,-1 73-105,0 0 0,1 0 0,0 1 0,0-1 0,1 0 0,-1 1 0,1-1 0,0 1 0,0-1 0,1 1 0,-1 0 0,5-5 0,13-11-6721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09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53 226 24575,'538'0'0,"-511"2"0,0 0 0,0 2 0,35 10 0,-30-6 0,61 7 0,-41-11 0,89 20 0,-62-10 0,29 7 0,-40-5 0,-52-14 0,0 1 0,-1 1 0,1 0 0,-1 2 0,0-1 0,0 2 0,15 8 0,-16-6 0,1-2 0,1 0 0,-1 0 0,1-1 0,17 3 0,51 21 0,-79-28 0,0 2 0,-1-1 0,1 1 0,-1 0 0,1 0 0,-1 0 0,0 0 0,-1 1 0,1-1 0,-1 1 0,0 0 0,0 0 0,0 1 0,-1-1 0,1 0 0,-1 1 0,-1 0 0,1-1 0,-1 1 0,1 8 0,1 14 0,-2 1 0,0-1 0,-4 30 0,1-19 0,0-14 0,-1-1 0,-1 0 0,-1 0 0,-1 0 0,-1 0 0,-1-1 0,-1 0 0,-1-1 0,-2 0 0,-26 40 0,31-53 0,-1 0 0,0-1 0,-1 1 0,1-2 0,-2 1 0,1-1 0,-1-1 0,0 1 0,-1-2 0,1 1 0,-1-2 0,0 1 0,0-2 0,-1 1 0,1-1 0,-16 1 0,-18 1 0,-1-2 0,-87-5 0,59-1 0,49 3 0,1-1 0,0-1 0,0-1 0,0-1 0,1-1 0,-1-2 0,1 0 0,-37-17 0,3 1 0,40 16 0,-1 1 0,2-2 0,-21-12 0,-54-27 0,68 37 0,-1-2 0,-30-20 0,41 24 0,1 0 0,-1 2 0,-15-6 0,17 8 0,1-1 0,-1 0 0,1-1 0,0 0 0,-16-12 0,-17-18 0,-59-36 0,-35-28 0,128 90 0,-1 0 0,1 0 0,1-1 0,0 0 0,0-1 0,1 1 0,1-2 0,0 1 0,1-1 0,0 1 0,0-1 0,2-1 0,-3-14 0,1-2 0,2 0 0,1 1 0,1-1 0,6-58 0,-3 75 12,1-1 0,1 1 1,0 0-1,1 0 0,0 0 0,13-22 0,51-70-697,-53 82-80,5-7-6061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10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87 249 24575,'113'-2'0,"130"5"0,-71 27 0,-120-19 0,130 35 0,-156-38 0,0 1 0,-1 1 0,0 2 0,0 0 0,-2 2 0,0 1 0,39 31 0,13 8 0,-61-44 0,-1 2 0,0-1 0,-1 2 0,-1-1 0,0 2 0,12 17 0,-13-16 0,0-1 0,1-1 0,0 0 0,1-1 0,1 0 0,16 12 0,-15-15 0,-1 0 0,1 2 0,-2-1 0,12 13 0,-19-17 0,-1-1 0,0 1 0,0 0 0,0 0 0,-1 1 0,0-1 0,-1 1 0,1 0 0,-1-1 0,0 1 0,1 14 0,1 19 0,-1 0 0,-3 0 0,-6 59 0,5-91 0,-1 0 0,0 0 0,0 0 0,-1 0 0,0-1 0,0 1 0,-1-1 0,0 0 0,0 0 0,-1 0 0,0-1 0,0 1 0,-1-1 0,1 0 0,-1-1 0,-1 1 0,-7 4 0,4-3 0,-2 0 0,1 0 0,-1-2 0,0 1 0,0-1 0,0-1 0,0 0 0,-1-1 0,0-1 0,-13 2 0,-106 16 0,83-11 0,-82 4 0,84-11 0,-89-2 0,118-1 0,1-1 0,0-1 0,-1-1 0,1 0 0,-26-10 0,-8-8 0,1-3 0,1-2 0,2-1 0,0-3 0,-51-45 0,78 55 0,1-1 0,2 0 0,0-2 0,-22-40 0,37 60 0,-20-40 0,2-1 0,2-1 0,2 0 0,-14-68 0,-14-65 0,41 165 0,0 0 0,0-1 0,2 1 0,0-1 0,0 1 0,2-1 0,-1 1 0,7-29 0,-5 35 0,1 0 0,-1 0 0,2 0 0,-1 0 0,1 1 0,1-1 0,-1 1 0,1 0 0,0 1 0,1-1 0,0 1 0,0 0 0,0 0 0,0 1 0,1-1 0,11-5 0,216-143-1365,-206 135-5461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09:12:18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6155 1030 24575,'-4'-1'0,"0"0"0,0-1 0,0 1 0,1-1 0,-1 0 0,0 0 0,1 0 0,-1 0 0,1-1 0,0 1 0,-1-1 0,1 0 0,-3-4 0,-18-13 0,-153-100 0,-188-166 0,326 256 0,-51-31 0,1 3 0,63 42 0,-1 1 0,0 2 0,-1 1 0,0 1 0,0 1 0,-55-10 0,-20-8 0,-94-30 0,-42-14 0,167 52 0,-78-13 0,121 27 0,-167-37 0,164 37 0,-1 1 0,-56 0 0,58 5 0,0-2 0,0-1 0,-43-10 0,34 3 0,-2 2 0,1 2 0,-47 0 0,-128 7 0,90 1 0,98 0 0,1 1 0,0 1 0,-34 10 0,29-7 0,-61 8 0,15-13 0,48-2 0,0 1 0,0 1 0,-51 12 0,14 2 0,-43 12 0,71-15 0,18-7 0,0 1 0,0 1 0,1 1 0,-20 11 0,-202 102 0,48-29 0,93-43 0,-124 42 0,-81 38 0,192-64 0,-114 86 0,207-138 0,-4 3 0,0 2 0,0 1 0,-22 24 0,-41 40 0,57-57 0,-43 49 0,52-52 0,-2 0 0,-49 37 0,-20 19 0,90-77 0,-27 25 0,2 1 0,0 2 0,2 1 0,2 1 0,-38 66 0,44-62 0,2 0 0,1 2 0,2 0 0,2 0 0,1 1 0,2 0 0,2 1 0,-2 76 0,7-80 0,-1-1 0,-2 1 0,-13 52 0,9-46 0,3 0 0,-1 65 0,5-63 0,-1 0 0,-12 53 0,2-31 0,3-1 0,0 73 0,10 137 0,2-103 0,-3-162 0,5 178 0,-2-156 0,2-1 0,1 0 0,18 56 0,-13-50 0,-1 0 0,-1 0 0,-2 0 0,2 55 0,-10 155 0,3 29 0,19-110 0,3 65 0,-19-180 0,1-1 0,26 97 0,5 28 0,-28-116 0,3-1 0,2 0 0,3 0 0,2-2 0,3 0 0,2-1 0,3-2 0,48 74 0,-47-81 0,-19-30 0,2 0 0,24 31 0,267 302 0,-144-171 0,-67-72 0,5-5 0,148 125 0,184 87-723,-336-260 723,151 64 0,34 18 0,-161-76 390,210 76-1,-271-115-445,100 32 56,75 31 0,-213-77 0,0-1 0,1 0 0,0-2 0,0 0 0,1-1 0,21 1 0,116-4 0,-91-2 0,537 0 0,-531-2 0,139-26 0,-163 22 0,45-13 0,-62 13 0,0 1 0,52-5 0,-33 10 0,-1-3 0,0-2 0,-1-2 0,0-3 0,-1-1 0,0-2 0,54-26 0,-61 20 0,0-3 0,-2-1 0,0-1 0,-2-2 0,-1-2 0,-2-1 0,31-37 0,-7 11 0,68-53 0,-21 20 0,67-56 0,-147 128 0,-2-1 0,0-2 0,-2 0 0,0-1 0,-1 0 0,-1-2 0,26-49 0,8-8 0,-31 53 0,21-44 0,-16 21 0,3 2 0,2 2 0,49-63 0,-13 25 0,37-47 0,-68 91 0,-17 18 0,1 1 0,43-37 0,-42 41 0,0-1 0,-2-1 0,30-40 0,13-15 0,-51 63 0,-1 1 0,0-2 0,0 1 0,-1-1 0,-1 0 0,0-1 0,6-18 0,-5 5 0,-1 0 0,8-55 0,24-175 0,-29 211 0,27-80 0,-20 77 0,10-53 0,-12 28 0,-4 29 0,5-60 0,-10 62 0,16-63 0,-4 27 0,26-137 0,-27 128 0,-5 37 0,6-97 0,-17 133 0,1-44 0,2 0 0,16-77 0,16-110 0,-15 153 0,30-172 0,-33 157 0,-8 53 0,5-94 0,-12 118 0,0 0 0,13-48 0,-8 45 0,6-60 0,-10-414 0,-7 259 0,4 137 0,-4-131 0,0 219 0,-14-47 0,-2-18 0,12 47 0,-1 0 0,-2 1 0,-1-1 0,-20-43 0,0 13 0,-54-90 0,73 144 0,-1 0 0,0 1 0,-1 0 0,0 1 0,-2 1 0,1 0 0,-2 1 0,0 1 0,-1 1 0,0 0 0,-1 1 0,0 1 0,-1 1 0,-30-10 0,15 7 0,1-1 0,0-3 0,-62-37 0,45 25 0,-1 3 0,-108-38 0,33 15 0,108 40 0,-2-1 0,0 0 0,-1 1 0,0 1 0,0 2 0,0 0 0,-35-3 0,-212 7 0,139 3 0,85 0 0,0 3 0,-51 11 0,48-7 0,-79 6 0,85-13 0,1 2 0,-71 16 0,-64 25 0,130-34 0,21-5 0,0 0 0,1 2 0,-34 15 0,8-3 0,-1-1 0,-1-3 0,0-2 0,-1-3 0,-73 8 0,54-2-1365,43-7-5461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407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8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0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04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1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8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564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395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1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26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34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07" r:id="rId6"/>
    <p:sldLayoutId id="2147483803" r:id="rId7"/>
    <p:sldLayoutId id="2147483804" r:id="rId8"/>
    <p:sldLayoutId id="2147483805" r:id="rId9"/>
    <p:sldLayoutId id="2147483806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untstifte in einem Bleistifthalter, der sich auf einem Holztisch befindet.">
            <a:extLst>
              <a:ext uri="{FF2B5EF4-FFF2-40B4-BE49-F238E27FC236}">
                <a16:creationId xmlns:a16="http://schemas.microsoft.com/office/drawing/2014/main" id="{EA05423A-8FC1-22E0-DC8F-437BA4B871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3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B739E87-E525-1162-26A7-4E1C63359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9052560" cy="3546179"/>
          </a:xfrm>
        </p:spPr>
        <p:txBody>
          <a:bodyPr>
            <a:normAutofit/>
          </a:bodyPr>
          <a:lstStyle/>
          <a:p>
            <a:r>
              <a:rPr lang="de-DE" dirty="0"/>
              <a:t>Kommunikationspolitik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318C83-1900-81FD-2382-6377CDA53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9052560" cy="704088"/>
          </a:xfrm>
        </p:spPr>
        <p:txBody>
          <a:bodyPr>
            <a:normAutofit/>
          </a:bodyPr>
          <a:lstStyle/>
          <a:p>
            <a:r>
              <a:rPr lang="de-DE" dirty="0"/>
              <a:t>Von Farid, Florian und Dima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92BF83-1D8F-3255-0DF3-E9F8D1AE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de-DE" sz="5100">
                <a:solidFill>
                  <a:schemeClr val="bg1"/>
                </a:solidFill>
              </a:rPr>
              <a:t>Was bedeutet Kommunikationspolitik?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F5DB8F-6520-6244-40C1-E9CAB24B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82" y="2609207"/>
            <a:ext cx="11025187" cy="317435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Kommunikationspolitik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Teil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vom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Marketing-Mix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Es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geht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darum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wie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Kunden: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überzeugt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informiert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ihnen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Vertrauen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aufbaut</a:t>
            </a: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Das Ziel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ist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Steigerung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Absatzes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und die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damit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verbundene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Unternehmenssicherung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feststehen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muss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hierbei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788920" lvl="5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Wertebudget</a:t>
            </a: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88920" lvl="5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Produktpolitik</a:t>
            </a: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88920" lvl="5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Preispolitik</a:t>
            </a:r>
            <a:endParaRPr lang="en-US" dirty="0"/>
          </a:p>
          <a:p>
            <a:pPr>
              <a:lnSpc>
                <a:spcPct val="100000"/>
              </a:lnSpc>
            </a:pPr>
            <a:endParaRPr lang="de-DE" dirty="0"/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0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6C84C0B-2C0A-75F7-79C1-DEF14A7C1B48}"/>
              </a:ext>
            </a:extLst>
          </p:cNvPr>
          <p:cNvSpPr/>
          <p:nvPr/>
        </p:nvSpPr>
        <p:spPr>
          <a:xfrm>
            <a:off x="-1" y="0"/>
            <a:ext cx="631767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61620A-F86B-F466-9D36-85E965A6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52" y="255061"/>
            <a:ext cx="11590018" cy="4754880"/>
          </a:xfrm>
        </p:spPr>
        <p:txBody>
          <a:bodyPr>
            <a:normAutofit/>
          </a:bodyPr>
          <a:lstStyle/>
          <a:p>
            <a:r>
              <a:rPr lang="de-DE" sz="4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Instrumente der Komm</a:t>
            </a:r>
            <a:r>
              <a:rPr lang="de-DE" sz="48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unikationspolitik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E5119C-788D-E7C7-F46E-AD3BB5AAC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30" y="1616133"/>
            <a:ext cx="11337590" cy="103862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de-DE" sz="2800" dirty="0"/>
              <a:t>Werbung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810D011-2338-AF0E-F96F-BD0F4188DD27}"/>
              </a:ext>
            </a:extLst>
          </p:cNvPr>
          <p:cNvSpPr txBox="1"/>
          <p:nvPr/>
        </p:nvSpPr>
        <p:spPr>
          <a:xfrm>
            <a:off x="6317672" y="1616133"/>
            <a:ext cx="7236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Produkt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bekannt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machen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Media, Influencer-  Marketing</a:t>
            </a: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Produktplatzierung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Medienauftritte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Produkts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  <a:p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CEF64AF-6C4A-95D6-A619-E0F55BB90D61}"/>
              </a:ext>
            </a:extLst>
          </p:cNvPr>
          <p:cNvSpPr txBox="1">
            <a:spLocks/>
          </p:cNvSpPr>
          <p:nvPr/>
        </p:nvSpPr>
        <p:spPr>
          <a:xfrm>
            <a:off x="1181346" y="2797169"/>
            <a:ext cx="10408673" cy="103862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800" dirty="0"/>
              <a:t>Verkaufsförderung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991C412-7789-D875-1557-09F0F227839B}"/>
              </a:ext>
            </a:extLst>
          </p:cNvPr>
          <p:cNvSpPr txBox="1">
            <a:spLocks/>
          </p:cNvSpPr>
          <p:nvPr/>
        </p:nvSpPr>
        <p:spPr>
          <a:xfrm>
            <a:off x="1999147" y="3949275"/>
            <a:ext cx="9590872" cy="103862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800" dirty="0"/>
              <a:t>Öffentlichkeitsarbeit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66B5E894-F167-2643-4BFC-B94F6A110F82}"/>
              </a:ext>
            </a:extLst>
          </p:cNvPr>
          <p:cNvSpPr txBox="1">
            <a:spLocks/>
          </p:cNvSpPr>
          <p:nvPr/>
        </p:nvSpPr>
        <p:spPr>
          <a:xfrm>
            <a:off x="2999439" y="5101381"/>
            <a:ext cx="8590579" cy="103862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800" dirty="0"/>
              <a:t>Sponsoring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7298FC1-8402-70A8-3706-5CF81D436074}"/>
              </a:ext>
            </a:extLst>
          </p:cNvPr>
          <p:cNvSpPr txBox="1"/>
          <p:nvPr/>
        </p:nvSpPr>
        <p:spPr>
          <a:xfrm>
            <a:off x="6317672" y="2897587"/>
            <a:ext cx="4507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den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Verkauf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z. B.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Gutscheine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Aktionen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Verkaufstraining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5AFC7E9-966D-43E0-510C-BC62650E3331}"/>
              </a:ext>
            </a:extLst>
          </p:cNvPr>
          <p:cNvSpPr txBox="1"/>
          <p:nvPr/>
        </p:nvSpPr>
        <p:spPr>
          <a:xfrm>
            <a:off x="6317672" y="4037669"/>
            <a:ext cx="373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Gutes Image für die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z. B. Presse, Tag der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offenen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Tür</a:t>
            </a:r>
            <a:endParaRPr lang="en-US" dirty="0"/>
          </a:p>
          <a:p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50C66C4-6E24-8763-B6EF-561829C6F818}"/>
              </a:ext>
            </a:extLst>
          </p:cNvPr>
          <p:cNvSpPr txBox="1"/>
          <p:nvPr/>
        </p:nvSpPr>
        <p:spPr>
          <a:xfrm>
            <a:off x="6317672" y="5241867"/>
            <a:ext cx="4474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Unterstützung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von Sport/Kultur/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Sozialem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positiv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wahrgenommen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85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Stift, der über einer Unterschriftszeile platziert ist">
            <a:extLst>
              <a:ext uri="{FF2B5EF4-FFF2-40B4-BE49-F238E27FC236}">
                <a16:creationId xmlns:a16="http://schemas.microsoft.com/office/drawing/2014/main" id="{58333C63-0292-1B6F-8954-5D507BE5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68BA1FB-7158-4051-A255-70F5F21FD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4858603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1A3D2F-5646-4195-75C7-7DFB4940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143001"/>
            <a:ext cx="9052560" cy="11020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Vorschläge</a:t>
            </a:r>
            <a:r>
              <a:rPr lang="en-US" dirty="0">
                <a:solidFill>
                  <a:srgbClr val="FFFFFF"/>
                </a:solidFill>
              </a:rPr>
              <a:t> für das </a:t>
            </a:r>
            <a:r>
              <a:rPr lang="en-US" dirty="0" err="1">
                <a:solidFill>
                  <a:srgbClr val="FFFFFF"/>
                </a:solidFill>
              </a:rPr>
              <a:t>Musterphone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6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98EDD7-966F-4ED6-ADCB-9EF1A425A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591" y="1028927"/>
            <a:ext cx="6094409" cy="1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90A09D-53A5-45D4-5E52-2834923C8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126" y="2374233"/>
            <a:ext cx="4523874" cy="214964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Kooperation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Creator*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innen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Musterphone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Video/Podcast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996B799-9454-451E-A62E-D79EC2608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03327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CA605-F116-47B0-8AFC-D9A7FA5E1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06126" y="5840059"/>
            <a:ext cx="5285874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03A7306-9651-BF03-E34C-E4E5430D811D}"/>
              </a:ext>
            </a:extLst>
          </p:cNvPr>
          <p:cNvSpPr txBox="1">
            <a:spLocks/>
          </p:cNvSpPr>
          <p:nvPr/>
        </p:nvSpPr>
        <p:spPr>
          <a:xfrm>
            <a:off x="762000" y="2057855"/>
            <a:ext cx="4523874" cy="366890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Social-Media-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Kampagne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kurzen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Videos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Influencer-/YouTuber-Test: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Reviews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erhöhen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Klare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Botschaft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Preis-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Bedienung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Alltagstauglichkeit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Online-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Anzeigen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Rabattcode</a:t>
            </a:r>
            <a:br>
              <a:rPr lang="de-DE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F93C64D-7583-350A-23D2-23E9F5723B7B}"/>
              </a:ext>
            </a:extLst>
          </p:cNvPr>
          <p:cNvSpPr txBox="1">
            <a:spLocks/>
          </p:cNvSpPr>
          <p:nvPr/>
        </p:nvSpPr>
        <p:spPr>
          <a:xfrm>
            <a:off x="6906126" y="1361626"/>
            <a:ext cx="4523874" cy="577517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dirty="0"/>
              <a:t>Produktplatzierung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8B41469-1875-52E6-8B5C-92AA9688D631}"/>
              </a:ext>
            </a:extLst>
          </p:cNvPr>
          <p:cNvSpPr txBox="1">
            <a:spLocks/>
          </p:cNvSpPr>
          <p:nvPr/>
        </p:nvSpPr>
        <p:spPr>
          <a:xfrm>
            <a:off x="762000" y="1348589"/>
            <a:ext cx="4523874" cy="577517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dirty="0"/>
              <a:t>Werbung</a:t>
            </a:r>
          </a:p>
        </p:txBody>
      </p:sp>
    </p:spTree>
    <p:extLst>
      <p:ext uri="{BB962C8B-B14F-4D97-AF65-F5344CB8AC3E}">
        <p14:creationId xmlns:p14="http://schemas.microsoft.com/office/powerpoint/2010/main" val="1692569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6E85-F8E5-BCE5-2A66-70077A56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7945A7-32B2-358B-9875-5BF8D1F99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126" y="1208481"/>
            <a:ext cx="4523874" cy="222051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Presse &amp; Website: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Neustart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“/Update-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Kampagne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erklären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 der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offenen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Tür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betonen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Support,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Reparaturablauf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F32743E-5504-E1D8-C123-296B5A6786E7}"/>
              </a:ext>
            </a:extLst>
          </p:cNvPr>
          <p:cNvSpPr txBox="1">
            <a:spLocks/>
          </p:cNvSpPr>
          <p:nvPr/>
        </p:nvSpPr>
        <p:spPr>
          <a:xfrm>
            <a:off x="762000" y="1208481"/>
            <a:ext cx="4523874" cy="313893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Gutscheine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zeitlich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Aktionen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Bundle: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 +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Hülle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Schutzfolie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br>
              <a:rPr lang="de-DE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C818868-CDCC-EC5A-3079-D3123C7E3464}"/>
              </a:ext>
            </a:extLst>
          </p:cNvPr>
          <p:cNvSpPr txBox="1">
            <a:spLocks/>
          </p:cNvSpPr>
          <p:nvPr/>
        </p:nvSpPr>
        <p:spPr>
          <a:xfrm>
            <a:off x="6906126" y="463268"/>
            <a:ext cx="4523874" cy="577517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dirty="0"/>
              <a:t>Öffentlichkeitsarbeit (PR)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F9518FDA-61B5-A468-1A4E-9C84A9074FED}"/>
              </a:ext>
            </a:extLst>
          </p:cNvPr>
          <p:cNvSpPr txBox="1">
            <a:spLocks/>
          </p:cNvSpPr>
          <p:nvPr/>
        </p:nvSpPr>
        <p:spPr>
          <a:xfrm>
            <a:off x="762000" y="463267"/>
            <a:ext cx="4523874" cy="577517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dirty="0"/>
              <a:t>Verkaufsförderung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1E0AA3D-6542-6981-DD09-7D5445525FB4}"/>
              </a:ext>
            </a:extLst>
          </p:cNvPr>
          <p:cNvSpPr txBox="1">
            <a:spLocks/>
          </p:cNvSpPr>
          <p:nvPr/>
        </p:nvSpPr>
        <p:spPr>
          <a:xfrm>
            <a:off x="6906126" y="3961797"/>
            <a:ext cx="4523874" cy="577517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dirty="0"/>
              <a:t>Sponsoring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2CB5E14-2FAA-B575-A602-0087B0025BCD}"/>
              </a:ext>
            </a:extLst>
          </p:cNvPr>
          <p:cNvSpPr txBox="1">
            <a:spLocks/>
          </p:cNvSpPr>
          <p:nvPr/>
        </p:nvSpPr>
        <p:spPr>
          <a:xfrm>
            <a:off x="6906126" y="4707011"/>
            <a:ext cx="4523874" cy="779390"/>
          </a:xfrm>
          <a:prstGeom prst="roundRect">
            <a:avLst/>
          </a:prstGeom>
          <a:solidFill>
            <a:schemeClr val="accent6">
              <a:alpha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Soziale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Aktion: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pro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verkauftem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Handy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Spendenbetrag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86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12DF2-F813-133A-D737-A7983472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9925090" cy="4754880"/>
          </a:xfrm>
        </p:spPr>
        <p:txBody>
          <a:bodyPr/>
          <a:lstStyle/>
          <a:p>
            <a:r>
              <a:rPr lang="de-DE" dirty="0"/>
              <a:t>Danke</a:t>
            </a:r>
            <a:br>
              <a:rPr lang="de-DE" dirty="0"/>
            </a:br>
            <a:r>
              <a:rPr lang="de-DE" dirty="0"/>
              <a:t>für die Aufmerksamkeit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37D015C7-6EE0-CF33-7632-F804DC1FAA30}"/>
                  </a:ext>
                </a:extLst>
              </p14:cNvPr>
              <p14:cNvContentPartPr/>
              <p14:nvPr/>
            </p14:nvContentPartPr>
            <p14:xfrm>
              <a:off x="6833526" y="2756589"/>
              <a:ext cx="707400" cy="121968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37D015C7-6EE0-CF33-7632-F804DC1FAA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7406" y="2750469"/>
                <a:ext cx="719640" cy="123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EA72C01-CD87-7D01-A12D-13A061C0299D}"/>
              </a:ext>
            </a:extLst>
          </p:cNvPr>
          <p:cNvGrpSpPr/>
          <p:nvPr/>
        </p:nvGrpSpPr>
        <p:grpSpPr>
          <a:xfrm>
            <a:off x="4489926" y="2677389"/>
            <a:ext cx="3101400" cy="2890800"/>
            <a:chOff x="4489926" y="2677389"/>
            <a:chExt cx="3101400" cy="28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Freihand 3">
                  <a:extLst>
                    <a:ext uri="{FF2B5EF4-FFF2-40B4-BE49-F238E27FC236}">
                      <a16:creationId xmlns:a16="http://schemas.microsoft.com/office/drawing/2014/main" id="{F9C508DF-FD57-ECFE-0B7E-1B8DFFEE1B69}"/>
                    </a:ext>
                  </a:extLst>
                </p14:cNvPr>
                <p14:cNvContentPartPr/>
                <p14:nvPr/>
              </p14:nvContentPartPr>
              <p14:xfrm>
                <a:off x="5083926" y="3352389"/>
                <a:ext cx="340920" cy="498600"/>
              </p14:xfrm>
            </p:contentPart>
          </mc:Choice>
          <mc:Fallback xmlns="">
            <p:pic>
              <p:nvPicPr>
                <p:cNvPr id="4" name="Freihand 3">
                  <a:extLst>
                    <a:ext uri="{FF2B5EF4-FFF2-40B4-BE49-F238E27FC236}">
                      <a16:creationId xmlns:a16="http://schemas.microsoft.com/office/drawing/2014/main" id="{F9C508DF-FD57-ECFE-0B7E-1B8DFFEE1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77806" y="3346269"/>
                  <a:ext cx="35316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Freihand 4">
                  <a:extLst>
                    <a:ext uri="{FF2B5EF4-FFF2-40B4-BE49-F238E27FC236}">
                      <a16:creationId xmlns:a16="http://schemas.microsoft.com/office/drawing/2014/main" id="{E8BC1C56-20E1-CEB3-CBA1-5AA0FC8EEBE3}"/>
                    </a:ext>
                  </a:extLst>
                </p14:cNvPr>
                <p14:cNvContentPartPr/>
                <p14:nvPr/>
              </p14:nvContentPartPr>
              <p14:xfrm>
                <a:off x="5982486" y="3286509"/>
                <a:ext cx="533520" cy="533520"/>
              </p14:xfrm>
            </p:contentPart>
          </mc:Choice>
          <mc:Fallback xmlns="">
            <p:pic>
              <p:nvPicPr>
                <p:cNvPr id="5" name="Freihand 4">
                  <a:extLst>
                    <a:ext uri="{FF2B5EF4-FFF2-40B4-BE49-F238E27FC236}">
                      <a16:creationId xmlns:a16="http://schemas.microsoft.com/office/drawing/2014/main" id="{E8BC1C56-20E1-CEB3-CBA1-5AA0FC8EEB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76366" y="3280389"/>
                  <a:ext cx="54576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Freihand 5">
                  <a:extLst>
                    <a:ext uri="{FF2B5EF4-FFF2-40B4-BE49-F238E27FC236}">
                      <a16:creationId xmlns:a16="http://schemas.microsoft.com/office/drawing/2014/main" id="{198F1A83-FA76-E38D-FB3E-270B9B5CB777}"/>
                    </a:ext>
                  </a:extLst>
                </p14:cNvPr>
                <p14:cNvContentPartPr/>
                <p14:nvPr/>
              </p14:nvContentPartPr>
              <p14:xfrm>
                <a:off x="5021286" y="4419789"/>
                <a:ext cx="1253520" cy="603360"/>
              </p14:xfrm>
            </p:contentPart>
          </mc:Choice>
          <mc:Fallback xmlns="">
            <p:pic>
              <p:nvPicPr>
                <p:cNvPr id="6" name="Freihand 5">
                  <a:extLst>
                    <a:ext uri="{FF2B5EF4-FFF2-40B4-BE49-F238E27FC236}">
                      <a16:creationId xmlns:a16="http://schemas.microsoft.com/office/drawing/2014/main" id="{198F1A83-FA76-E38D-FB3E-270B9B5CB7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15166" y="4413669"/>
                  <a:ext cx="126576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A9B53041-E59F-7C21-A6FC-C038C464530F}"/>
                    </a:ext>
                  </a:extLst>
                </p14:cNvPr>
                <p14:cNvContentPartPr/>
                <p14:nvPr/>
              </p14:nvContentPartPr>
              <p14:xfrm>
                <a:off x="6058446" y="3475509"/>
                <a:ext cx="198000" cy="18864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A9B53041-E59F-7C21-A6FC-C038C46453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52326" y="3469389"/>
                  <a:ext cx="210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DF997612-57D7-3127-E2E5-763219BC4C33}"/>
                    </a:ext>
                  </a:extLst>
                </p14:cNvPr>
                <p14:cNvContentPartPr/>
                <p14:nvPr/>
              </p14:nvContentPartPr>
              <p14:xfrm>
                <a:off x="5181486" y="3576309"/>
                <a:ext cx="149400" cy="49680"/>
              </p14:xfrm>
            </p:contentPart>
          </mc:Choice>
          <mc:Fallback xmlns="">
            <p:pic>
              <p:nvPicPr>
                <p:cNvPr id="17" name="Freihand 16">
                  <a:extLst>
                    <a:ext uri="{FF2B5EF4-FFF2-40B4-BE49-F238E27FC236}">
                      <a16:creationId xmlns:a16="http://schemas.microsoft.com/office/drawing/2014/main" id="{DF997612-57D7-3127-E2E5-763219BC4C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75366" y="3570189"/>
                  <a:ext cx="161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9A878A6A-E923-24FE-7856-277ADA774373}"/>
                    </a:ext>
                  </a:extLst>
                </p14:cNvPr>
                <p14:cNvContentPartPr/>
                <p14:nvPr/>
              </p14:nvContentPartPr>
              <p14:xfrm>
                <a:off x="6801846" y="3847389"/>
                <a:ext cx="788040" cy="406440"/>
              </p14:xfrm>
            </p:contentPart>
          </mc:Choice>
          <mc:Fallback xmlns=""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9A878A6A-E923-24FE-7856-277ADA77437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95726" y="3841269"/>
                  <a:ext cx="800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113DBE89-B9B1-0CB5-7782-001265063542}"/>
                    </a:ext>
                  </a:extLst>
                </p14:cNvPr>
                <p14:cNvContentPartPr/>
                <p14:nvPr/>
              </p14:nvContentPartPr>
              <p14:xfrm>
                <a:off x="6881766" y="4138269"/>
                <a:ext cx="644760" cy="451800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113DBE89-B9B1-0CB5-7782-0012650635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75646" y="4132149"/>
                  <a:ext cx="6570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B71397FF-FCDC-6E67-FBF3-532479A3BC2B}"/>
                    </a:ext>
                  </a:extLst>
                </p14:cNvPr>
                <p14:cNvContentPartPr/>
                <p14:nvPr/>
              </p14:nvContentPartPr>
              <p14:xfrm>
                <a:off x="6975366" y="4410429"/>
                <a:ext cx="615960" cy="420840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B71397FF-FCDC-6E67-FBF3-532479A3BC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69246" y="4404309"/>
                  <a:ext cx="6282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7287A20B-C6AA-2DEB-1D95-90DE3B967B25}"/>
                    </a:ext>
                  </a:extLst>
                </p14:cNvPr>
                <p14:cNvContentPartPr/>
                <p14:nvPr/>
              </p14:nvContentPartPr>
              <p14:xfrm>
                <a:off x="6883206" y="4546509"/>
                <a:ext cx="531360" cy="475920"/>
              </p14:xfrm>
            </p:contentPart>
          </mc:Choice>
          <mc:Fallback xmlns=""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7287A20B-C6AA-2DEB-1D95-90DE3B967B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7086" y="4540389"/>
                  <a:ext cx="5436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95B0B082-8876-7648-09E7-51ACA5F2755A}"/>
                    </a:ext>
                  </a:extLst>
                </p14:cNvPr>
                <p14:cNvContentPartPr/>
                <p14:nvPr/>
              </p14:nvContentPartPr>
              <p14:xfrm>
                <a:off x="4489926" y="2677389"/>
                <a:ext cx="2746440" cy="289080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95B0B082-8876-7648-09E7-51ACA5F275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83806" y="2671269"/>
                  <a:ext cx="2758680" cy="29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2523297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Breitbild</PresentationFormat>
  <Paragraphs>43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Calibri</vt:lpstr>
      <vt:lpstr>Sitka Banner</vt:lpstr>
      <vt:lpstr>HeadlinesVTI</vt:lpstr>
      <vt:lpstr>Kommunikationspolitik</vt:lpstr>
      <vt:lpstr>Was bedeutet Kommunikationspolitik?</vt:lpstr>
      <vt:lpstr>Instrumente der Kommunikationspolitik</vt:lpstr>
      <vt:lpstr>Vorschläge für das Musterphone</vt:lpstr>
      <vt:lpstr>PowerPoint-Präsentation</vt:lpstr>
      <vt:lpstr>PowerPoint-Präsentation</vt:lpstr>
      <vt:lpstr>Danke für die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Heinz Röder</dc:creator>
  <cp:lastModifiedBy>Dima Becker</cp:lastModifiedBy>
  <cp:revision>2</cp:revision>
  <dcterms:created xsi:type="dcterms:W3CDTF">2026-01-12T08:26:10Z</dcterms:created>
  <dcterms:modified xsi:type="dcterms:W3CDTF">2026-01-12T15:31:06Z</dcterms:modified>
</cp:coreProperties>
</file>