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1"/>
  </p:sldMasterIdLst>
  <p:sldIdLst>
    <p:sldId id="263" r:id="rId2"/>
    <p:sldId id="256" r:id="rId3"/>
    <p:sldId id="257" r:id="rId4"/>
    <p:sldId id="258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2175A7-A7B0-4203-99DD-8AB84FE79F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67D7EDDF-264A-442A-86A5-A0F36D44EA87}">
      <dgm:prSet/>
      <dgm:spPr/>
      <dgm:t>
        <a:bodyPr/>
        <a:lstStyle/>
        <a:p>
          <a:r>
            <a:rPr lang="en-US"/>
            <a:t>Marktforschung: Infos über Markt, Kunden und Wettbewerb sammeln</a:t>
          </a:r>
        </a:p>
      </dgm:t>
    </dgm:pt>
    <dgm:pt modelId="{CFB01BC4-E10E-42D2-A44C-7ADF054D5379}" type="parTrans" cxnId="{7F31C994-2588-44EB-BECC-7282B87D0A6E}">
      <dgm:prSet/>
      <dgm:spPr/>
      <dgm:t>
        <a:bodyPr/>
        <a:lstStyle/>
        <a:p>
          <a:endParaRPr lang="en-US"/>
        </a:p>
      </dgm:t>
    </dgm:pt>
    <dgm:pt modelId="{05D645A8-9CA7-435D-B1F8-643972FB2484}" type="sibTrans" cxnId="{7F31C994-2588-44EB-BECC-7282B87D0A6E}">
      <dgm:prSet/>
      <dgm:spPr/>
      <dgm:t>
        <a:bodyPr/>
        <a:lstStyle/>
        <a:p>
          <a:endParaRPr lang="en-US"/>
        </a:p>
      </dgm:t>
    </dgm:pt>
    <dgm:pt modelId="{095F14AF-ED04-4D32-8601-0B0110CD2CE0}">
      <dgm:prSet/>
      <dgm:spPr/>
      <dgm:t>
        <a:bodyPr/>
        <a:lstStyle/>
        <a:p>
          <a:r>
            <a:rPr lang="en-US"/>
            <a:t>Ziel: bessere Entscheidungen, weniger Risiko</a:t>
          </a:r>
        </a:p>
      </dgm:t>
    </dgm:pt>
    <dgm:pt modelId="{452ED8CF-3DA0-4C2F-809A-C279EDFAB2E4}" type="parTrans" cxnId="{DA088DF6-6100-4160-AEDE-A2FC0D0624E1}">
      <dgm:prSet/>
      <dgm:spPr/>
      <dgm:t>
        <a:bodyPr/>
        <a:lstStyle/>
        <a:p>
          <a:endParaRPr lang="en-US"/>
        </a:p>
      </dgm:t>
    </dgm:pt>
    <dgm:pt modelId="{E1D86ACF-A686-4E6D-8233-9C3C48E25CD0}" type="sibTrans" cxnId="{DA088DF6-6100-4160-AEDE-A2FC0D0624E1}">
      <dgm:prSet/>
      <dgm:spPr/>
      <dgm:t>
        <a:bodyPr/>
        <a:lstStyle/>
        <a:p>
          <a:endParaRPr lang="en-US"/>
        </a:p>
      </dgm:t>
    </dgm:pt>
    <dgm:pt modelId="{9DA9946C-E780-415C-9A5F-995E2ECD54CA}" type="pres">
      <dgm:prSet presAssocID="{9A2175A7-A7B0-4203-99DD-8AB84FE79FA4}" presName="root" presStyleCnt="0">
        <dgm:presLayoutVars>
          <dgm:dir/>
          <dgm:resizeHandles val="exact"/>
        </dgm:presLayoutVars>
      </dgm:prSet>
      <dgm:spPr/>
    </dgm:pt>
    <dgm:pt modelId="{D89FEE16-02C2-405F-A5B1-8CF6698D6A04}" type="pres">
      <dgm:prSet presAssocID="{67D7EDDF-264A-442A-86A5-A0F36D44EA87}" presName="compNode" presStyleCnt="0"/>
      <dgm:spPr/>
    </dgm:pt>
    <dgm:pt modelId="{2C8725D0-379E-4928-90F3-F95E56117FCC}" type="pres">
      <dgm:prSet presAssocID="{67D7EDDF-264A-442A-86A5-A0F36D44EA87}" presName="bgRect" presStyleLbl="bgShp" presStyleIdx="0" presStyleCnt="2"/>
      <dgm:spPr/>
    </dgm:pt>
    <dgm:pt modelId="{64566860-9591-419B-913F-C746B77C7A9D}" type="pres">
      <dgm:prSet presAssocID="{67D7EDDF-264A-442A-86A5-A0F36D44EA8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afon"/>
        </a:ext>
      </dgm:extLst>
    </dgm:pt>
    <dgm:pt modelId="{6E340B25-1F87-42CD-8671-8CDEE79CE471}" type="pres">
      <dgm:prSet presAssocID="{67D7EDDF-264A-442A-86A5-A0F36D44EA87}" presName="spaceRect" presStyleCnt="0"/>
      <dgm:spPr/>
    </dgm:pt>
    <dgm:pt modelId="{4A60F082-299C-4522-A113-14E23F85C821}" type="pres">
      <dgm:prSet presAssocID="{67D7EDDF-264A-442A-86A5-A0F36D44EA87}" presName="parTx" presStyleLbl="revTx" presStyleIdx="0" presStyleCnt="2">
        <dgm:presLayoutVars>
          <dgm:chMax val="0"/>
          <dgm:chPref val="0"/>
        </dgm:presLayoutVars>
      </dgm:prSet>
      <dgm:spPr/>
    </dgm:pt>
    <dgm:pt modelId="{38CFAF99-13A2-43B1-B7EB-13CFABDDFB21}" type="pres">
      <dgm:prSet presAssocID="{05D645A8-9CA7-435D-B1F8-643972FB2484}" presName="sibTrans" presStyleCnt="0"/>
      <dgm:spPr/>
    </dgm:pt>
    <dgm:pt modelId="{B0A84A46-CABE-4FC5-9D97-01BCC4BA7A05}" type="pres">
      <dgm:prSet presAssocID="{095F14AF-ED04-4D32-8601-0B0110CD2CE0}" presName="compNode" presStyleCnt="0"/>
      <dgm:spPr/>
    </dgm:pt>
    <dgm:pt modelId="{B7078674-7B59-4123-8E61-31785B1C2DE6}" type="pres">
      <dgm:prSet presAssocID="{095F14AF-ED04-4D32-8601-0B0110CD2CE0}" presName="bgRect" presStyleLbl="bgShp" presStyleIdx="1" presStyleCnt="2"/>
      <dgm:spPr/>
    </dgm:pt>
    <dgm:pt modelId="{7CE6E7D3-4517-4DDA-A072-57B22D0E1ABC}" type="pres">
      <dgm:prSet presAssocID="{095F14AF-ED04-4D32-8601-0B0110CD2CE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olltreffer"/>
        </a:ext>
      </dgm:extLst>
    </dgm:pt>
    <dgm:pt modelId="{7389708B-0417-4970-874E-BEF44E8317D9}" type="pres">
      <dgm:prSet presAssocID="{095F14AF-ED04-4D32-8601-0B0110CD2CE0}" presName="spaceRect" presStyleCnt="0"/>
      <dgm:spPr/>
    </dgm:pt>
    <dgm:pt modelId="{F088FF79-0D34-4357-8B3A-0705C600DA2A}" type="pres">
      <dgm:prSet presAssocID="{095F14AF-ED04-4D32-8601-0B0110CD2CE0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CAE99B22-6B73-42A8-B902-CC59D112389B}" type="presOf" srcId="{095F14AF-ED04-4D32-8601-0B0110CD2CE0}" destId="{F088FF79-0D34-4357-8B3A-0705C600DA2A}" srcOrd="0" destOrd="0" presId="urn:microsoft.com/office/officeart/2018/2/layout/IconVerticalSolidList"/>
    <dgm:cxn modelId="{5E8BFF24-B9FC-47A7-9394-66064D7F5273}" type="presOf" srcId="{67D7EDDF-264A-442A-86A5-A0F36D44EA87}" destId="{4A60F082-299C-4522-A113-14E23F85C821}" srcOrd="0" destOrd="0" presId="urn:microsoft.com/office/officeart/2018/2/layout/IconVerticalSolidList"/>
    <dgm:cxn modelId="{23B90942-91DD-48E0-990C-91D833C639D5}" type="presOf" srcId="{9A2175A7-A7B0-4203-99DD-8AB84FE79FA4}" destId="{9DA9946C-E780-415C-9A5F-995E2ECD54CA}" srcOrd="0" destOrd="0" presId="urn:microsoft.com/office/officeart/2018/2/layout/IconVerticalSolidList"/>
    <dgm:cxn modelId="{7F31C994-2588-44EB-BECC-7282B87D0A6E}" srcId="{9A2175A7-A7B0-4203-99DD-8AB84FE79FA4}" destId="{67D7EDDF-264A-442A-86A5-A0F36D44EA87}" srcOrd="0" destOrd="0" parTransId="{CFB01BC4-E10E-42D2-A44C-7ADF054D5379}" sibTransId="{05D645A8-9CA7-435D-B1F8-643972FB2484}"/>
    <dgm:cxn modelId="{DA088DF6-6100-4160-AEDE-A2FC0D0624E1}" srcId="{9A2175A7-A7B0-4203-99DD-8AB84FE79FA4}" destId="{095F14AF-ED04-4D32-8601-0B0110CD2CE0}" srcOrd="1" destOrd="0" parTransId="{452ED8CF-3DA0-4C2F-809A-C279EDFAB2E4}" sibTransId="{E1D86ACF-A686-4E6D-8233-9C3C48E25CD0}"/>
    <dgm:cxn modelId="{9026D326-6EFF-4475-9B2E-47480BD528AA}" type="presParOf" srcId="{9DA9946C-E780-415C-9A5F-995E2ECD54CA}" destId="{D89FEE16-02C2-405F-A5B1-8CF6698D6A04}" srcOrd="0" destOrd="0" presId="urn:microsoft.com/office/officeart/2018/2/layout/IconVerticalSolidList"/>
    <dgm:cxn modelId="{B17BF21A-6D0B-4133-854D-1BD99AAAB2A7}" type="presParOf" srcId="{D89FEE16-02C2-405F-A5B1-8CF6698D6A04}" destId="{2C8725D0-379E-4928-90F3-F95E56117FCC}" srcOrd="0" destOrd="0" presId="urn:microsoft.com/office/officeart/2018/2/layout/IconVerticalSolidList"/>
    <dgm:cxn modelId="{DE644282-5457-4614-AAA8-AAAA231640E1}" type="presParOf" srcId="{D89FEE16-02C2-405F-A5B1-8CF6698D6A04}" destId="{64566860-9591-419B-913F-C746B77C7A9D}" srcOrd="1" destOrd="0" presId="urn:microsoft.com/office/officeart/2018/2/layout/IconVerticalSolidList"/>
    <dgm:cxn modelId="{5E29E255-2390-4A39-845D-75BE23DF308F}" type="presParOf" srcId="{D89FEE16-02C2-405F-A5B1-8CF6698D6A04}" destId="{6E340B25-1F87-42CD-8671-8CDEE79CE471}" srcOrd="2" destOrd="0" presId="urn:microsoft.com/office/officeart/2018/2/layout/IconVerticalSolidList"/>
    <dgm:cxn modelId="{2E2CAC5E-3A5E-4148-8BCC-A9062155F925}" type="presParOf" srcId="{D89FEE16-02C2-405F-A5B1-8CF6698D6A04}" destId="{4A60F082-299C-4522-A113-14E23F85C821}" srcOrd="3" destOrd="0" presId="urn:microsoft.com/office/officeart/2018/2/layout/IconVerticalSolidList"/>
    <dgm:cxn modelId="{13245ED3-25F1-4928-82B6-47AC174010DB}" type="presParOf" srcId="{9DA9946C-E780-415C-9A5F-995E2ECD54CA}" destId="{38CFAF99-13A2-43B1-B7EB-13CFABDDFB21}" srcOrd="1" destOrd="0" presId="urn:microsoft.com/office/officeart/2018/2/layout/IconVerticalSolidList"/>
    <dgm:cxn modelId="{DF2352FF-197F-4E55-83D5-32B30B495E30}" type="presParOf" srcId="{9DA9946C-E780-415C-9A5F-995E2ECD54CA}" destId="{B0A84A46-CABE-4FC5-9D97-01BCC4BA7A05}" srcOrd="2" destOrd="0" presId="urn:microsoft.com/office/officeart/2018/2/layout/IconVerticalSolidList"/>
    <dgm:cxn modelId="{D771C3F9-8FA4-49DF-A799-4DB7FBE29F2D}" type="presParOf" srcId="{B0A84A46-CABE-4FC5-9D97-01BCC4BA7A05}" destId="{B7078674-7B59-4123-8E61-31785B1C2DE6}" srcOrd="0" destOrd="0" presId="urn:microsoft.com/office/officeart/2018/2/layout/IconVerticalSolidList"/>
    <dgm:cxn modelId="{FDE97D17-00F1-43E3-9203-66D8BDFD5625}" type="presParOf" srcId="{B0A84A46-CABE-4FC5-9D97-01BCC4BA7A05}" destId="{7CE6E7D3-4517-4DDA-A072-57B22D0E1ABC}" srcOrd="1" destOrd="0" presId="urn:microsoft.com/office/officeart/2018/2/layout/IconVerticalSolidList"/>
    <dgm:cxn modelId="{F7FF281C-0145-4CA8-AB47-9B97D1448822}" type="presParOf" srcId="{B0A84A46-CABE-4FC5-9D97-01BCC4BA7A05}" destId="{7389708B-0417-4970-874E-BEF44E8317D9}" srcOrd="2" destOrd="0" presId="urn:microsoft.com/office/officeart/2018/2/layout/IconVerticalSolidList"/>
    <dgm:cxn modelId="{73DAAA65-B469-4D7D-BE2E-CEEF73D9FCF2}" type="presParOf" srcId="{B0A84A46-CABE-4FC5-9D97-01BCC4BA7A05}" destId="{F088FF79-0D34-4357-8B3A-0705C600DA2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53F52C-821F-44F4-A288-5117E789C13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ACFA4B6-76BE-46FB-BDB7-AC90DC4FE7FA}">
      <dgm:prSet/>
      <dgm:spPr/>
      <dgm:t>
        <a:bodyPr/>
        <a:lstStyle/>
        <a:p>
          <a:r>
            <a:rPr lang="en-US"/>
            <a:t>Primärforschung: Daten neu erheben (Umfrage, Interview, Test, Beobachtung)</a:t>
          </a:r>
        </a:p>
      </dgm:t>
    </dgm:pt>
    <dgm:pt modelId="{04F895FB-1622-4E29-A991-50D6385C2EAE}" type="parTrans" cxnId="{5849827B-3964-436A-9162-0F78BAF8B563}">
      <dgm:prSet/>
      <dgm:spPr/>
      <dgm:t>
        <a:bodyPr/>
        <a:lstStyle/>
        <a:p>
          <a:endParaRPr lang="en-US"/>
        </a:p>
      </dgm:t>
    </dgm:pt>
    <dgm:pt modelId="{BD67B227-2493-4572-92F8-66440328B9E0}" type="sibTrans" cxnId="{5849827B-3964-436A-9162-0F78BAF8B563}">
      <dgm:prSet/>
      <dgm:spPr/>
      <dgm:t>
        <a:bodyPr/>
        <a:lstStyle/>
        <a:p>
          <a:endParaRPr lang="en-US"/>
        </a:p>
      </dgm:t>
    </dgm:pt>
    <dgm:pt modelId="{A64840D0-F34D-40F0-B931-7CA519DE4F58}">
      <dgm:prSet/>
      <dgm:spPr/>
      <dgm:t>
        <a:bodyPr/>
        <a:lstStyle/>
        <a:p>
          <a:r>
            <a:rPr lang="en-US"/>
            <a:t>Sekundärforschung: vorhandene Daten nutzen (Berichte, Statistiken, Studien)</a:t>
          </a:r>
        </a:p>
      </dgm:t>
    </dgm:pt>
    <dgm:pt modelId="{BB81E20F-E17B-4C4C-996E-BEACC943A96B}" type="parTrans" cxnId="{D4873F18-3B8F-477C-8451-BBA988DD23A9}">
      <dgm:prSet/>
      <dgm:spPr/>
      <dgm:t>
        <a:bodyPr/>
        <a:lstStyle/>
        <a:p>
          <a:endParaRPr lang="en-US"/>
        </a:p>
      </dgm:t>
    </dgm:pt>
    <dgm:pt modelId="{102436C9-355A-443E-87EE-9AF11B318756}" type="sibTrans" cxnId="{D4873F18-3B8F-477C-8451-BBA988DD23A9}">
      <dgm:prSet/>
      <dgm:spPr/>
      <dgm:t>
        <a:bodyPr/>
        <a:lstStyle/>
        <a:p>
          <a:endParaRPr lang="en-US"/>
        </a:p>
      </dgm:t>
    </dgm:pt>
    <dgm:pt modelId="{7B38327E-C801-496D-B2EB-E33B27321933}">
      <dgm:prSet/>
      <dgm:spPr/>
      <dgm:t>
        <a:bodyPr/>
        <a:lstStyle/>
        <a:p>
          <a:r>
            <a:rPr lang="en-US"/>
            <a:t>Praxis: erst Sekundär = Überblick, dann Primär = gezielte Antworten</a:t>
          </a:r>
        </a:p>
      </dgm:t>
    </dgm:pt>
    <dgm:pt modelId="{A551B089-9048-4AB9-9782-A51D694B51F6}" type="parTrans" cxnId="{00669936-226E-445D-A3FC-583B5823CCF1}">
      <dgm:prSet/>
      <dgm:spPr/>
      <dgm:t>
        <a:bodyPr/>
        <a:lstStyle/>
        <a:p>
          <a:endParaRPr lang="en-US"/>
        </a:p>
      </dgm:t>
    </dgm:pt>
    <dgm:pt modelId="{F7EBEFA4-75B2-4D71-B7B5-2224776D411B}" type="sibTrans" cxnId="{00669936-226E-445D-A3FC-583B5823CCF1}">
      <dgm:prSet/>
      <dgm:spPr/>
      <dgm:t>
        <a:bodyPr/>
        <a:lstStyle/>
        <a:p>
          <a:endParaRPr lang="en-US"/>
        </a:p>
      </dgm:t>
    </dgm:pt>
    <dgm:pt modelId="{2D66638E-6466-4DF3-8D60-4153D4C4CC1D}" type="pres">
      <dgm:prSet presAssocID="{0953F52C-821F-44F4-A288-5117E789C132}" presName="root" presStyleCnt="0">
        <dgm:presLayoutVars>
          <dgm:dir/>
          <dgm:resizeHandles val="exact"/>
        </dgm:presLayoutVars>
      </dgm:prSet>
      <dgm:spPr/>
    </dgm:pt>
    <dgm:pt modelId="{83E86495-B37C-4526-8C0F-D8598801FAD3}" type="pres">
      <dgm:prSet presAssocID="{DACFA4B6-76BE-46FB-BDB7-AC90DC4FE7FA}" presName="compNode" presStyleCnt="0"/>
      <dgm:spPr/>
    </dgm:pt>
    <dgm:pt modelId="{3A7CD098-A870-4FBE-B835-7EDFE2856DC9}" type="pres">
      <dgm:prSet presAssocID="{DACFA4B6-76BE-46FB-BDB7-AC90DC4FE7FA}" presName="bgRect" presStyleLbl="bgShp" presStyleIdx="0" presStyleCnt="3"/>
      <dgm:spPr/>
    </dgm:pt>
    <dgm:pt modelId="{0245E0C4-246D-49FF-B0C5-98567B1488A2}" type="pres">
      <dgm:prSet presAssocID="{DACFA4B6-76BE-46FB-BDB7-AC90DC4FE7F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F282D515-EE36-4A50-BED0-158D303EC250}" type="pres">
      <dgm:prSet presAssocID="{DACFA4B6-76BE-46FB-BDB7-AC90DC4FE7FA}" presName="spaceRect" presStyleCnt="0"/>
      <dgm:spPr/>
    </dgm:pt>
    <dgm:pt modelId="{255B41B3-E599-4EFE-95AF-04DC05B11885}" type="pres">
      <dgm:prSet presAssocID="{DACFA4B6-76BE-46FB-BDB7-AC90DC4FE7FA}" presName="parTx" presStyleLbl="revTx" presStyleIdx="0" presStyleCnt="3">
        <dgm:presLayoutVars>
          <dgm:chMax val="0"/>
          <dgm:chPref val="0"/>
        </dgm:presLayoutVars>
      </dgm:prSet>
      <dgm:spPr/>
    </dgm:pt>
    <dgm:pt modelId="{2DA473B9-5960-4025-A214-C3BF93784F85}" type="pres">
      <dgm:prSet presAssocID="{BD67B227-2493-4572-92F8-66440328B9E0}" presName="sibTrans" presStyleCnt="0"/>
      <dgm:spPr/>
    </dgm:pt>
    <dgm:pt modelId="{A8817EE9-D68F-4755-8B16-5566BC67C821}" type="pres">
      <dgm:prSet presAssocID="{A64840D0-F34D-40F0-B931-7CA519DE4F58}" presName="compNode" presStyleCnt="0"/>
      <dgm:spPr/>
    </dgm:pt>
    <dgm:pt modelId="{9968E1E5-BF79-46CE-AA14-99B95B2C9AD8}" type="pres">
      <dgm:prSet presAssocID="{A64840D0-F34D-40F0-B931-7CA519DE4F58}" presName="bgRect" presStyleLbl="bgShp" presStyleIdx="1" presStyleCnt="3"/>
      <dgm:spPr/>
    </dgm:pt>
    <dgm:pt modelId="{AF8567FB-908F-4C91-985F-BEE177FBAC78}" type="pres">
      <dgm:prSet presAssocID="{A64840D0-F34D-40F0-B931-7CA519DE4F5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72F8EB6B-A509-41F9-AF0D-C9FDEB68350D}" type="pres">
      <dgm:prSet presAssocID="{A64840D0-F34D-40F0-B931-7CA519DE4F58}" presName="spaceRect" presStyleCnt="0"/>
      <dgm:spPr/>
    </dgm:pt>
    <dgm:pt modelId="{6B3EAEB3-8485-41DA-A644-26D4E7790662}" type="pres">
      <dgm:prSet presAssocID="{A64840D0-F34D-40F0-B931-7CA519DE4F58}" presName="parTx" presStyleLbl="revTx" presStyleIdx="1" presStyleCnt="3">
        <dgm:presLayoutVars>
          <dgm:chMax val="0"/>
          <dgm:chPref val="0"/>
        </dgm:presLayoutVars>
      </dgm:prSet>
      <dgm:spPr/>
    </dgm:pt>
    <dgm:pt modelId="{870FC5D5-E15F-477A-BFE3-9EDA9398FDF3}" type="pres">
      <dgm:prSet presAssocID="{102436C9-355A-443E-87EE-9AF11B318756}" presName="sibTrans" presStyleCnt="0"/>
      <dgm:spPr/>
    </dgm:pt>
    <dgm:pt modelId="{736C8042-6348-440C-8907-9BEDCEEA45F5}" type="pres">
      <dgm:prSet presAssocID="{7B38327E-C801-496D-B2EB-E33B27321933}" presName="compNode" presStyleCnt="0"/>
      <dgm:spPr/>
    </dgm:pt>
    <dgm:pt modelId="{B5D3E1D3-2DB5-4DA8-8E1F-6F9BE9529A0B}" type="pres">
      <dgm:prSet presAssocID="{7B38327E-C801-496D-B2EB-E33B27321933}" presName="bgRect" presStyleLbl="bgShp" presStyleIdx="2" presStyleCnt="3"/>
      <dgm:spPr/>
    </dgm:pt>
    <dgm:pt modelId="{06399B4F-C32A-49C0-9D88-4C2DCB22FD53}" type="pres">
      <dgm:prSet presAssocID="{7B38327E-C801-496D-B2EB-E33B2732193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E7571C17-E958-4F8E-B7F4-23B9ECAE8D92}" type="pres">
      <dgm:prSet presAssocID="{7B38327E-C801-496D-B2EB-E33B27321933}" presName="spaceRect" presStyleCnt="0"/>
      <dgm:spPr/>
    </dgm:pt>
    <dgm:pt modelId="{ED5E1CCA-D405-454F-BDBA-A7D0E6F7CAAB}" type="pres">
      <dgm:prSet presAssocID="{7B38327E-C801-496D-B2EB-E33B2732193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D4873F18-3B8F-477C-8451-BBA988DD23A9}" srcId="{0953F52C-821F-44F4-A288-5117E789C132}" destId="{A64840D0-F34D-40F0-B931-7CA519DE4F58}" srcOrd="1" destOrd="0" parTransId="{BB81E20F-E17B-4C4C-996E-BEACC943A96B}" sibTransId="{102436C9-355A-443E-87EE-9AF11B318756}"/>
    <dgm:cxn modelId="{00669936-226E-445D-A3FC-583B5823CCF1}" srcId="{0953F52C-821F-44F4-A288-5117E789C132}" destId="{7B38327E-C801-496D-B2EB-E33B27321933}" srcOrd="2" destOrd="0" parTransId="{A551B089-9048-4AB9-9782-A51D694B51F6}" sibTransId="{F7EBEFA4-75B2-4D71-B7B5-2224776D411B}"/>
    <dgm:cxn modelId="{40CF4F38-E19C-4805-9414-0232F1E848A7}" type="presOf" srcId="{0953F52C-821F-44F4-A288-5117E789C132}" destId="{2D66638E-6466-4DF3-8D60-4153D4C4CC1D}" srcOrd="0" destOrd="0" presId="urn:microsoft.com/office/officeart/2018/2/layout/IconVerticalSolidList"/>
    <dgm:cxn modelId="{FE581A66-3DC0-44B6-AEEB-1FC5F827BF60}" type="presOf" srcId="{7B38327E-C801-496D-B2EB-E33B27321933}" destId="{ED5E1CCA-D405-454F-BDBA-A7D0E6F7CAAB}" srcOrd="0" destOrd="0" presId="urn:microsoft.com/office/officeart/2018/2/layout/IconVerticalSolidList"/>
    <dgm:cxn modelId="{5849827B-3964-436A-9162-0F78BAF8B563}" srcId="{0953F52C-821F-44F4-A288-5117E789C132}" destId="{DACFA4B6-76BE-46FB-BDB7-AC90DC4FE7FA}" srcOrd="0" destOrd="0" parTransId="{04F895FB-1622-4E29-A991-50D6385C2EAE}" sibTransId="{BD67B227-2493-4572-92F8-66440328B9E0}"/>
    <dgm:cxn modelId="{52C241A0-83EB-4480-B271-07D28D98A013}" type="presOf" srcId="{A64840D0-F34D-40F0-B931-7CA519DE4F58}" destId="{6B3EAEB3-8485-41DA-A644-26D4E7790662}" srcOrd="0" destOrd="0" presId="urn:microsoft.com/office/officeart/2018/2/layout/IconVerticalSolidList"/>
    <dgm:cxn modelId="{CE1692C5-1E9D-4C1F-BE76-CFEDD4F3CB77}" type="presOf" srcId="{DACFA4B6-76BE-46FB-BDB7-AC90DC4FE7FA}" destId="{255B41B3-E599-4EFE-95AF-04DC05B11885}" srcOrd="0" destOrd="0" presId="urn:microsoft.com/office/officeart/2018/2/layout/IconVerticalSolidList"/>
    <dgm:cxn modelId="{32D9A076-EC95-4BC0-AFB2-AE9A7DC03829}" type="presParOf" srcId="{2D66638E-6466-4DF3-8D60-4153D4C4CC1D}" destId="{83E86495-B37C-4526-8C0F-D8598801FAD3}" srcOrd="0" destOrd="0" presId="urn:microsoft.com/office/officeart/2018/2/layout/IconVerticalSolidList"/>
    <dgm:cxn modelId="{61383FA8-AC4E-4F0C-A2D6-A23E331FA1D7}" type="presParOf" srcId="{83E86495-B37C-4526-8C0F-D8598801FAD3}" destId="{3A7CD098-A870-4FBE-B835-7EDFE2856DC9}" srcOrd="0" destOrd="0" presId="urn:microsoft.com/office/officeart/2018/2/layout/IconVerticalSolidList"/>
    <dgm:cxn modelId="{736A178F-D921-42F3-B411-8706DF299B21}" type="presParOf" srcId="{83E86495-B37C-4526-8C0F-D8598801FAD3}" destId="{0245E0C4-246D-49FF-B0C5-98567B1488A2}" srcOrd="1" destOrd="0" presId="urn:microsoft.com/office/officeart/2018/2/layout/IconVerticalSolidList"/>
    <dgm:cxn modelId="{EF8094B4-58A0-428C-941D-2291D77E8C5D}" type="presParOf" srcId="{83E86495-B37C-4526-8C0F-D8598801FAD3}" destId="{F282D515-EE36-4A50-BED0-158D303EC250}" srcOrd="2" destOrd="0" presId="urn:microsoft.com/office/officeart/2018/2/layout/IconVerticalSolidList"/>
    <dgm:cxn modelId="{3DD98400-549A-4CBD-B509-6B0D9025F63B}" type="presParOf" srcId="{83E86495-B37C-4526-8C0F-D8598801FAD3}" destId="{255B41B3-E599-4EFE-95AF-04DC05B11885}" srcOrd="3" destOrd="0" presId="urn:microsoft.com/office/officeart/2018/2/layout/IconVerticalSolidList"/>
    <dgm:cxn modelId="{A0211A01-5067-4E84-9DFB-CAC495D02C4B}" type="presParOf" srcId="{2D66638E-6466-4DF3-8D60-4153D4C4CC1D}" destId="{2DA473B9-5960-4025-A214-C3BF93784F85}" srcOrd="1" destOrd="0" presId="urn:microsoft.com/office/officeart/2018/2/layout/IconVerticalSolidList"/>
    <dgm:cxn modelId="{5EBD791D-812C-49A9-B203-2C9443708464}" type="presParOf" srcId="{2D66638E-6466-4DF3-8D60-4153D4C4CC1D}" destId="{A8817EE9-D68F-4755-8B16-5566BC67C821}" srcOrd="2" destOrd="0" presId="urn:microsoft.com/office/officeart/2018/2/layout/IconVerticalSolidList"/>
    <dgm:cxn modelId="{CA4E5BEE-27C9-4259-9371-64C15E534004}" type="presParOf" srcId="{A8817EE9-D68F-4755-8B16-5566BC67C821}" destId="{9968E1E5-BF79-46CE-AA14-99B95B2C9AD8}" srcOrd="0" destOrd="0" presId="urn:microsoft.com/office/officeart/2018/2/layout/IconVerticalSolidList"/>
    <dgm:cxn modelId="{5A41B816-3123-4C30-9135-D17628E64CA5}" type="presParOf" srcId="{A8817EE9-D68F-4755-8B16-5566BC67C821}" destId="{AF8567FB-908F-4C91-985F-BEE177FBAC78}" srcOrd="1" destOrd="0" presId="urn:microsoft.com/office/officeart/2018/2/layout/IconVerticalSolidList"/>
    <dgm:cxn modelId="{4BB98439-7A82-4BF6-8A5B-0A0C6937F26D}" type="presParOf" srcId="{A8817EE9-D68F-4755-8B16-5566BC67C821}" destId="{72F8EB6B-A509-41F9-AF0D-C9FDEB68350D}" srcOrd="2" destOrd="0" presId="urn:microsoft.com/office/officeart/2018/2/layout/IconVerticalSolidList"/>
    <dgm:cxn modelId="{2DB1ED9E-054E-44D7-B5C8-D53E3992DC43}" type="presParOf" srcId="{A8817EE9-D68F-4755-8B16-5566BC67C821}" destId="{6B3EAEB3-8485-41DA-A644-26D4E7790662}" srcOrd="3" destOrd="0" presId="urn:microsoft.com/office/officeart/2018/2/layout/IconVerticalSolidList"/>
    <dgm:cxn modelId="{40C59CD7-CD89-4BC5-AD27-890D9018C8DA}" type="presParOf" srcId="{2D66638E-6466-4DF3-8D60-4153D4C4CC1D}" destId="{870FC5D5-E15F-477A-BFE3-9EDA9398FDF3}" srcOrd="3" destOrd="0" presId="urn:microsoft.com/office/officeart/2018/2/layout/IconVerticalSolidList"/>
    <dgm:cxn modelId="{463A56D3-A03B-465B-BCE2-9653308A4FA0}" type="presParOf" srcId="{2D66638E-6466-4DF3-8D60-4153D4C4CC1D}" destId="{736C8042-6348-440C-8907-9BEDCEEA45F5}" srcOrd="4" destOrd="0" presId="urn:microsoft.com/office/officeart/2018/2/layout/IconVerticalSolidList"/>
    <dgm:cxn modelId="{28743DEF-4DFB-465D-BDFE-F63C034E7BFF}" type="presParOf" srcId="{736C8042-6348-440C-8907-9BEDCEEA45F5}" destId="{B5D3E1D3-2DB5-4DA8-8E1F-6F9BE9529A0B}" srcOrd="0" destOrd="0" presId="urn:microsoft.com/office/officeart/2018/2/layout/IconVerticalSolidList"/>
    <dgm:cxn modelId="{002B5907-C356-4E2B-A286-51D793C7B68D}" type="presParOf" srcId="{736C8042-6348-440C-8907-9BEDCEEA45F5}" destId="{06399B4F-C32A-49C0-9D88-4C2DCB22FD53}" srcOrd="1" destOrd="0" presId="urn:microsoft.com/office/officeart/2018/2/layout/IconVerticalSolidList"/>
    <dgm:cxn modelId="{3C2B1E94-D249-4042-B257-3AB14DF2D94D}" type="presParOf" srcId="{736C8042-6348-440C-8907-9BEDCEEA45F5}" destId="{E7571C17-E958-4F8E-B7F4-23B9ECAE8D92}" srcOrd="2" destOrd="0" presId="urn:microsoft.com/office/officeart/2018/2/layout/IconVerticalSolidList"/>
    <dgm:cxn modelId="{DFF571A5-7BCF-4B14-8996-3B3CBFB9171A}" type="presParOf" srcId="{736C8042-6348-440C-8907-9BEDCEEA45F5}" destId="{ED5E1CCA-D405-454F-BDBA-A7D0E6F7CA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A86453-D9BA-4942-9200-113A2BB16822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B55DF20-8C87-4AB2-85A9-8C6AACB5050C}">
      <dgm:prSet/>
      <dgm:spPr/>
      <dgm:t>
        <a:bodyPr/>
        <a:lstStyle/>
        <a:p>
          <a:r>
            <a:rPr lang="en-US"/>
            <a:t>Bisher: Schwerpunkt auf Print/Druckprodukten</a:t>
          </a:r>
        </a:p>
      </dgm:t>
    </dgm:pt>
    <dgm:pt modelId="{B27FE030-2417-4854-B6F9-2A7C6DCB5852}" type="parTrans" cxnId="{202A03F9-4C3D-4669-AF11-97D432EC5A74}">
      <dgm:prSet/>
      <dgm:spPr/>
      <dgm:t>
        <a:bodyPr/>
        <a:lstStyle/>
        <a:p>
          <a:endParaRPr lang="en-US"/>
        </a:p>
      </dgm:t>
    </dgm:pt>
    <dgm:pt modelId="{92C849C2-42B7-46B1-9D63-C949FCAC3878}" type="sibTrans" cxnId="{202A03F9-4C3D-4669-AF11-97D432EC5A74}">
      <dgm:prSet/>
      <dgm:spPr/>
      <dgm:t>
        <a:bodyPr/>
        <a:lstStyle/>
        <a:p>
          <a:endParaRPr lang="en-US"/>
        </a:p>
      </dgm:t>
    </dgm:pt>
    <dgm:pt modelId="{0546602A-133A-4FEE-A72B-5DCE83FD341F}">
      <dgm:prSet/>
      <dgm:spPr/>
      <dgm:t>
        <a:bodyPr/>
        <a:lstStyle/>
        <a:p>
          <a:r>
            <a:rPr lang="en-US"/>
            <a:t>Markt ändert sich: Medien werden digital (Apps, Smartphones, Tablets)</a:t>
          </a:r>
        </a:p>
      </dgm:t>
    </dgm:pt>
    <dgm:pt modelId="{AD8F6B0A-066D-4679-99F8-DD41FD985585}" type="parTrans" cxnId="{9EA1A66C-2F18-46D7-BF9C-C74DB63D4E27}">
      <dgm:prSet/>
      <dgm:spPr/>
      <dgm:t>
        <a:bodyPr/>
        <a:lstStyle/>
        <a:p>
          <a:endParaRPr lang="en-US"/>
        </a:p>
      </dgm:t>
    </dgm:pt>
    <dgm:pt modelId="{7B70FFEF-1F46-4D56-9FE3-6352EAC8DC76}" type="sibTrans" cxnId="{9EA1A66C-2F18-46D7-BF9C-C74DB63D4E27}">
      <dgm:prSet/>
      <dgm:spPr/>
      <dgm:t>
        <a:bodyPr/>
        <a:lstStyle/>
        <a:p>
          <a:endParaRPr lang="en-US"/>
        </a:p>
      </dgm:t>
    </dgm:pt>
    <dgm:pt modelId="{FB6C5984-0B40-4540-A87A-00103B660F0F}">
      <dgm:prSet/>
      <dgm:spPr/>
      <dgm:t>
        <a:bodyPr/>
        <a:lstStyle/>
        <a:p>
          <a:r>
            <a:rPr lang="en-US"/>
            <a:t>Ziel: neue, rein digitale Bereiche aufbauen (wenig Erfahrung/Kompetenz)</a:t>
          </a:r>
        </a:p>
      </dgm:t>
    </dgm:pt>
    <dgm:pt modelId="{9EF47F95-69FD-47A0-91C5-027F50B3AF51}" type="parTrans" cxnId="{18F7F10E-1699-4A97-94C7-DFA92428B760}">
      <dgm:prSet/>
      <dgm:spPr/>
      <dgm:t>
        <a:bodyPr/>
        <a:lstStyle/>
        <a:p>
          <a:endParaRPr lang="en-US"/>
        </a:p>
      </dgm:t>
    </dgm:pt>
    <dgm:pt modelId="{CA19B65C-5137-4D3C-A0BF-83927ED08BAC}" type="sibTrans" cxnId="{18F7F10E-1699-4A97-94C7-DFA92428B760}">
      <dgm:prSet/>
      <dgm:spPr/>
      <dgm:t>
        <a:bodyPr/>
        <a:lstStyle/>
        <a:p>
          <a:endParaRPr lang="en-US"/>
        </a:p>
      </dgm:t>
    </dgm:pt>
    <dgm:pt modelId="{D190B2C0-33CA-4282-BA54-EF631C3D4E0D}">
      <dgm:prSet/>
      <dgm:spPr/>
      <dgm:t>
        <a:bodyPr/>
        <a:lstStyle/>
        <a:p>
          <a:r>
            <a:rPr lang="en-US"/>
            <a:t>Dafür braucht es: Analyse von Wettbewerb + Kundenbedürfnissen</a:t>
          </a:r>
        </a:p>
      </dgm:t>
    </dgm:pt>
    <dgm:pt modelId="{ABB8FC60-B040-4E8F-BDD0-790EF598D770}" type="parTrans" cxnId="{28BB76F3-F17F-4691-B3D5-623113D942FB}">
      <dgm:prSet/>
      <dgm:spPr/>
      <dgm:t>
        <a:bodyPr/>
        <a:lstStyle/>
        <a:p>
          <a:endParaRPr lang="en-US"/>
        </a:p>
      </dgm:t>
    </dgm:pt>
    <dgm:pt modelId="{9EF9369D-61A7-4D9D-AF7D-4F0B746D20EE}" type="sibTrans" cxnId="{28BB76F3-F17F-4691-B3D5-623113D942FB}">
      <dgm:prSet/>
      <dgm:spPr/>
      <dgm:t>
        <a:bodyPr/>
        <a:lstStyle/>
        <a:p>
          <a:endParaRPr lang="en-US"/>
        </a:p>
      </dgm:t>
    </dgm:pt>
    <dgm:pt modelId="{62A639D8-EC96-4F79-B732-62D692B7B244}" type="pres">
      <dgm:prSet presAssocID="{51A86453-D9BA-4942-9200-113A2BB16822}" presName="linear" presStyleCnt="0">
        <dgm:presLayoutVars>
          <dgm:animLvl val="lvl"/>
          <dgm:resizeHandles val="exact"/>
        </dgm:presLayoutVars>
      </dgm:prSet>
      <dgm:spPr/>
    </dgm:pt>
    <dgm:pt modelId="{2F3E277E-8957-4A4E-A580-9D998C14E03E}" type="pres">
      <dgm:prSet presAssocID="{6B55DF20-8C87-4AB2-85A9-8C6AACB5050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714371A-E557-42C4-8BE5-DC88AEC5695F}" type="pres">
      <dgm:prSet presAssocID="{92C849C2-42B7-46B1-9D63-C949FCAC3878}" presName="spacer" presStyleCnt="0"/>
      <dgm:spPr/>
    </dgm:pt>
    <dgm:pt modelId="{E16CEC39-D0A4-4445-B104-C9B11E4A0843}" type="pres">
      <dgm:prSet presAssocID="{0546602A-133A-4FEE-A72B-5DCE83FD341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DECB884-9570-4D81-837A-1566D73EF589}" type="pres">
      <dgm:prSet presAssocID="{7B70FFEF-1F46-4D56-9FE3-6352EAC8DC76}" presName="spacer" presStyleCnt="0"/>
      <dgm:spPr/>
    </dgm:pt>
    <dgm:pt modelId="{8467EB75-D52B-41C2-97D0-F93C3B8469F8}" type="pres">
      <dgm:prSet presAssocID="{FB6C5984-0B40-4540-A87A-00103B660F0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9815968-6A68-4EE1-B4EF-4D79085EF38B}" type="pres">
      <dgm:prSet presAssocID="{CA19B65C-5137-4D3C-A0BF-83927ED08BAC}" presName="spacer" presStyleCnt="0"/>
      <dgm:spPr/>
    </dgm:pt>
    <dgm:pt modelId="{C6F4FF6F-8396-48F5-A52B-F1CC1C59C464}" type="pres">
      <dgm:prSet presAssocID="{D190B2C0-33CA-4282-BA54-EF631C3D4E0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D0FC203-AF9A-4D1B-967F-ED728939D650}" type="presOf" srcId="{D190B2C0-33CA-4282-BA54-EF631C3D4E0D}" destId="{C6F4FF6F-8396-48F5-A52B-F1CC1C59C464}" srcOrd="0" destOrd="0" presId="urn:microsoft.com/office/officeart/2005/8/layout/vList2"/>
    <dgm:cxn modelId="{18F7F10E-1699-4A97-94C7-DFA92428B760}" srcId="{51A86453-D9BA-4942-9200-113A2BB16822}" destId="{FB6C5984-0B40-4540-A87A-00103B660F0F}" srcOrd="2" destOrd="0" parTransId="{9EF47F95-69FD-47A0-91C5-027F50B3AF51}" sibTransId="{CA19B65C-5137-4D3C-A0BF-83927ED08BAC}"/>
    <dgm:cxn modelId="{01837027-D3D0-44BF-875C-80B7B1D13883}" type="presOf" srcId="{FB6C5984-0B40-4540-A87A-00103B660F0F}" destId="{8467EB75-D52B-41C2-97D0-F93C3B8469F8}" srcOrd="0" destOrd="0" presId="urn:microsoft.com/office/officeart/2005/8/layout/vList2"/>
    <dgm:cxn modelId="{9EA1A66C-2F18-46D7-BF9C-C74DB63D4E27}" srcId="{51A86453-D9BA-4942-9200-113A2BB16822}" destId="{0546602A-133A-4FEE-A72B-5DCE83FD341F}" srcOrd="1" destOrd="0" parTransId="{AD8F6B0A-066D-4679-99F8-DD41FD985585}" sibTransId="{7B70FFEF-1F46-4D56-9FE3-6352EAC8DC76}"/>
    <dgm:cxn modelId="{4D216F83-6AA4-4C98-9F0A-CC4EDB2E9706}" type="presOf" srcId="{0546602A-133A-4FEE-A72B-5DCE83FD341F}" destId="{E16CEC39-D0A4-4445-B104-C9B11E4A0843}" srcOrd="0" destOrd="0" presId="urn:microsoft.com/office/officeart/2005/8/layout/vList2"/>
    <dgm:cxn modelId="{D78141A8-5017-478A-AE5A-1E51375AD0A0}" type="presOf" srcId="{6B55DF20-8C87-4AB2-85A9-8C6AACB5050C}" destId="{2F3E277E-8957-4A4E-A580-9D998C14E03E}" srcOrd="0" destOrd="0" presId="urn:microsoft.com/office/officeart/2005/8/layout/vList2"/>
    <dgm:cxn modelId="{411270B4-6203-4505-B62E-B15DD8904652}" type="presOf" srcId="{51A86453-D9BA-4942-9200-113A2BB16822}" destId="{62A639D8-EC96-4F79-B732-62D692B7B244}" srcOrd="0" destOrd="0" presId="urn:microsoft.com/office/officeart/2005/8/layout/vList2"/>
    <dgm:cxn modelId="{28BB76F3-F17F-4691-B3D5-623113D942FB}" srcId="{51A86453-D9BA-4942-9200-113A2BB16822}" destId="{D190B2C0-33CA-4282-BA54-EF631C3D4E0D}" srcOrd="3" destOrd="0" parTransId="{ABB8FC60-B040-4E8F-BDD0-790EF598D770}" sibTransId="{9EF9369D-61A7-4D9D-AF7D-4F0B746D20EE}"/>
    <dgm:cxn modelId="{202A03F9-4C3D-4669-AF11-97D432EC5A74}" srcId="{51A86453-D9BA-4942-9200-113A2BB16822}" destId="{6B55DF20-8C87-4AB2-85A9-8C6AACB5050C}" srcOrd="0" destOrd="0" parTransId="{B27FE030-2417-4854-B6F9-2A7C6DCB5852}" sibTransId="{92C849C2-42B7-46B1-9D63-C949FCAC3878}"/>
    <dgm:cxn modelId="{F0E4F9C3-0AC4-4467-81BB-9D61280A4077}" type="presParOf" srcId="{62A639D8-EC96-4F79-B732-62D692B7B244}" destId="{2F3E277E-8957-4A4E-A580-9D998C14E03E}" srcOrd="0" destOrd="0" presId="urn:microsoft.com/office/officeart/2005/8/layout/vList2"/>
    <dgm:cxn modelId="{BC34057E-E898-494B-AF13-211ADFEC913B}" type="presParOf" srcId="{62A639D8-EC96-4F79-B732-62D692B7B244}" destId="{9714371A-E557-42C4-8BE5-DC88AEC5695F}" srcOrd="1" destOrd="0" presId="urn:microsoft.com/office/officeart/2005/8/layout/vList2"/>
    <dgm:cxn modelId="{36F99746-1497-4E2A-86E4-5400BE3C235A}" type="presParOf" srcId="{62A639D8-EC96-4F79-B732-62D692B7B244}" destId="{E16CEC39-D0A4-4445-B104-C9B11E4A0843}" srcOrd="2" destOrd="0" presId="urn:microsoft.com/office/officeart/2005/8/layout/vList2"/>
    <dgm:cxn modelId="{73CC97C8-3F53-474F-BA75-B580D00E6964}" type="presParOf" srcId="{62A639D8-EC96-4F79-B732-62D692B7B244}" destId="{FDECB884-9570-4D81-837A-1566D73EF589}" srcOrd="3" destOrd="0" presId="urn:microsoft.com/office/officeart/2005/8/layout/vList2"/>
    <dgm:cxn modelId="{194967CF-256E-48F2-9F62-CF92DADDF2F4}" type="presParOf" srcId="{62A639D8-EC96-4F79-B732-62D692B7B244}" destId="{8467EB75-D52B-41C2-97D0-F93C3B8469F8}" srcOrd="4" destOrd="0" presId="urn:microsoft.com/office/officeart/2005/8/layout/vList2"/>
    <dgm:cxn modelId="{1D392F33-E62F-499A-8570-3776F7E26F20}" type="presParOf" srcId="{62A639D8-EC96-4F79-B732-62D692B7B244}" destId="{79815968-6A68-4EE1-B4EF-4D79085EF38B}" srcOrd="5" destOrd="0" presId="urn:microsoft.com/office/officeart/2005/8/layout/vList2"/>
    <dgm:cxn modelId="{9501D474-29CE-4B28-95FB-8FB5D4914DA0}" type="presParOf" srcId="{62A639D8-EC96-4F79-B732-62D692B7B244}" destId="{C6F4FF6F-8396-48F5-A52B-F1CC1C59C46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8725D0-379E-4928-90F3-F95E56117FCC}">
      <dsp:nvSpPr>
        <dsp:cNvPr id="0" name=""/>
        <dsp:cNvSpPr/>
      </dsp:nvSpPr>
      <dsp:spPr>
        <a:xfrm>
          <a:off x="0" y="665190"/>
          <a:ext cx="9618133" cy="122804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566860-9591-419B-913F-C746B77C7A9D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0F082-299C-4522-A113-14E23F85C821}">
      <dsp:nvSpPr>
        <dsp:cNvPr id="0" name=""/>
        <dsp:cNvSpPr/>
      </dsp:nvSpPr>
      <dsp:spPr>
        <a:xfrm>
          <a:off x="1418391" y="665190"/>
          <a:ext cx="8199741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Marktforschung: Infos über Markt, Kunden und Wettbewerb sammeln</a:t>
          </a:r>
        </a:p>
      </dsp:txBody>
      <dsp:txXfrm>
        <a:off x="1418391" y="665190"/>
        <a:ext cx="8199741" cy="1228044"/>
      </dsp:txXfrm>
    </dsp:sp>
    <dsp:sp modelId="{B7078674-7B59-4123-8E61-31785B1C2DE6}">
      <dsp:nvSpPr>
        <dsp:cNvPr id="0" name=""/>
        <dsp:cNvSpPr/>
      </dsp:nvSpPr>
      <dsp:spPr>
        <a:xfrm>
          <a:off x="0" y="2200246"/>
          <a:ext cx="9618133" cy="122804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E6E7D3-4517-4DDA-A072-57B22D0E1ABC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8FF79-0D34-4357-8B3A-0705C600DA2A}">
      <dsp:nvSpPr>
        <dsp:cNvPr id="0" name=""/>
        <dsp:cNvSpPr/>
      </dsp:nvSpPr>
      <dsp:spPr>
        <a:xfrm>
          <a:off x="1418391" y="2200246"/>
          <a:ext cx="8199741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Ziel: bessere Entscheidungen, weniger Risiko</a:t>
          </a:r>
        </a:p>
      </dsp:txBody>
      <dsp:txXfrm>
        <a:off x="1418391" y="2200246"/>
        <a:ext cx="8199741" cy="12280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7CD098-A870-4FBE-B835-7EDFE2856DC9}">
      <dsp:nvSpPr>
        <dsp:cNvPr id="0" name=""/>
        <dsp:cNvSpPr/>
      </dsp:nvSpPr>
      <dsp:spPr>
        <a:xfrm>
          <a:off x="0" y="499"/>
          <a:ext cx="9618133" cy="1169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45E0C4-246D-49FF-B0C5-98567B1488A2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5B41B3-E599-4EFE-95AF-04DC05B11885}">
      <dsp:nvSpPr>
        <dsp:cNvPr id="0" name=""/>
        <dsp:cNvSpPr/>
      </dsp:nvSpPr>
      <dsp:spPr>
        <a:xfrm>
          <a:off x="1350519" y="499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Primärforschung: Daten neu erheben (Umfrage, Interview, Test, Beobachtung)</a:t>
          </a:r>
        </a:p>
      </dsp:txBody>
      <dsp:txXfrm>
        <a:off x="1350519" y="499"/>
        <a:ext cx="8267613" cy="1169280"/>
      </dsp:txXfrm>
    </dsp:sp>
    <dsp:sp modelId="{9968E1E5-BF79-46CE-AA14-99B95B2C9AD8}">
      <dsp:nvSpPr>
        <dsp:cNvPr id="0" name=""/>
        <dsp:cNvSpPr/>
      </dsp:nvSpPr>
      <dsp:spPr>
        <a:xfrm>
          <a:off x="0" y="1462100"/>
          <a:ext cx="9618133" cy="1169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567FB-908F-4C91-985F-BEE177FBAC78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EAEB3-8485-41DA-A644-26D4E7790662}">
      <dsp:nvSpPr>
        <dsp:cNvPr id="0" name=""/>
        <dsp:cNvSpPr/>
      </dsp:nvSpPr>
      <dsp:spPr>
        <a:xfrm>
          <a:off x="1350519" y="1462100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Sekundärforschung: vorhandene Daten nutzen (Berichte, Statistiken, Studien)</a:t>
          </a:r>
        </a:p>
      </dsp:txBody>
      <dsp:txXfrm>
        <a:off x="1350519" y="1462100"/>
        <a:ext cx="8267613" cy="1169280"/>
      </dsp:txXfrm>
    </dsp:sp>
    <dsp:sp modelId="{B5D3E1D3-2DB5-4DA8-8E1F-6F9BE9529A0B}">
      <dsp:nvSpPr>
        <dsp:cNvPr id="0" name=""/>
        <dsp:cNvSpPr/>
      </dsp:nvSpPr>
      <dsp:spPr>
        <a:xfrm>
          <a:off x="0" y="2923701"/>
          <a:ext cx="9618133" cy="1169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99B4F-C32A-49C0-9D88-4C2DCB22FD53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5E1CCA-D405-454F-BDBA-A7D0E6F7CAAB}">
      <dsp:nvSpPr>
        <dsp:cNvPr id="0" name=""/>
        <dsp:cNvSpPr/>
      </dsp:nvSpPr>
      <dsp:spPr>
        <a:xfrm>
          <a:off x="1350519" y="2923701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Praxis: erst Sekundär = Überblick, dann Primär = gezielte Antworten</a:t>
          </a:r>
        </a:p>
      </dsp:txBody>
      <dsp:txXfrm>
        <a:off x="1350519" y="2923701"/>
        <a:ext cx="8267613" cy="11692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3E277E-8957-4A4E-A580-9D998C14E03E}">
      <dsp:nvSpPr>
        <dsp:cNvPr id="0" name=""/>
        <dsp:cNvSpPr/>
      </dsp:nvSpPr>
      <dsp:spPr>
        <a:xfrm>
          <a:off x="0" y="288210"/>
          <a:ext cx="6628804" cy="104247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Bisher: Schwerpunkt auf Print/Druckprodukten</a:t>
          </a:r>
        </a:p>
      </dsp:txBody>
      <dsp:txXfrm>
        <a:off x="50889" y="339099"/>
        <a:ext cx="6527026" cy="940692"/>
      </dsp:txXfrm>
    </dsp:sp>
    <dsp:sp modelId="{E16CEC39-D0A4-4445-B104-C9B11E4A0843}">
      <dsp:nvSpPr>
        <dsp:cNvPr id="0" name=""/>
        <dsp:cNvSpPr/>
      </dsp:nvSpPr>
      <dsp:spPr>
        <a:xfrm>
          <a:off x="0" y="1408440"/>
          <a:ext cx="6628804" cy="1042470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Markt ändert sich: Medien werden digital (Apps, Smartphones, Tablets)</a:t>
          </a:r>
        </a:p>
      </dsp:txBody>
      <dsp:txXfrm>
        <a:off x="50889" y="1459329"/>
        <a:ext cx="6527026" cy="940692"/>
      </dsp:txXfrm>
    </dsp:sp>
    <dsp:sp modelId="{8467EB75-D52B-41C2-97D0-F93C3B8469F8}">
      <dsp:nvSpPr>
        <dsp:cNvPr id="0" name=""/>
        <dsp:cNvSpPr/>
      </dsp:nvSpPr>
      <dsp:spPr>
        <a:xfrm>
          <a:off x="0" y="2528670"/>
          <a:ext cx="6628804" cy="1042470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Ziel: neue, rein digitale Bereiche aufbauen (wenig Erfahrung/Kompetenz)</a:t>
          </a:r>
        </a:p>
      </dsp:txBody>
      <dsp:txXfrm>
        <a:off x="50889" y="2579559"/>
        <a:ext cx="6527026" cy="940692"/>
      </dsp:txXfrm>
    </dsp:sp>
    <dsp:sp modelId="{C6F4FF6F-8396-48F5-A52B-F1CC1C59C464}">
      <dsp:nvSpPr>
        <dsp:cNvPr id="0" name=""/>
        <dsp:cNvSpPr/>
      </dsp:nvSpPr>
      <dsp:spPr>
        <a:xfrm>
          <a:off x="0" y="3648900"/>
          <a:ext cx="6628804" cy="104247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Dafür braucht es: Analyse von Wettbewerb + Kundenbedürfnissen</a:t>
          </a:r>
        </a:p>
      </dsp:txBody>
      <dsp:txXfrm>
        <a:off x="50889" y="3699789"/>
        <a:ext cx="6527026" cy="9406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6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14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2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400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35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31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1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9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99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5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0892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61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007752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366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3166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8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608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179DE42-5613-4B35-A1E6-6CCBAA13C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898B32-3891-4C3A-8F58-C5969D2E9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48300" y="0"/>
            <a:ext cx="1219200" cy="6858000"/>
          </a:xfrm>
          <a:prstGeom prst="line">
            <a:avLst/>
          </a:prstGeom>
          <a:ln w="952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E4806D-B8F9-4679-A68A-9BD21C01A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7175" y="3681413"/>
            <a:ext cx="4763558" cy="3176587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23">
            <a:extLst>
              <a:ext uri="{FF2B5EF4-FFF2-40B4-BE49-F238E27FC236}">
                <a16:creationId xmlns:a16="http://schemas.microsoft.com/office/drawing/2014/main" id="{52FB45E9-914E-4471-AC87-E475CD5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58764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C310626D-5743-49D4-8F7D-88C4F8F05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80730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3C195FC1-B568-4C72-9902-34CB35DDD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9621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0" name="Rectangle 27">
            <a:extLst>
              <a:ext uri="{FF2B5EF4-FFF2-40B4-BE49-F238E27FC236}">
                <a16:creationId xmlns:a16="http://schemas.microsoft.com/office/drawing/2014/main" id="{EF2BDF77-362C-43F0-8CBB-A969EC2AE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11788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BE96B01-3929-432D-B8C2-ADBCB74C2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48954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A6FCDE6-CDE2-4C51-B18E-A95CFB679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6287" y="-8467"/>
            <a:ext cx="9175713" cy="6866467"/>
          </a:xfrm>
          <a:custGeom>
            <a:avLst/>
            <a:gdLst>
              <a:gd name="connsiteX0" fmla="*/ 0 w 9175713"/>
              <a:gd name="connsiteY0" fmla="*/ 0 h 6866467"/>
              <a:gd name="connsiteX1" fmla="*/ 1249825 w 9175713"/>
              <a:gd name="connsiteY1" fmla="*/ 0 h 6866467"/>
              <a:gd name="connsiteX2" fmla="*/ 1249825 w 9175713"/>
              <a:gd name="connsiteY2" fmla="*/ 8467 h 6866467"/>
              <a:gd name="connsiteX3" fmla="*/ 9175713 w 9175713"/>
              <a:gd name="connsiteY3" fmla="*/ 8467 h 6866467"/>
              <a:gd name="connsiteX4" fmla="*/ 9175713 w 9175713"/>
              <a:gd name="connsiteY4" fmla="*/ 6866467 h 6866467"/>
              <a:gd name="connsiteX5" fmla="*/ 1249825 w 9175713"/>
              <a:gd name="connsiteY5" fmla="*/ 6866467 h 6866467"/>
              <a:gd name="connsiteX6" fmla="*/ 1109382 w 9175713"/>
              <a:gd name="connsiteY6" fmla="*/ 6866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175713" h="6866467">
                <a:moveTo>
                  <a:pt x="0" y="0"/>
                </a:moveTo>
                <a:lnTo>
                  <a:pt x="1249825" y="0"/>
                </a:lnTo>
                <a:lnTo>
                  <a:pt x="1249825" y="8467"/>
                </a:lnTo>
                <a:lnTo>
                  <a:pt x="9175713" y="8467"/>
                </a:lnTo>
                <a:lnTo>
                  <a:pt x="9175713" y="6866467"/>
                </a:lnTo>
                <a:lnTo>
                  <a:pt x="1249825" y="6866467"/>
                </a:lnTo>
                <a:lnTo>
                  <a:pt x="1109382" y="6866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AC8DFAA-E979-0F49-3275-34BF9782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19136" y="1020871"/>
            <a:ext cx="6960759" cy="2849671"/>
          </a:xfrm>
        </p:spPr>
        <p:txBody>
          <a:bodyPr>
            <a:normAutofit/>
          </a:bodyPr>
          <a:lstStyle/>
          <a:p>
            <a:pPr algn="l"/>
            <a:r>
              <a:rPr lang="de-DE" sz="6000">
                <a:solidFill>
                  <a:srgbClr val="FFFFFF"/>
                </a:solidFill>
              </a:rPr>
              <a:t>Primär- &amp; Sekundärforschung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471E69-E44A-6B01-1D5A-98AA5D8FA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8104" y="3962088"/>
            <a:ext cx="6112077" cy="1186108"/>
          </a:xfrm>
        </p:spPr>
        <p:txBody>
          <a:bodyPr>
            <a:normAutofit/>
          </a:bodyPr>
          <a:lstStyle/>
          <a:p>
            <a:pPr algn="l"/>
            <a:r>
              <a:rPr lang="de-DE">
                <a:solidFill>
                  <a:srgbClr val="FFFFFF">
                    <a:alpha val="70000"/>
                  </a:srgbClr>
                </a:solidFill>
              </a:rPr>
              <a:t>Von Michel, Farid und Dima</a:t>
            </a:r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9D2E8756-2465-473A-BA2A-2DB1D6224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062562" y="3271487"/>
            <a:ext cx="220660" cy="186439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596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dirty="0" err="1"/>
              <a:t>Primär</a:t>
            </a:r>
            <a:r>
              <a:t>- &amp; Sekundärforschung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253C95-1ABB-9528-2AD0-B6976EBAA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4880206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de-DE"/>
              <a:t>Definitionen &amp; Grundidee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6598BE-DD05-5A75-5F3E-F2F4337AF7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20186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de-DE" sz="2800"/>
              <a:t>Fallbeispiel: Medienunternehmen (Ausgangslage)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354556-93CA-68AD-F448-7684867E4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881455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dirty="0"/>
              <a:t>Modell anwenden im Fallbeispiel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DE" sz="2000" dirty="0"/>
              <a:t>Sekundärforschung (vorhandene Daten) </a:t>
            </a:r>
          </a:p>
          <a:p>
            <a:pPr lvl="1"/>
            <a:r>
              <a:rPr lang="de-DE" sz="1800" dirty="0"/>
              <a:t>Intern: Abo-/Umsatz-Trends, Kündigungen, Service-/Vertriebsfeedback, App/Website-Nutzungsdaten</a:t>
            </a:r>
          </a:p>
          <a:p>
            <a:pPr lvl="1"/>
            <a:r>
              <a:rPr lang="de-DE" sz="1800" dirty="0"/>
              <a:t>Extern: Markt-/Branchenstudien, Trends, Wettbewerber &amp; Substitute (z. B. Plattformen/Streaming)</a:t>
            </a:r>
          </a:p>
          <a:p>
            <a:r>
              <a:rPr lang="de-DE" sz="2000" dirty="0"/>
              <a:t>Primärforschung (eigene Erhebung) </a:t>
            </a:r>
          </a:p>
          <a:p>
            <a:pPr lvl="1"/>
            <a:r>
              <a:rPr lang="de-DE" sz="1800" dirty="0"/>
              <a:t>Online-Umfrage: Bedürfnisse, Zahlungsbereitschaft, Wechselgründe</a:t>
            </a:r>
          </a:p>
          <a:p>
            <a:pPr lvl="1"/>
            <a:r>
              <a:rPr lang="de-DE" sz="1800" dirty="0"/>
              <a:t>Interviews/Fokusgruppen: Motive &amp; Erwartungen verstehen (das „Warum“)</a:t>
            </a:r>
          </a:p>
          <a:p>
            <a:pPr lvl="1"/>
            <a:r>
              <a:rPr lang="de-DE" sz="1800" dirty="0"/>
              <a:t>Usability-Tests: Bedienbarkeit von App/Website beobachten</a:t>
            </a:r>
          </a:p>
          <a:p>
            <a:pPr lvl="1"/>
            <a:r>
              <a:rPr lang="de-DE" sz="1800" dirty="0"/>
              <a:t>Prototyp-Tests: Angebot früh testen und optimieren</a:t>
            </a:r>
          </a:p>
          <a:p>
            <a:r>
              <a:rPr lang="de-DE" sz="2000" dirty="0"/>
              <a:t>Output: Entscheidung &amp; Umsetzung</a:t>
            </a:r>
          </a:p>
          <a:p>
            <a:pPr lvl="1"/>
            <a:r>
              <a:rPr lang="de-DE" sz="1800" dirty="0"/>
              <a:t>Digitales Produkt/Angebot, Preis- &amp; Abo-Modell, Zielgruppe und Positionierung ableiten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FD0FC0C-34F0-E5F2-8025-9DE707614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10807093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sz="4400" dirty="0"/>
              <a:t>Vielen Dank für Ihre Aufmerksamkeit!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228</Words>
  <Application>Microsoft Office PowerPoint</Application>
  <PresentationFormat>Breitbild</PresentationFormat>
  <Paragraphs>26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Facette</vt:lpstr>
      <vt:lpstr>Primär- &amp; Sekundärforschung</vt:lpstr>
      <vt:lpstr>Primär- &amp; Sekundärforschung</vt:lpstr>
      <vt:lpstr>Definitionen &amp; Grundidee</vt:lpstr>
      <vt:lpstr>Fallbeispiel: Medienunternehmen (Ausgangslage)</vt:lpstr>
      <vt:lpstr>Modell anwenden im Fallbeispiel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Dima Becker</cp:lastModifiedBy>
  <cp:revision>6</cp:revision>
  <dcterms:created xsi:type="dcterms:W3CDTF">2013-01-27T09:14:16Z</dcterms:created>
  <dcterms:modified xsi:type="dcterms:W3CDTF">2026-02-09T18:59:09Z</dcterms:modified>
  <cp:category/>
</cp:coreProperties>
</file>