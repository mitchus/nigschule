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57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82B98-708E-7C60-1BEB-992E1B97F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4D47748-D2A5-3AC0-3406-2BC9AD35D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DE249-0F94-4D70-1305-CEDDB3154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B53C8C-9F99-FFB5-4958-7E68666B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B772C5-4D54-2D9A-058D-BAB36D71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732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6A1261-C770-A403-EA52-CB97F7F7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CDE720-87E2-14A2-23E5-5647986BF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7F64C2-B0D2-C4DC-4E5D-6462DF9F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D6FD4A-2FB3-E7BD-1761-378CDDB9A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28598A-7A2A-BA86-B244-34E063B9E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1210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D128E-5977-64A9-45E3-3CF938796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8320DC-24AE-3559-B9DE-BB4E99DF80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5E75F8-538D-C8E4-7E29-15255729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C6AF34-E262-4E94-9E7A-282749A9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083268-50E2-AB7F-8004-630BF6FD0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98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7840F9-96A7-DC93-5448-D2D57B39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F8EBB5-9125-74D0-BDC6-51EB5EAA5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F921F3-4560-8DD8-407E-FCBBECE88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B04C562-822D-48AD-E08F-22CE673FD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A9C20C-CF7F-07C2-CB84-C1B23305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DC14F2-BA18-68B0-AAF1-9769CE570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1735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0A0724-2F2B-A00A-DCBB-DDC7FD5A7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C4F118A-0B26-ED25-4004-FADDEE4B4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BDE518-D900-64DB-2650-3CB8CF397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291046-309B-170C-14C7-A74179E1B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066332A-8AB9-6ED2-3F87-D450E999F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B2091B4-AE58-B3D1-3B90-3D674324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2E6962-8513-EF5F-2C7C-737D01C8A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F2417E-46DD-C7D5-625F-8282C2F1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7885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87AD27-CFD9-D9CE-D925-5D41B2E55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BFA79AC-F256-3144-03B9-00C4C4AC9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80392D-9C7C-BE4F-B6E3-001F85F2C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AD7C094-922E-981E-CF76-57CC0516D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65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7D6E6F-668F-6179-2E53-7C12743B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1C9270-C5C8-092E-4EE8-4DDA48DE3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73D7100-F9E9-8A68-8D4E-2F8CD57E6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426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45CE45-5E10-52E3-57F5-79D033FB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AD7182-075A-0E58-D264-7BBE6B210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CB13FE1-5604-595C-0C02-005F4D213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6FC8F1-2CFE-AA6C-2524-E49DA66F5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D2ED8F-2259-4F56-5E44-D34C9E6E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4BCC86-938F-91F0-5E39-FAFA07F4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4242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742284-EA0D-57D1-A151-B2546B87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F770534-5756-3457-89AF-8AC7F46588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41FD95-68FF-3199-6516-71DA6A3C9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4C20BB-1151-DFDA-F50D-84E76170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66E1225-A4DF-669C-E715-9C24E57F0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D781E72-5C6A-9AEB-4D6D-1ED0B51EC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054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A3831A-890B-3DED-B7F4-AADB12AB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B6BD4F-CD7D-8DB4-7734-7A70D2B8E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F56298-0B5F-B36E-8278-436E11AA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B27AC6A-D368-ACDB-B905-B835E79EB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377326-37BC-1B86-1754-932F978E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745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41D7DFA-CBC4-5C5D-B6DC-F97B79C328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86EE20-B59A-F7A8-A2F4-C7434F4C7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16FB122-D71C-D7AD-226A-812AE9B7B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C88201-E69A-6053-B5D0-99C7D3C76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F25897-232B-C20C-F685-D14D542A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536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CD009FF-DC7E-CF68-89EC-DDBEA118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E7D59B-0F7C-F415-8A87-723EF979F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F57029-AC59-FDDC-2060-AA9AC99EBD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664AD-3D2B-4A20-9F0C-DBFDF8D4E108}" type="datetimeFigureOut">
              <a:rPr lang="de-DE" smtClean="0"/>
              <a:t>02.09.2025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EE2721-EC9F-1DEC-F396-6E5AC2CA04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0296A28-B369-4614-B241-2B9FFB559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93E5B-6236-4C9A-A311-182FB33E5E4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02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irtschaftsforum-lueneburg.de/" TargetMode="External"/><Relationship Id="rId2" Type="http://schemas.openxmlformats.org/officeDocument/2006/relationships/hyperlink" Target="https://www.koerber-pharm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.wikipedia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Electric Blue (Farbe), Logo, Blau, Screenshot enthält.&#10;&#10;KI-generierte Inhalte können fehlerhaft sein.">
            <a:extLst>
              <a:ext uri="{FF2B5EF4-FFF2-40B4-BE49-F238E27FC236}">
                <a16:creationId xmlns:a16="http://schemas.microsoft.com/office/drawing/2014/main" id="{2DA69665-3CF2-F57E-0CA7-16E5F9E1C6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9" t="7708" r="29274" b="1383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776DD4-19AB-9106-9821-6EF2B0BFB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1450149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>
                <a:solidFill>
                  <a:schemeClr val="bg1"/>
                </a:solidFill>
              </a:rPr>
              <a:t>Körber Pharma Software</a:t>
            </a:r>
            <a:endParaRPr lang="de-DE" sz="48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B71BD74-359C-4994-1633-77167AB1DD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59444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GB" dirty="0" err="1">
                <a:solidFill>
                  <a:schemeClr val="bg1"/>
                </a:solidFill>
              </a:rPr>
              <a:t>Lüneburg</a:t>
            </a:r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3277BE6-AF4C-B281-61CA-5EFDD9A6D956}"/>
              </a:ext>
            </a:extLst>
          </p:cNvPr>
          <p:cNvSpPr txBox="1"/>
          <p:nvPr/>
        </p:nvSpPr>
        <p:spPr>
          <a:xfrm>
            <a:off x="435310" y="6232317"/>
            <a:ext cx="40233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>
                <a:solidFill>
                  <a:schemeClr val="bg1"/>
                </a:solidFill>
              </a:rPr>
              <a:t>By Merlin Gessler</a:t>
            </a:r>
            <a:endParaRPr lang="de-DE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580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4168EC0-9D4A-1D6F-85BF-D7F89CBE1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GB" sz="3800">
                <a:solidFill>
                  <a:schemeClr val="bg1"/>
                </a:solidFill>
              </a:rPr>
              <a:t>Standort</a:t>
            </a:r>
            <a:endParaRPr lang="de-DE" sz="3800">
              <a:solidFill>
                <a:schemeClr val="bg1"/>
              </a:solidFill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7FD2BB7-9366-54B5-ED7C-43071887D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Wulf-Werum-Straße 3</a:t>
            </a:r>
          </a:p>
          <a:p>
            <a:pPr marL="0" indent="0">
              <a:buNone/>
            </a:pPr>
            <a:r>
              <a:rPr lang="en-US" sz="2000">
                <a:solidFill>
                  <a:schemeClr val="bg1"/>
                </a:solidFill>
              </a:rPr>
              <a:t>21337 Lüneburg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nhaltsplatzhalter 6" descr="Ein Bild, das draußen, Gebäude, Eigentum, Immobilie enthält.&#10;&#10;KI-generierte Inhalte können fehlerhaft sein.">
            <a:extLst>
              <a:ext uri="{FF2B5EF4-FFF2-40B4-BE49-F238E27FC236}">
                <a16:creationId xmlns:a16="http://schemas.microsoft.com/office/drawing/2014/main" id="{AF088AFA-7AD8-3EEF-2956-06FD11EB03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4" r="32451" b="-1"/>
          <a:stretch>
            <a:fillRect/>
          </a:stretch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5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2AF282-E932-C85B-360C-778031C9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en-GB">
                <a:solidFill>
                  <a:schemeClr val="bg1"/>
                </a:solidFill>
              </a:rPr>
              <a:t>Produkt</a:t>
            </a:r>
            <a:endParaRPr lang="de-DE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FD60A8-DCF1-1711-6143-6C649EBE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Pas-X MES</a:t>
            </a:r>
          </a:p>
          <a:p>
            <a:r>
              <a:rPr lang="en-GB" sz="2000" dirty="0" err="1">
                <a:solidFill>
                  <a:schemeClr val="bg1"/>
                </a:solidFill>
              </a:rPr>
              <a:t>Digitalisiert</a:t>
            </a:r>
            <a:r>
              <a:rPr lang="en-GB" sz="2000" dirty="0">
                <a:solidFill>
                  <a:schemeClr val="bg1"/>
                </a:solidFill>
              </a:rPr>
              <a:t> &amp; </a:t>
            </a:r>
            <a:r>
              <a:rPr lang="en-GB" sz="2000" dirty="0" err="1">
                <a:solidFill>
                  <a:schemeClr val="bg1"/>
                </a:solidFill>
              </a:rPr>
              <a:t>visualsiert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Herstellungsprozesse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 err="1">
                <a:solidFill>
                  <a:schemeClr val="bg1"/>
                </a:solidFill>
              </a:rPr>
              <a:t>Minimiert</a:t>
            </a:r>
            <a:r>
              <a:rPr lang="en-GB" sz="2000" dirty="0">
                <a:solidFill>
                  <a:schemeClr val="bg1"/>
                </a:solidFill>
              </a:rPr>
              <a:t> Manuelle </a:t>
            </a:r>
            <a:r>
              <a:rPr lang="en-GB" sz="2000" dirty="0" err="1">
                <a:solidFill>
                  <a:schemeClr val="bg1"/>
                </a:solidFill>
              </a:rPr>
              <a:t>Dokumentation</a:t>
            </a:r>
            <a:endParaRPr lang="en-GB" sz="2000" dirty="0">
              <a:solidFill>
                <a:schemeClr val="bg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sz="2000" dirty="0" err="1">
                <a:solidFill>
                  <a:schemeClr val="bg1"/>
                </a:solidFill>
              </a:rPr>
              <a:t>Reduziert</a:t>
            </a:r>
            <a:r>
              <a:rPr lang="en-GB" sz="2000" dirty="0">
                <a:solidFill>
                  <a:schemeClr val="bg1"/>
                </a:solidFill>
              </a:rPr>
              <a:t> </a:t>
            </a:r>
            <a:r>
              <a:rPr lang="en-GB" sz="2000" dirty="0" err="1">
                <a:solidFill>
                  <a:schemeClr val="bg1"/>
                </a:solidFill>
              </a:rPr>
              <a:t>Fehlerquote</a:t>
            </a:r>
            <a:endParaRPr lang="en-GB" sz="2000" dirty="0">
              <a:solidFill>
                <a:schemeClr val="bg1"/>
              </a:solidFill>
            </a:endParaRPr>
          </a:p>
          <a:p>
            <a:endParaRPr lang="de-DE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Schrift, Symbol, Logo, Grafiken enthält.&#10;&#10;KI-generierte Inhalte können fehlerhaft sein.">
            <a:extLst>
              <a:ext uri="{FF2B5EF4-FFF2-40B4-BE49-F238E27FC236}">
                <a16:creationId xmlns:a16="http://schemas.microsoft.com/office/drawing/2014/main" id="{26391370-6444-06CC-3618-2432136F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129" y="1332706"/>
            <a:ext cx="2832410" cy="283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82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28CDD8-5174-D623-8316-923EE049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GB" sz="5000">
                <a:solidFill>
                  <a:schemeClr val="bg1"/>
                </a:solidFill>
              </a:rPr>
              <a:t>EDV Anwendungen</a:t>
            </a:r>
            <a:endParaRPr lang="de-DE" sz="500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ADECA-4EAE-5E68-CD23-BFD36BD49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2320936"/>
          </a:xfrm>
        </p:spPr>
        <p:txBody>
          <a:bodyPr anchor="ctr">
            <a:norm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Code Editor -&gt; </a:t>
            </a:r>
            <a:r>
              <a:rPr lang="en-GB" sz="2000" dirty="0" err="1">
                <a:solidFill>
                  <a:schemeClr val="bg1"/>
                </a:solidFill>
              </a:rPr>
              <a:t>Programmieren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Word -&gt; Templates</a:t>
            </a:r>
          </a:p>
          <a:p>
            <a:r>
              <a:rPr lang="en-GB" sz="2000" dirty="0">
                <a:solidFill>
                  <a:schemeClr val="bg1"/>
                </a:solidFill>
              </a:rPr>
              <a:t>Outlook -&gt; </a:t>
            </a:r>
            <a:r>
              <a:rPr lang="en-GB" sz="2000" dirty="0" err="1">
                <a:solidFill>
                  <a:schemeClr val="bg1"/>
                </a:solidFill>
              </a:rPr>
              <a:t>generelle</a:t>
            </a:r>
            <a:r>
              <a:rPr lang="en-GB" sz="2000" dirty="0">
                <a:solidFill>
                  <a:schemeClr val="bg1"/>
                </a:solidFill>
              </a:rPr>
              <a:t> Mails</a:t>
            </a:r>
          </a:p>
          <a:p>
            <a:r>
              <a:rPr lang="en-GB" sz="2000" dirty="0">
                <a:solidFill>
                  <a:schemeClr val="bg1"/>
                </a:solidFill>
              </a:rPr>
              <a:t>Teams -&gt; </a:t>
            </a:r>
            <a:r>
              <a:rPr lang="en-GB" sz="2000" dirty="0" err="1">
                <a:solidFill>
                  <a:schemeClr val="bg1"/>
                </a:solidFill>
              </a:rPr>
              <a:t>Direktnachrichten</a:t>
            </a:r>
            <a:r>
              <a:rPr lang="en-GB" sz="2000" dirty="0">
                <a:solidFill>
                  <a:schemeClr val="bg1"/>
                </a:solidFill>
              </a:rPr>
              <a:t> + Meetings</a:t>
            </a:r>
            <a:endParaRPr lang="de-DE" sz="2000" dirty="0">
              <a:solidFill>
                <a:schemeClr val="bg1"/>
              </a:solidFill>
            </a:endParaRPr>
          </a:p>
        </p:txBody>
      </p:sp>
      <p:pic>
        <p:nvPicPr>
          <p:cNvPr id="7" name="Grafik 6" descr="Ein Bild, das Screenshot, Electric Blue (Farbe), Blau, Grafiken enthält.&#10;&#10;KI-generierte Inhalte können fehlerhaft sein.">
            <a:extLst>
              <a:ext uri="{FF2B5EF4-FFF2-40B4-BE49-F238E27FC236}">
                <a16:creationId xmlns:a16="http://schemas.microsoft.com/office/drawing/2014/main" id="{1EA2974F-3D9B-A0E2-710B-1541E1EAD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831" y="3198563"/>
            <a:ext cx="1717614" cy="1073509"/>
          </a:xfrm>
          <a:prstGeom prst="rect">
            <a:avLst/>
          </a:prstGeom>
        </p:spPr>
      </p:pic>
      <p:sp>
        <p:nvSpPr>
          <p:cNvPr id="22" name="Rechteck 21">
            <a:extLst>
              <a:ext uri="{FF2B5EF4-FFF2-40B4-BE49-F238E27FC236}">
                <a16:creationId xmlns:a16="http://schemas.microsoft.com/office/drawing/2014/main" id="{48EA1C3E-CDDD-9D32-93DE-DDA4C7E6C399}"/>
              </a:ext>
            </a:extLst>
          </p:cNvPr>
          <p:cNvSpPr/>
          <p:nvPr/>
        </p:nvSpPr>
        <p:spPr>
          <a:xfrm>
            <a:off x="6902154" y="4495666"/>
            <a:ext cx="836342" cy="8548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Symbol, Grafiken, Reihe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66A3A961-13C7-0690-0B0B-5658B26AA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7694" y="4399560"/>
            <a:ext cx="1165475" cy="1165475"/>
          </a:xfrm>
          <a:prstGeom prst="rect">
            <a:avLst/>
          </a:prstGeom>
        </p:spPr>
      </p:pic>
      <p:pic>
        <p:nvPicPr>
          <p:cNvPr id="14" name="Grafik 13" descr="Ein Bild, das Grafiken, Farbigkeit, Grafikdesign, Design enthält.&#10;&#10;KI-generierte Inhalte können fehlerhaft sein.">
            <a:extLst>
              <a:ext uri="{FF2B5EF4-FFF2-40B4-BE49-F238E27FC236}">
                <a16:creationId xmlns:a16="http://schemas.microsoft.com/office/drawing/2014/main" id="{72BA1BBF-CD7C-CB26-AFC5-B32C3EF6B3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616" y="4287633"/>
            <a:ext cx="1231419" cy="1231419"/>
          </a:xfrm>
          <a:prstGeom prst="rect">
            <a:avLst/>
          </a:prstGeom>
        </p:spPr>
      </p:pic>
      <p:sp>
        <p:nvSpPr>
          <p:cNvPr id="23" name="Rechteck 22">
            <a:extLst>
              <a:ext uri="{FF2B5EF4-FFF2-40B4-BE49-F238E27FC236}">
                <a16:creationId xmlns:a16="http://schemas.microsoft.com/office/drawing/2014/main" id="{1038844B-40A2-A79E-AE79-5D8E6F6BD8B8}"/>
              </a:ext>
            </a:extLst>
          </p:cNvPr>
          <p:cNvSpPr/>
          <p:nvPr/>
        </p:nvSpPr>
        <p:spPr>
          <a:xfrm>
            <a:off x="9059988" y="3481397"/>
            <a:ext cx="547989" cy="5156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6" name="Grafik 15" descr="Ein Bild, das Screenshot, Grafiken, Kreis, Farbigkeit enthält.&#10;&#10;KI-generierte Inhalte können fehlerhaft sein.">
            <a:extLst>
              <a:ext uri="{FF2B5EF4-FFF2-40B4-BE49-F238E27FC236}">
                <a16:creationId xmlns:a16="http://schemas.microsoft.com/office/drawing/2014/main" id="{9899E283-18E3-7CA5-BE71-A5E9FB0B71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825" y="3198563"/>
            <a:ext cx="1152662" cy="1073509"/>
          </a:xfrm>
          <a:prstGeom prst="rect">
            <a:avLst/>
          </a:prstGeom>
        </p:spPr>
      </p:pic>
      <p:pic>
        <p:nvPicPr>
          <p:cNvPr id="20" name="Grafik 19" descr="Ein Bild, das Symbol, Logo, Grafiken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49745452-D4CA-43FC-68A3-DCAF12571D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0312" y="3106597"/>
            <a:ext cx="1152661" cy="1073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2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E9531E-8F73-B98B-91EE-08DB2573E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GB" sz="8000">
                <a:solidFill>
                  <a:schemeClr val="bg1"/>
                </a:solidFill>
              </a:rPr>
              <a:t>Quellen</a:t>
            </a:r>
            <a:endParaRPr lang="de-DE" sz="8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F8BF2B-0692-5A4A-D6FB-F58FEC3E2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0312" y="2200939"/>
            <a:ext cx="5008901" cy="2955851"/>
          </a:xfrm>
        </p:spPr>
        <p:txBody>
          <a:bodyPr anchor="ctr">
            <a:normAutofit/>
          </a:bodyPr>
          <a:lstStyle/>
          <a:p>
            <a:r>
              <a:rPr lang="de-DE" sz="2000" dirty="0">
                <a:solidFill>
                  <a:schemeClr val="bg1"/>
                </a:solidFill>
                <a:hlinkClick r:id="rId2"/>
              </a:rPr>
              <a:t>https://www.koerber-pharma.com/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  <a:hlinkClick r:id="rId3"/>
              </a:rPr>
              <a:t>https://www.wirtschaftsforum-lueneburg.de</a:t>
            </a:r>
            <a:endParaRPr lang="de-DE" sz="2000" dirty="0">
              <a:solidFill>
                <a:schemeClr val="bg1"/>
              </a:solidFill>
            </a:endParaRPr>
          </a:p>
          <a:p>
            <a:r>
              <a:rPr lang="de-DE" sz="2000" dirty="0">
                <a:solidFill>
                  <a:schemeClr val="bg1"/>
                </a:solidFill>
                <a:hlinkClick r:id="rId4"/>
              </a:rPr>
              <a:t>https://de.wikipedia.org/</a:t>
            </a: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de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045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Breitbild</PresentationFormat>
  <Paragraphs>20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Wingdings</vt:lpstr>
      <vt:lpstr>Office</vt:lpstr>
      <vt:lpstr>Körber Pharma Software</vt:lpstr>
      <vt:lpstr>Standort</vt:lpstr>
      <vt:lpstr>Produkt</vt:lpstr>
      <vt:lpstr>EDV Anwendungen</vt:lpstr>
      <vt:lpstr>Quellen</vt:lpstr>
    </vt:vector>
  </TitlesOfParts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Merlin Gessler</dc:creator>
  <cp:lastModifiedBy>Merlin Gessler</cp:lastModifiedBy>
  <cp:revision>1</cp:revision>
  <dcterms:created xsi:type="dcterms:W3CDTF">2025-09-02T08:14:26Z</dcterms:created>
  <dcterms:modified xsi:type="dcterms:W3CDTF">2025-09-02T09:51:13Z</dcterms:modified>
</cp:coreProperties>
</file>