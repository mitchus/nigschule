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21912839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21912839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21912839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21912839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21912839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21912839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21912839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21912839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21912839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21912839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59750" y="1578400"/>
            <a:ext cx="52950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Landeskrankenhilfe LKH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Michel Nowacki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 b="26089" l="25118" r="25113" t="30886"/>
          <a:stretch/>
        </p:blipFill>
        <p:spPr>
          <a:xfrm>
            <a:off x="3371050" y="2248900"/>
            <a:ext cx="1428152" cy="72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Vorstellung des Unternehmens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Private </a:t>
            </a:r>
            <a:r>
              <a:rPr lang="de"/>
              <a:t>Krankenversicherung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Verwaltung und Verarbeitung von Versicherungsdaten, Kundenbetreuung, Abrechnung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Hohe Anforderungen an Datenschutz, Datensicherheit und Verfügbarkeit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EDV-Umgebung im Überblick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Arbeitsplätze: ca. 500 IGEL Thin Clients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Vorteile: zentrale Verwaltung, keine lokalen Daten, erhöhte Sicherheit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Serverumgebung: OpenShift-Cluster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Container-Plattform für flexible und skalierbare Anwendungen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Einfache Updates, zentrale Steuerung (Matrix)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Arbeitsweise am Arbeitsplatz (Anwendungsentwickler)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Ausstattung: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de"/>
              <a:t>Firmen-Laptop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de"/>
              <a:t>2 externe Monitore (ergonomisches Arbeiten, parallele Ansichten möglich)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Entwicklungsumgebung: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de"/>
              <a:t>Backend: Spring Boot (Java)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de"/>
              <a:t>Frontend: React (JavaScript/TypeScript)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de"/>
              <a:t>Arbeiten in Containern/Services innerhalb der OpenShift-Umgebung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Sicherheit &amp; Datenschutz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Keycloak als Identity- und Access-Management-Lösung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Integration mit LDAP für zentrale Benutzerverwaltung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Rollenbasierte Zugriffskontrolle in OpenShift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Protokollierung und Audit-Logs für Nachvollziehbarkeit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Fazit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Moderne EDV-Struktur mit 500 Thin Clients und OpenShift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Effiziente und sichere Verarbeitung von Versicherungsdaten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Entwicklungsumgebungen für Anwendungsentwickler (Spring Boot &amp; React)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Zentrales Berechtigungsmanagement mit Keycloak &amp; LDAP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Zukunftssicher, skalierbar und datenschutzkonform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