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a476aec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a476aec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476aec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a476aec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a476aeca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a476aeca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476aec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a476aec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highlight>
                  <a:schemeClr val="lt1"/>
                </a:highlight>
              </a:rPr>
              <a:t>DevLabor GmBh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41650" cy="9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Das Unternehmen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Geschäftsführung: Benny Ulrich und Jeffrey Reichhardt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Gründungsjahr: 2012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Beschäftigte: ca. 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B</a:t>
            </a:r>
            <a:r>
              <a:rPr lang="de"/>
              <a:t>ranche: IT (Web-Development)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Unsere Tätigkeiten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Web Entwicklung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App Entwicklung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Wartung von Websites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Meine Tätigkeiten im Betrieb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Wartung von Wordpress Seiten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Arbeiten mit Web-Frameworks (Laravel, Vuejs)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Arbeiten mit Wordpress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Kundensupport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EDV im Betrieb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Versionskontrolle durch Git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Task-Management durch Asana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Deployment durch Laravel Forge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Kundendaten Verarbeitung</a:t>
            </a:r>
            <a:r>
              <a:rPr lang="de"/>
              <a:t> durch firmeneigene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Hosting von Web-Servern in Plesk und DomainFactory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MySQL Datenbanken &amp; </a:t>
            </a:r>
            <a:r>
              <a:rPr lang="de"/>
              <a:t>Storage/Backup Server für Webseiten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