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B3530-B1DA-4945-AB32-174B7EF12FC0}" v="21" dt="2025-11-04T06:51:20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lin Gessler" userId="041e78bd-376c-42e1-a3c4-dbebb35bee72" providerId="ADAL" clId="{727B3530-B1DA-4945-AB32-174B7EF12FC0}"/>
    <pc:docChg chg="undo custSel addSld modSld">
      <pc:chgData name="Merlin Gessler" userId="041e78bd-376c-42e1-a3c4-dbebb35bee72" providerId="ADAL" clId="{727B3530-B1DA-4945-AB32-174B7EF12FC0}" dt="2025-11-04T06:51:20.235" v="606" actId="20577"/>
      <pc:docMkLst>
        <pc:docMk/>
      </pc:docMkLst>
      <pc:sldChg chg="modSp">
        <pc:chgData name="Merlin Gessler" userId="041e78bd-376c-42e1-a3c4-dbebb35bee72" providerId="ADAL" clId="{727B3530-B1DA-4945-AB32-174B7EF12FC0}" dt="2025-11-04T06:51:20.235" v="606" actId="20577"/>
        <pc:sldMkLst>
          <pc:docMk/>
          <pc:sldMk cId="750214498" sldId="257"/>
        </pc:sldMkLst>
        <pc:graphicFrameChg chg="mod">
          <ac:chgData name="Merlin Gessler" userId="041e78bd-376c-42e1-a3c4-dbebb35bee72" providerId="ADAL" clId="{727B3530-B1DA-4945-AB32-174B7EF12FC0}" dt="2025-11-04T06:51:20.235" v="606" actId="20577"/>
          <ac:graphicFrameMkLst>
            <pc:docMk/>
            <pc:sldMk cId="750214498" sldId="257"/>
            <ac:graphicFrameMk id="5" creationId="{0EC484B9-6761-91A1-CF6D-DF5316E31BA5}"/>
          </ac:graphicFrameMkLst>
        </pc:graphicFrameChg>
      </pc:sldChg>
      <pc:sldChg chg="addSp delSp modSp new mod setBg setClrOvrMap">
        <pc:chgData name="Merlin Gessler" userId="041e78bd-376c-42e1-a3c4-dbebb35bee72" providerId="ADAL" clId="{727B3530-B1DA-4945-AB32-174B7EF12FC0}" dt="2025-11-03T14:20:19.959" v="585" actId="20577"/>
        <pc:sldMkLst>
          <pc:docMk/>
          <pc:sldMk cId="3823157841" sldId="263"/>
        </pc:sldMkLst>
        <pc:spChg chg="mod">
          <ac:chgData name="Merlin Gessler" userId="041e78bd-376c-42e1-a3c4-dbebb35bee72" providerId="ADAL" clId="{727B3530-B1DA-4945-AB32-174B7EF12FC0}" dt="2025-11-03T14:16:34.992" v="445" actId="20577"/>
          <ac:spMkLst>
            <pc:docMk/>
            <pc:sldMk cId="3823157841" sldId="263"/>
            <ac:spMk id="2" creationId="{1D284855-5A01-5C79-2859-13904DA92972}"/>
          </ac:spMkLst>
        </pc:spChg>
        <pc:spChg chg="del">
          <ac:chgData name="Merlin Gessler" userId="041e78bd-376c-42e1-a3c4-dbebb35bee72" providerId="ADAL" clId="{727B3530-B1DA-4945-AB32-174B7EF12FC0}" dt="2025-11-03T14:05:49.391" v="50" actId="3680"/>
          <ac:spMkLst>
            <pc:docMk/>
            <pc:sldMk cId="3823157841" sldId="263"/>
            <ac:spMk id="3" creationId="{FA10E642-7E9B-6852-04C9-34633B1B4E95}"/>
          </ac:spMkLst>
        </pc:spChg>
        <pc:spChg chg="add">
          <ac:chgData name="Merlin Gessler" userId="041e78bd-376c-42e1-a3c4-dbebb35bee72" providerId="ADAL" clId="{727B3530-B1DA-4945-AB32-174B7EF12FC0}" dt="2025-11-03T14:16:28.107" v="444" actId="26606"/>
          <ac:spMkLst>
            <pc:docMk/>
            <pc:sldMk cId="3823157841" sldId="263"/>
            <ac:spMk id="9" creationId="{47AEA421-5F29-4BA7-9360-2501B5987921}"/>
          </ac:spMkLst>
        </pc:spChg>
        <pc:spChg chg="add">
          <ac:chgData name="Merlin Gessler" userId="041e78bd-376c-42e1-a3c4-dbebb35bee72" providerId="ADAL" clId="{727B3530-B1DA-4945-AB32-174B7EF12FC0}" dt="2025-11-03T14:16:28.107" v="444" actId="26606"/>
          <ac:spMkLst>
            <pc:docMk/>
            <pc:sldMk cId="3823157841" sldId="263"/>
            <ac:spMk id="11" creationId="{9348F0CB-4904-4DEF-BDD4-ADEC2DCCCBD7}"/>
          </ac:spMkLst>
        </pc:spChg>
        <pc:spChg chg="add">
          <ac:chgData name="Merlin Gessler" userId="041e78bd-376c-42e1-a3c4-dbebb35bee72" providerId="ADAL" clId="{727B3530-B1DA-4945-AB32-174B7EF12FC0}" dt="2025-11-03T14:16:28.107" v="444" actId="26606"/>
          <ac:spMkLst>
            <pc:docMk/>
            <pc:sldMk cId="3823157841" sldId="263"/>
            <ac:spMk id="13" creationId="{1583E1B8-79B3-49BB-8704-58E4AB1AF213}"/>
          </ac:spMkLst>
        </pc:spChg>
        <pc:spChg chg="add">
          <ac:chgData name="Merlin Gessler" userId="041e78bd-376c-42e1-a3c4-dbebb35bee72" providerId="ADAL" clId="{727B3530-B1DA-4945-AB32-174B7EF12FC0}" dt="2025-11-03T14:16:28.107" v="444" actId="26606"/>
          <ac:spMkLst>
            <pc:docMk/>
            <pc:sldMk cId="3823157841" sldId="263"/>
            <ac:spMk id="15" creationId="{7BB34D5F-2B87-438E-8236-69C6068D47A4}"/>
          </ac:spMkLst>
        </pc:spChg>
        <pc:graphicFrameChg chg="add mod ord modGraphic">
          <ac:chgData name="Merlin Gessler" userId="041e78bd-376c-42e1-a3c4-dbebb35bee72" providerId="ADAL" clId="{727B3530-B1DA-4945-AB32-174B7EF12FC0}" dt="2025-11-03T14:20:19.959" v="585" actId="20577"/>
          <ac:graphicFrameMkLst>
            <pc:docMk/>
            <pc:sldMk cId="3823157841" sldId="263"/>
            <ac:graphicFrameMk id="4" creationId="{8747A417-3C20-2AC9-F165-832085828E4C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71588D-CC1F-4E00-A15D-A91D4928334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854246-0365-40BE-A9D2-FBA6FD63690D}">
      <dgm:prSet/>
      <dgm:spPr/>
      <dgm:t>
        <a:bodyPr/>
        <a:lstStyle/>
        <a:p>
          <a:r>
            <a:rPr lang="en-US" b="0" i="0"/>
            <a:t>Definition</a:t>
          </a:r>
          <a:endParaRPr lang="en-US"/>
        </a:p>
      </dgm:t>
    </dgm:pt>
    <dgm:pt modelId="{34C3DFEA-1BD1-46E1-A731-0B0399BED6D9}" type="parTrans" cxnId="{A6017EE5-7F03-4FE3-85C1-C9F67022FA4C}">
      <dgm:prSet/>
      <dgm:spPr/>
      <dgm:t>
        <a:bodyPr/>
        <a:lstStyle/>
        <a:p>
          <a:endParaRPr lang="en-US"/>
        </a:p>
      </dgm:t>
    </dgm:pt>
    <dgm:pt modelId="{23B936E7-D228-45A0-B1D8-1289D4082FF1}" type="sibTrans" cxnId="{A6017EE5-7F03-4FE3-85C1-C9F67022FA4C}">
      <dgm:prSet/>
      <dgm:spPr/>
      <dgm:t>
        <a:bodyPr/>
        <a:lstStyle/>
        <a:p>
          <a:endParaRPr lang="en-US"/>
        </a:p>
      </dgm:t>
    </dgm:pt>
    <dgm:pt modelId="{9277149C-CF61-4656-AB00-F722E499954D}">
      <dgm:prSet/>
      <dgm:spPr/>
      <dgm:t>
        <a:bodyPr/>
        <a:lstStyle/>
        <a:p>
          <a:r>
            <a:rPr lang="en-US" b="0" i="0"/>
            <a:t>Spezifikationen im Vergleich zu einem Desktop PC</a:t>
          </a:r>
          <a:endParaRPr lang="en-US"/>
        </a:p>
      </dgm:t>
    </dgm:pt>
    <dgm:pt modelId="{BF8B14DC-DD0A-4933-9A42-064C973129DB}" type="parTrans" cxnId="{7EF6352F-494C-4BC0-A67E-C791C6B01892}">
      <dgm:prSet/>
      <dgm:spPr/>
      <dgm:t>
        <a:bodyPr/>
        <a:lstStyle/>
        <a:p>
          <a:endParaRPr lang="en-US"/>
        </a:p>
      </dgm:t>
    </dgm:pt>
    <dgm:pt modelId="{71755C76-201D-4FDE-A6BA-2FE2B0ADE192}" type="sibTrans" cxnId="{7EF6352F-494C-4BC0-A67E-C791C6B01892}">
      <dgm:prSet/>
      <dgm:spPr/>
      <dgm:t>
        <a:bodyPr/>
        <a:lstStyle/>
        <a:p>
          <a:endParaRPr lang="en-US"/>
        </a:p>
      </dgm:t>
    </dgm:pt>
    <dgm:pt modelId="{C5867B55-D9E8-4D06-9FE0-24B942414A90}">
      <dgm:prSet/>
      <dgm:spPr/>
      <dgm:t>
        <a:bodyPr/>
        <a:lstStyle/>
        <a:p>
          <a:r>
            <a:rPr lang="en-US" b="0" i="0"/>
            <a:t>Weitere Informationen</a:t>
          </a:r>
          <a:endParaRPr lang="en-US"/>
        </a:p>
      </dgm:t>
    </dgm:pt>
    <dgm:pt modelId="{A4B34FEB-0CA9-4A72-982B-4B0591E8A516}" type="parTrans" cxnId="{CFC691CC-3CBB-411F-9E60-D43BC3238F52}">
      <dgm:prSet/>
      <dgm:spPr/>
      <dgm:t>
        <a:bodyPr/>
        <a:lstStyle/>
        <a:p>
          <a:endParaRPr lang="en-US"/>
        </a:p>
      </dgm:t>
    </dgm:pt>
    <dgm:pt modelId="{2B33E0B4-A5F3-4C49-AA58-7CBF5681EC3F}" type="sibTrans" cxnId="{CFC691CC-3CBB-411F-9E60-D43BC3238F52}">
      <dgm:prSet/>
      <dgm:spPr/>
      <dgm:t>
        <a:bodyPr/>
        <a:lstStyle/>
        <a:p>
          <a:endParaRPr lang="en-US"/>
        </a:p>
      </dgm:t>
    </dgm:pt>
    <dgm:pt modelId="{73C46C2D-52AC-4F9D-8825-4288B7243978}">
      <dgm:prSet/>
      <dgm:spPr/>
      <dgm:t>
        <a:bodyPr/>
        <a:lstStyle/>
        <a:p>
          <a:r>
            <a:rPr lang="en-US" b="0" i="0" dirty="0" err="1"/>
            <a:t>Vorteile</a:t>
          </a:r>
          <a:r>
            <a:rPr lang="en-US" b="0" i="0"/>
            <a:t> &amp;</a:t>
          </a:r>
          <a:endParaRPr lang="en-US" b="0" i="0" dirty="0"/>
        </a:p>
        <a:p>
          <a:r>
            <a:rPr lang="en-US" b="0" i="0" dirty="0" err="1"/>
            <a:t>Nachteile</a:t>
          </a:r>
          <a:endParaRPr lang="en-US" dirty="0"/>
        </a:p>
      </dgm:t>
    </dgm:pt>
    <dgm:pt modelId="{1CD6C31C-BB1E-4AF5-B9A2-FC7DB7F3819D}" type="parTrans" cxnId="{F5647D31-2E8C-44A6-BB74-74C0CD5C155E}">
      <dgm:prSet/>
      <dgm:spPr/>
      <dgm:t>
        <a:bodyPr/>
        <a:lstStyle/>
        <a:p>
          <a:endParaRPr lang="en-US"/>
        </a:p>
      </dgm:t>
    </dgm:pt>
    <dgm:pt modelId="{B3C5AC5D-DE12-4061-8E19-3C9296C6846C}" type="sibTrans" cxnId="{F5647D31-2E8C-44A6-BB74-74C0CD5C155E}">
      <dgm:prSet/>
      <dgm:spPr/>
      <dgm:t>
        <a:bodyPr/>
        <a:lstStyle/>
        <a:p>
          <a:endParaRPr lang="en-US"/>
        </a:p>
      </dgm:t>
    </dgm:pt>
    <dgm:pt modelId="{F2ACBF7C-EBBC-4297-8A98-424C7DEBD89A}">
      <dgm:prSet/>
      <dgm:spPr/>
      <dgm:t>
        <a:bodyPr/>
        <a:lstStyle/>
        <a:p>
          <a:r>
            <a:rPr lang="en-US" b="0" i="0" dirty="0" err="1"/>
            <a:t>Vergleich</a:t>
          </a:r>
          <a:endParaRPr lang="en-US" dirty="0"/>
        </a:p>
      </dgm:t>
    </dgm:pt>
    <dgm:pt modelId="{0BF5B654-D9B0-47D1-9A66-C5296BB02A53}" type="parTrans" cxnId="{2A3EDE43-9039-4BCE-BB9C-0AF389DB14D6}">
      <dgm:prSet/>
      <dgm:spPr/>
      <dgm:t>
        <a:bodyPr/>
        <a:lstStyle/>
        <a:p>
          <a:endParaRPr lang="en-US"/>
        </a:p>
      </dgm:t>
    </dgm:pt>
    <dgm:pt modelId="{6429A37C-0EDB-4707-964B-2D2EE5F8D44C}" type="sibTrans" cxnId="{2A3EDE43-9039-4BCE-BB9C-0AF389DB14D6}">
      <dgm:prSet/>
      <dgm:spPr/>
      <dgm:t>
        <a:bodyPr/>
        <a:lstStyle/>
        <a:p>
          <a:endParaRPr lang="en-US"/>
        </a:p>
      </dgm:t>
    </dgm:pt>
    <dgm:pt modelId="{86FF76E9-A501-4927-8558-00F1C24369AA}" type="pres">
      <dgm:prSet presAssocID="{4571588D-CC1F-4E00-A15D-A91D4928334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018CEE-91E4-46AF-B2E0-B84A31D2A4BD}" type="pres">
      <dgm:prSet presAssocID="{9C854246-0365-40BE-A9D2-FBA6FD63690D}" presName="hierRoot1" presStyleCnt="0"/>
      <dgm:spPr/>
    </dgm:pt>
    <dgm:pt modelId="{E53F8C94-CC1C-49E8-9341-EAE9ECE5B2EB}" type="pres">
      <dgm:prSet presAssocID="{9C854246-0365-40BE-A9D2-FBA6FD63690D}" presName="composite" presStyleCnt="0"/>
      <dgm:spPr/>
    </dgm:pt>
    <dgm:pt modelId="{2F8CF89C-F2F2-4756-B989-002CC3FA3BA9}" type="pres">
      <dgm:prSet presAssocID="{9C854246-0365-40BE-A9D2-FBA6FD63690D}" presName="background" presStyleLbl="node0" presStyleIdx="0" presStyleCnt="5"/>
      <dgm:spPr/>
    </dgm:pt>
    <dgm:pt modelId="{4D986B87-038E-4CAB-BD9E-71783C3915D5}" type="pres">
      <dgm:prSet presAssocID="{9C854246-0365-40BE-A9D2-FBA6FD63690D}" presName="text" presStyleLbl="fgAcc0" presStyleIdx="0" presStyleCnt="5">
        <dgm:presLayoutVars>
          <dgm:chPref val="3"/>
        </dgm:presLayoutVars>
      </dgm:prSet>
      <dgm:spPr/>
    </dgm:pt>
    <dgm:pt modelId="{D6279642-D1E8-4632-A368-97C031C4DEC3}" type="pres">
      <dgm:prSet presAssocID="{9C854246-0365-40BE-A9D2-FBA6FD63690D}" presName="hierChild2" presStyleCnt="0"/>
      <dgm:spPr/>
    </dgm:pt>
    <dgm:pt modelId="{0476DC34-6C83-4B84-99E7-97AD09A14929}" type="pres">
      <dgm:prSet presAssocID="{9277149C-CF61-4656-AB00-F722E499954D}" presName="hierRoot1" presStyleCnt="0"/>
      <dgm:spPr/>
    </dgm:pt>
    <dgm:pt modelId="{E9D05414-06C0-4CBD-A388-17403806B87B}" type="pres">
      <dgm:prSet presAssocID="{9277149C-CF61-4656-AB00-F722E499954D}" presName="composite" presStyleCnt="0"/>
      <dgm:spPr/>
    </dgm:pt>
    <dgm:pt modelId="{F22B15FE-E8EB-4ECA-B562-F1339641BA14}" type="pres">
      <dgm:prSet presAssocID="{9277149C-CF61-4656-AB00-F722E499954D}" presName="background" presStyleLbl="node0" presStyleIdx="1" presStyleCnt="5"/>
      <dgm:spPr/>
    </dgm:pt>
    <dgm:pt modelId="{5A5D3007-6762-4DBB-9071-1F68CD419B28}" type="pres">
      <dgm:prSet presAssocID="{9277149C-CF61-4656-AB00-F722E499954D}" presName="text" presStyleLbl="fgAcc0" presStyleIdx="1" presStyleCnt="5">
        <dgm:presLayoutVars>
          <dgm:chPref val="3"/>
        </dgm:presLayoutVars>
      </dgm:prSet>
      <dgm:spPr/>
    </dgm:pt>
    <dgm:pt modelId="{42A962E9-8839-464E-9F8E-049FF40DF775}" type="pres">
      <dgm:prSet presAssocID="{9277149C-CF61-4656-AB00-F722E499954D}" presName="hierChild2" presStyleCnt="0"/>
      <dgm:spPr/>
    </dgm:pt>
    <dgm:pt modelId="{A84015CC-6FAC-4C53-8543-C920B17C1629}" type="pres">
      <dgm:prSet presAssocID="{C5867B55-D9E8-4D06-9FE0-24B942414A90}" presName="hierRoot1" presStyleCnt="0"/>
      <dgm:spPr/>
    </dgm:pt>
    <dgm:pt modelId="{BA3F4883-0AA9-4E7E-8AB3-18C5E852CB20}" type="pres">
      <dgm:prSet presAssocID="{C5867B55-D9E8-4D06-9FE0-24B942414A90}" presName="composite" presStyleCnt="0"/>
      <dgm:spPr/>
    </dgm:pt>
    <dgm:pt modelId="{43DADA16-0842-45DF-9E82-6A0C12F07E51}" type="pres">
      <dgm:prSet presAssocID="{C5867B55-D9E8-4D06-9FE0-24B942414A90}" presName="background" presStyleLbl="node0" presStyleIdx="2" presStyleCnt="5"/>
      <dgm:spPr/>
    </dgm:pt>
    <dgm:pt modelId="{98C52C55-BFE9-4A77-933E-948B39E3706C}" type="pres">
      <dgm:prSet presAssocID="{C5867B55-D9E8-4D06-9FE0-24B942414A90}" presName="text" presStyleLbl="fgAcc0" presStyleIdx="2" presStyleCnt="5">
        <dgm:presLayoutVars>
          <dgm:chPref val="3"/>
        </dgm:presLayoutVars>
      </dgm:prSet>
      <dgm:spPr/>
    </dgm:pt>
    <dgm:pt modelId="{C38A5AF0-8627-4520-91CF-8114A6FA657F}" type="pres">
      <dgm:prSet presAssocID="{C5867B55-D9E8-4D06-9FE0-24B942414A90}" presName="hierChild2" presStyleCnt="0"/>
      <dgm:spPr/>
    </dgm:pt>
    <dgm:pt modelId="{D88CAF83-9633-4FE8-A535-C4D75A111B3E}" type="pres">
      <dgm:prSet presAssocID="{73C46C2D-52AC-4F9D-8825-4288B7243978}" presName="hierRoot1" presStyleCnt="0"/>
      <dgm:spPr/>
    </dgm:pt>
    <dgm:pt modelId="{26F4E2F4-80B7-44FC-9576-DC08FE3CC978}" type="pres">
      <dgm:prSet presAssocID="{73C46C2D-52AC-4F9D-8825-4288B7243978}" presName="composite" presStyleCnt="0"/>
      <dgm:spPr/>
    </dgm:pt>
    <dgm:pt modelId="{9FD2EF1F-8F59-4CA8-9208-113E287DBC00}" type="pres">
      <dgm:prSet presAssocID="{73C46C2D-52AC-4F9D-8825-4288B7243978}" presName="background" presStyleLbl="node0" presStyleIdx="3" presStyleCnt="5"/>
      <dgm:spPr/>
    </dgm:pt>
    <dgm:pt modelId="{7429959F-D87A-4A93-A8CD-58405F45E5B9}" type="pres">
      <dgm:prSet presAssocID="{73C46C2D-52AC-4F9D-8825-4288B7243978}" presName="text" presStyleLbl="fgAcc0" presStyleIdx="3" presStyleCnt="5">
        <dgm:presLayoutVars>
          <dgm:chPref val="3"/>
        </dgm:presLayoutVars>
      </dgm:prSet>
      <dgm:spPr/>
    </dgm:pt>
    <dgm:pt modelId="{FEAFDC5F-6F7A-4B0B-8E67-D451284B438D}" type="pres">
      <dgm:prSet presAssocID="{73C46C2D-52AC-4F9D-8825-4288B7243978}" presName="hierChild2" presStyleCnt="0"/>
      <dgm:spPr/>
    </dgm:pt>
    <dgm:pt modelId="{9C4A52D4-A001-43E6-9B62-6DF50F14AB25}" type="pres">
      <dgm:prSet presAssocID="{F2ACBF7C-EBBC-4297-8A98-424C7DEBD89A}" presName="hierRoot1" presStyleCnt="0"/>
      <dgm:spPr/>
    </dgm:pt>
    <dgm:pt modelId="{9B812B86-7429-4A16-B1D7-FAC590A94A00}" type="pres">
      <dgm:prSet presAssocID="{F2ACBF7C-EBBC-4297-8A98-424C7DEBD89A}" presName="composite" presStyleCnt="0"/>
      <dgm:spPr/>
    </dgm:pt>
    <dgm:pt modelId="{893B5FFD-EEEC-497B-BC75-C814FC285074}" type="pres">
      <dgm:prSet presAssocID="{F2ACBF7C-EBBC-4297-8A98-424C7DEBD89A}" presName="background" presStyleLbl="node0" presStyleIdx="4" presStyleCnt="5"/>
      <dgm:spPr/>
    </dgm:pt>
    <dgm:pt modelId="{BB203212-28D6-438C-BFD2-AA2B60E964FA}" type="pres">
      <dgm:prSet presAssocID="{F2ACBF7C-EBBC-4297-8A98-424C7DEBD89A}" presName="text" presStyleLbl="fgAcc0" presStyleIdx="4" presStyleCnt="5">
        <dgm:presLayoutVars>
          <dgm:chPref val="3"/>
        </dgm:presLayoutVars>
      </dgm:prSet>
      <dgm:spPr/>
    </dgm:pt>
    <dgm:pt modelId="{3FAACA5B-4908-46A3-A588-87E18CA37E91}" type="pres">
      <dgm:prSet presAssocID="{F2ACBF7C-EBBC-4297-8A98-424C7DEBD89A}" presName="hierChild2" presStyleCnt="0"/>
      <dgm:spPr/>
    </dgm:pt>
  </dgm:ptLst>
  <dgm:cxnLst>
    <dgm:cxn modelId="{CD69C504-230C-4FDE-8750-613DA0C3F201}" type="presOf" srcId="{9C854246-0365-40BE-A9D2-FBA6FD63690D}" destId="{4D986B87-038E-4CAB-BD9E-71783C3915D5}" srcOrd="0" destOrd="0" presId="urn:microsoft.com/office/officeart/2005/8/layout/hierarchy1"/>
    <dgm:cxn modelId="{7EF6352F-494C-4BC0-A67E-C791C6B01892}" srcId="{4571588D-CC1F-4E00-A15D-A91D4928334E}" destId="{9277149C-CF61-4656-AB00-F722E499954D}" srcOrd="1" destOrd="0" parTransId="{BF8B14DC-DD0A-4933-9A42-064C973129DB}" sibTransId="{71755C76-201D-4FDE-A6BA-2FE2B0ADE192}"/>
    <dgm:cxn modelId="{F5647D31-2E8C-44A6-BB74-74C0CD5C155E}" srcId="{4571588D-CC1F-4E00-A15D-A91D4928334E}" destId="{73C46C2D-52AC-4F9D-8825-4288B7243978}" srcOrd="3" destOrd="0" parTransId="{1CD6C31C-BB1E-4AF5-B9A2-FC7DB7F3819D}" sibTransId="{B3C5AC5D-DE12-4061-8E19-3C9296C6846C}"/>
    <dgm:cxn modelId="{5BFFEE32-B5D1-4977-98F8-72FABC212CF5}" type="presOf" srcId="{4571588D-CC1F-4E00-A15D-A91D4928334E}" destId="{86FF76E9-A501-4927-8558-00F1C24369AA}" srcOrd="0" destOrd="0" presId="urn:microsoft.com/office/officeart/2005/8/layout/hierarchy1"/>
    <dgm:cxn modelId="{2A3EDE43-9039-4BCE-BB9C-0AF389DB14D6}" srcId="{4571588D-CC1F-4E00-A15D-A91D4928334E}" destId="{F2ACBF7C-EBBC-4297-8A98-424C7DEBD89A}" srcOrd="4" destOrd="0" parTransId="{0BF5B654-D9B0-47D1-9A66-C5296BB02A53}" sibTransId="{6429A37C-0EDB-4707-964B-2D2EE5F8D44C}"/>
    <dgm:cxn modelId="{7B4C4F6D-6863-4052-8C2B-00AFA6FB3BC2}" type="presOf" srcId="{73C46C2D-52AC-4F9D-8825-4288B7243978}" destId="{7429959F-D87A-4A93-A8CD-58405F45E5B9}" srcOrd="0" destOrd="0" presId="urn:microsoft.com/office/officeart/2005/8/layout/hierarchy1"/>
    <dgm:cxn modelId="{439B7271-09B1-41D7-8A14-5318D6E3FE57}" type="presOf" srcId="{F2ACBF7C-EBBC-4297-8A98-424C7DEBD89A}" destId="{BB203212-28D6-438C-BFD2-AA2B60E964FA}" srcOrd="0" destOrd="0" presId="urn:microsoft.com/office/officeart/2005/8/layout/hierarchy1"/>
    <dgm:cxn modelId="{8DA9FE8E-21B5-4D03-B0FE-CBB6AD5809DD}" type="presOf" srcId="{9277149C-CF61-4656-AB00-F722E499954D}" destId="{5A5D3007-6762-4DBB-9071-1F68CD419B28}" srcOrd="0" destOrd="0" presId="urn:microsoft.com/office/officeart/2005/8/layout/hierarchy1"/>
    <dgm:cxn modelId="{CFC691CC-3CBB-411F-9E60-D43BC3238F52}" srcId="{4571588D-CC1F-4E00-A15D-A91D4928334E}" destId="{C5867B55-D9E8-4D06-9FE0-24B942414A90}" srcOrd="2" destOrd="0" parTransId="{A4B34FEB-0CA9-4A72-982B-4B0591E8A516}" sibTransId="{2B33E0B4-A5F3-4C49-AA58-7CBF5681EC3F}"/>
    <dgm:cxn modelId="{5D55B8D2-5C30-48F7-BCA4-712A8DF657AE}" type="presOf" srcId="{C5867B55-D9E8-4D06-9FE0-24B942414A90}" destId="{98C52C55-BFE9-4A77-933E-948B39E3706C}" srcOrd="0" destOrd="0" presId="urn:microsoft.com/office/officeart/2005/8/layout/hierarchy1"/>
    <dgm:cxn modelId="{A6017EE5-7F03-4FE3-85C1-C9F67022FA4C}" srcId="{4571588D-CC1F-4E00-A15D-A91D4928334E}" destId="{9C854246-0365-40BE-A9D2-FBA6FD63690D}" srcOrd="0" destOrd="0" parTransId="{34C3DFEA-1BD1-46E1-A731-0B0399BED6D9}" sibTransId="{23B936E7-D228-45A0-B1D8-1289D4082FF1}"/>
    <dgm:cxn modelId="{CF5B7972-B61B-41EE-8B31-68430B646093}" type="presParOf" srcId="{86FF76E9-A501-4927-8558-00F1C24369AA}" destId="{CA018CEE-91E4-46AF-B2E0-B84A31D2A4BD}" srcOrd="0" destOrd="0" presId="urn:microsoft.com/office/officeart/2005/8/layout/hierarchy1"/>
    <dgm:cxn modelId="{07C9957C-0122-4B4F-9E0F-E2A748E33464}" type="presParOf" srcId="{CA018CEE-91E4-46AF-B2E0-B84A31D2A4BD}" destId="{E53F8C94-CC1C-49E8-9341-EAE9ECE5B2EB}" srcOrd="0" destOrd="0" presId="urn:microsoft.com/office/officeart/2005/8/layout/hierarchy1"/>
    <dgm:cxn modelId="{9C9AAA29-BD8F-4C90-88F5-A59556F35863}" type="presParOf" srcId="{E53F8C94-CC1C-49E8-9341-EAE9ECE5B2EB}" destId="{2F8CF89C-F2F2-4756-B989-002CC3FA3BA9}" srcOrd="0" destOrd="0" presId="urn:microsoft.com/office/officeart/2005/8/layout/hierarchy1"/>
    <dgm:cxn modelId="{BBB93333-35CA-45FF-826E-85DE7C756B31}" type="presParOf" srcId="{E53F8C94-CC1C-49E8-9341-EAE9ECE5B2EB}" destId="{4D986B87-038E-4CAB-BD9E-71783C3915D5}" srcOrd="1" destOrd="0" presId="urn:microsoft.com/office/officeart/2005/8/layout/hierarchy1"/>
    <dgm:cxn modelId="{FF16850E-08FB-47A7-9CE8-3F9FB328EB9C}" type="presParOf" srcId="{CA018CEE-91E4-46AF-B2E0-B84A31D2A4BD}" destId="{D6279642-D1E8-4632-A368-97C031C4DEC3}" srcOrd="1" destOrd="0" presId="urn:microsoft.com/office/officeart/2005/8/layout/hierarchy1"/>
    <dgm:cxn modelId="{1F7B72E9-9B97-4BD1-A311-C5CD2EBB9882}" type="presParOf" srcId="{86FF76E9-A501-4927-8558-00F1C24369AA}" destId="{0476DC34-6C83-4B84-99E7-97AD09A14929}" srcOrd="1" destOrd="0" presId="urn:microsoft.com/office/officeart/2005/8/layout/hierarchy1"/>
    <dgm:cxn modelId="{7EEE1259-7BA4-4C5D-A306-A38D52E08929}" type="presParOf" srcId="{0476DC34-6C83-4B84-99E7-97AD09A14929}" destId="{E9D05414-06C0-4CBD-A388-17403806B87B}" srcOrd="0" destOrd="0" presId="urn:microsoft.com/office/officeart/2005/8/layout/hierarchy1"/>
    <dgm:cxn modelId="{FD8F4BEC-E48F-4E75-8F7B-CC44E2833FFE}" type="presParOf" srcId="{E9D05414-06C0-4CBD-A388-17403806B87B}" destId="{F22B15FE-E8EB-4ECA-B562-F1339641BA14}" srcOrd="0" destOrd="0" presId="urn:microsoft.com/office/officeart/2005/8/layout/hierarchy1"/>
    <dgm:cxn modelId="{C030694F-03D8-400D-8EB3-2773F74B04CF}" type="presParOf" srcId="{E9D05414-06C0-4CBD-A388-17403806B87B}" destId="{5A5D3007-6762-4DBB-9071-1F68CD419B28}" srcOrd="1" destOrd="0" presId="urn:microsoft.com/office/officeart/2005/8/layout/hierarchy1"/>
    <dgm:cxn modelId="{EDA5BB0E-9347-4187-8DEC-5A9B99493F1A}" type="presParOf" srcId="{0476DC34-6C83-4B84-99E7-97AD09A14929}" destId="{42A962E9-8839-464E-9F8E-049FF40DF775}" srcOrd="1" destOrd="0" presId="urn:microsoft.com/office/officeart/2005/8/layout/hierarchy1"/>
    <dgm:cxn modelId="{E9F617EE-8A4B-4EF1-916D-1580677F3CF9}" type="presParOf" srcId="{86FF76E9-A501-4927-8558-00F1C24369AA}" destId="{A84015CC-6FAC-4C53-8543-C920B17C1629}" srcOrd="2" destOrd="0" presId="urn:microsoft.com/office/officeart/2005/8/layout/hierarchy1"/>
    <dgm:cxn modelId="{4B898DCB-FBAA-48BB-9AE5-E2D46FE33460}" type="presParOf" srcId="{A84015CC-6FAC-4C53-8543-C920B17C1629}" destId="{BA3F4883-0AA9-4E7E-8AB3-18C5E852CB20}" srcOrd="0" destOrd="0" presId="urn:microsoft.com/office/officeart/2005/8/layout/hierarchy1"/>
    <dgm:cxn modelId="{EB212EFE-0247-43FB-A3CD-B3E2AA09A11D}" type="presParOf" srcId="{BA3F4883-0AA9-4E7E-8AB3-18C5E852CB20}" destId="{43DADA16-0842-45DF-9E82-6A0C12F07E51}" srcOrd="0" destOrd="0" presId="urn:microsoft.com/office/officeart/2005/8/layout/hierarchy1"/>
    <dgm:cxn modelId="{42C3F3EE-2383-409B-9D12-FE1C9F0BF267}" type="presParOf" srcId="{BA3F4883-0AA9-4E7E-8AB3-18C5E852CB20}" destId="{98C52C55-BFE9-4A77-933E-948B39E3706C}" srcOrd="1" destOrd="0" presId="urn:microsoft.com/office/officeart/2005/8/layout/hierarchy1"/>
    <dgm:cxn modelId="{6E26C99D-AA5A-4762-925F-79B690B1224E}" type="presParOf" srcId="{A84015CC-6FAC-4C53-8543-C920B17C1629}" destId="{C38A5AF0-8627-4520-91CF-8114A6FA657F}" srcOrd="1" destOrd="0" presId="urn:microsoft.com/office/officeart/2005/8/layout/hierarchy1"/>
    <dgm:cxn modelId="{49B04B55-D6B2-4ADF-846E-B69677FD8966}" type="presParOf" srcId="{86FF76E9-A501-4927-8558-00F1C24369AA}" destId="{D88CAF83-9633-4FE8-A535-C4D75A111B3E}" srcOrd="3" destOrd="0" presId="urn:microsoft.com/office/officeart/2005/8/layout/hierarchy1"/>
    <dgm:cxn modelId="{AC6009B2-FF8A-4EC4-BEA9-325DF21F9C69}" type="presParOf" srcId="{D88CAF83-9633-4FE8-A535-C4D75A111B3E}" destId="{26F4E2F4-80B7-44FC-9576-DC08FE3CC978}" srcOrd="0" destOrd="0" presId="urn:microsoft.com/office/officeart/2005/8/layout/hierarchy1"/>
    <dgm:cxn modelId="{E75D6F11-221C-4C1D-B2BD-3FB798C459D6}" type="presParOf" srcId="{26F4E2F4-80B7-44FC-9576-DC08FE3CC978}" destId="{9FD2EF1F-8F59-4CA8-9208-113E287DBC00}" srcOrd="0" destOrd="0" presId="urn:microsoft.com/office/officeart/2005/8/layout/hierarchy1"/>
    <dgm:cxn modelId="{E9177D79-EE38-429D-8E4B-7DE8C6819775}" type="presParOf" srcId="{26F4E2F4-80B7-44FC-9576-DC08FE3CC978}" destId="{7429959F-D87A-4A93-A8CD-58405F45E5B9}" srcOrd="1" destOrd="0" presId="urn:microsoft.com/office/officeart/2005/8/layout/hierarchy1"/>
    <dgm:cxn modelId="{134DC685-A2F2-4C09-861B-857F5A1914B5}" type="presParOf" srcId="{D88CAF83-9633-4FE8-A535-C4D75A111B3E}" destId="{FEAFDC5F-6F7A-4B0B-8E67-D451284B438D}" srcOrd="1" destOrd="0" presId="urn:microsoft.com/office/officeart/2005/8/layout/hierarchy1"/>
    <dgm:cxn modelId="{065D8D6B-52F6-43D3-A5D6-FD51BDA62ECA}" type="presParOf" srcId="{86FF76E9-A501-4927-8558-00F1C24369AA}" destId="{9C4A52D4-A001-43E6-9B62-6DF50F14AB25}" srcOrd="4" destOrd="0" presId="urn:microsoft.com/office/officeart/2005/8/layout/hierarchy1"/>
    <dgm:cxn modelId="{2CBF5646-FFF5-45D1-ABDA-F9EB89D827D5}" type="presParOf" srcId="{9C4A52D4-A001-43E6-9B62-6DF50F14AB25}" destId="{9B812B86-7429-4A16-B1D7-FAC590A94A00}" srcOrd="0" destOrd="0" presId="urn:microsoft.com/office/officeart/2005/8/layout/hierarchy1"/>
    <dgm:cxn modelId="{A21329AC-C8E1-44EF-9FD4-490084DC9577}" type="presParOf" srcId="{9B812B86-7429-4A16-B1D7-FAC590A94A00}" destId="{893B5FFD-EEEC-497B-BC75-C814FC285074}" srcOrd="0" destOrd="0" presId="urn:microsoft.com/office/officeart/2005/8/layout/hierarchy1"/>
    <dgm:cxn modelId="{CF1EE8EA-752B-4A02-9B13-021F4886EE48}" type="presParOf" srcId="{9B812B86-7429-4A16-B1D7-FAC590A94A00}" destId="{BB203212-28D6-438C-BFD2-AA2B60E964FA}" srcOrd="1" destOrd="0" presId="urn:microsoft.com/office/officeart/2005/8/layout/hierarchy1"/>
    <dgm:cxn modelId="{B1EC8254-85BE-46D1-B35A-370E2467B875}" type="presParOf" srcId="{9C4A52D4-A001-43E6-9B62-6DF50F14AB25}" destId="{3FAACA5B-4908-46A3-A588-87E18CA37E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1E019C-D35B-4D8D-8FC4-6A99AE31576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7033F2-E193-4447-837D-B6FA13D0428A}">
      <dgm:prSet/>
      <dgm:spPr/>
      <dgm:t>
        <a:bodyPr/>
        <a:lstStyle/>
        <a:p>
          <a:pPr>
            <a:defRPr cap="all"/>
          </a:pPr>
          <a:r>
            <a:rPr lang="en-US" b="0" i="0"/>
            <a:t>Stationärer Computer</a:t>
          </a:r>
          <a:endParaRPr lang="en-US"/>
        </a:p>
      </dgm:t>
    </dgm:pt>
    <dgm:pt modelId="{13757AA6-3392-435E-BA1F-B013B17F6D8A}" type="parTrans" cxnId="{FD444D23-D3AC-4928-8713-47CA2AC20099}">
      <dgm:prSet/>
      <dgm:spPr/>
      <dgm:t>
        <a:bodyPr/>
        <a:lstStyle/>
        <a:p>
          <a:endParaRPr lang="en-US"/>
        </a:p>
      </dgm:t>
    </dgm:pt>
    <dgm:pt modelId="{BD57C3B6-2C7A-4109-A5BF-8CAD70EBF6A7}" type="sibTrans" cxnId="{FD444D23-D3AC-4928-8713-47CA2AC20099}">
      <dgm:prSet/>
      <dgm:spPr/>
      <dgm:t>
        <a:bodyPr/>
        <a:lstStyle/>
        <a:p>
          <a:endParaRPr lang="en-US"/>
        </a:p>
      </dgm:t>
    </dgm:pt>
    <dgm:pt modelId="{A2117665-D83C-4321-BF3D-607F09C76241}">
      <dgm:prSet/>
      <dgm:spPr/>
      <dgm:t>
        <a:bodyPr/>
        <a:lstStyle/>
        <a:p>
          <a:pPr>
            <a:defRPr cap="all"/>
          </a:pPr>
          <a:r>
            <a:rPr lang="en-US" b="0" i="0"/>
            <a:t>Hauptplatine und Monitorteil im Gleichen Gehäuse</a:t>
          </a:r>
          <a:endParaRPr lang="en-US"/>
        </a:p>
      </dgm:t>
    </dgm:pt>
    <dgm:pt modelId="{16FFB56C-26F3-4F2B-ADD4-2654F131B8AD}" type="parTrans" cxnId="{DEE36C53-0389-45A1-9E29-4470C8EC3856}">
      <dgm:prSet/>
      <dgm:spPr/>
      <dgm:t>
        <a:bodyPr/>
        <a:lstStyle/>
        <a:p>
          <a:endParaRPr lang="en-US"/>
        </a:p>
      </dgm:t>
    </dgm:pt>
    <dgm:pt modelId="{05CC47C6-D1D1-4E75-AE85-916789D8DAD3}" type="sibTrans" cxnId="{DEE36C53-0389-45A1-9E29-4470C8EC3856}">
      <dgm:prSet/>
      <dgm:spPr/>
      <dgm:t>
        <a:bodyPr/>
        <a:lstStyle/>
        <a:p>
          <a:endParaRPr lang="en-US"/>
        </a:p>
      </dgm:t>
    </dgm:pt>
    <dgm:pt modelId="{2D5BCA43-7F9E-44DE-A824-A62A6408BEA1}" type="pres">
      <dgm:prSet presAssocID="{671E019C-D35B-4D8D-8FC4-6A99AE31576D}" presName="root" presStyleCnt="0">
        <dgm:presLayoutVars>
          <dgm:dir/>
          <dgm:resizeHandles val="exact"/>
        </dgm:presLayoutVars>
      </dgm:prSet>
      <dgm:spPr/>
    </dgm:pt>
    <dgm:pt modelId="{95BC422C-311D-4C1F-994A-58FE86BBA092}" type="pres">
      <dgm:prSet presAssocID="{117033F2-E193-4447-837D-B6FA13D0428A}" presName="compNode" presStyleCnt="0"/>
      <dgm:spPr/>
    </dgm:pt>
    <dgm:pt modelId="{510219A3-69AC-49B6-BFF9-486061E43ED4}" type="pres">
      <dgm:prSet presAssocID="{117033F2-E193-4447-837D-B6FA13D0428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EA1751C-985C-4176-8853-C30BAE3DA25C}" type="pres">
      <dgm:prSet presAssocID="{117033F2-E193-4447-837D-B6FA13D0428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9282FD2-9526-4757-B07C-F14895843D65}" type="pres">
      <dgm:prSet presAssocID="{117033F2-E193-4447-837D-B6FA13D0428A}" presName="spaceRect" presStyleCnt="0"/>
      <dgm:spPr/>
    </dgm:pt>
    <dgm:pt modelId="{3B4DAD8F-50C4-45F0-90F1-E19D186454D1}" type="pres">
      <dgm:prSet presAssocID="{117033F2-E193-4447-837D-B6FA13D0428A}" presName="textRect" presStyleLbl="revTx" presStyleIdx="0" presStyleCnt="2">
        <dgm:presLayoutVars>
          <dgm:chMax val="1"/>
          <dgm:chPref val="1"/>
        </dgm:presLayoutVars>
      </dgm:prSet>
      <dgm:spPr/>
    </dgm:pt>
    <dgm:pt modelId="{01C86AEC-E3CF-4E49-8F4B-36FAF4AC51E0}" type="pres">
      <dgm:prSet presAssocID="{BD57C3B6-2C7A-4109-A5BF-8CAD70EBF6A7}" presName="sibTrans" presStyleCnt="0"/>
      <dgm:spPr/>
    </dgm:pt>
    <dgm:pt modelId="{87B9CF3E-68E8-4791-8F72-490CC25AE99C}" type="pres">
      <dgm:prSet presAssocID="{A2117665-D83C-4321-BF3D-607F09C76241}" presName="compNode" presStyleCnt="0"/>
      <dgm:spPr/>
    </dgm:pt>
    <dgm:pt modelId="{121DCB24-AF29-4F20-9192-158ED3363B10}" type="pres">
      <dgm:prSet presAssocID="{A2117665-D83C-4321-BF3D-607F09C7624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0546487-ED60-468E-B4EC-7D8792DC9921}" type="pres">
      <dgm:prSet presAssocID="{A2117665-D83C-4321-BF3D-607F09C762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us"/>
        </a:ext>
      </dgm:extLst>
    </dgm:pt>
    <dgm:pt modelId="{3005393B-28BE-450E-B7BE-C7FB8F7394E0}" type="pres">
      <dgm:prSet presAssocID="{A2117665-D83C-4321-BF3D-607F09C76241}" presName="spaceRect" presStyleCnt="0"/>
      <dgm:spPr/>
    </dgm:pt>
    <dgm:pt modelId="{0F5006C7-6343-4113-8341-E638CEA87343}" type="pres">
      <dgm:prSet presAssocID="{A2117665-D83C-4321-BF3D-607F09C7624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D444D23-D3AC-4928-8713-47CA2AC20099}" srcId="{671E019C-D35B-4D8D-8FC4-6A99AE31576D}" destId="{117033F2-E193-4447-837D-B6FA13D0428A}" srcOrd="0" destOrd="0" parTransId="{13757AA6-3392-435E-BA1F-B013B17F6D8A}" sibTransId="{BD57C3B6-2C7A-4109-A5BF-8CAD70EBF6A7}"/>
    <dgm:cxn modelId="{9EE71565-84BD-46E9-8FDA-8099F96EE297}" type="presOf" srcId="{117033F2-E193-4447-837D-B6FA13D0428A}" destId="{3B4DAD8F-50C4-45F0-90F1-E19D186454D1}" srcOrd="0" destOrd="0" presId="urn:microsoft.com/office/officeart/2018/5/layout/IconLeafLabelList"/>
    <dgm:cxn modelId="{DEE36C53-0389-45A1-9E29-4470C8EC3856}" srcId="{671E019C-D35B-4D8D-8FC4-6A99AE31576D}" destId="{A2117665-D83C-4321-BF3D-607F09C76241}" srcOrd="1" destOrd="0" parTransId="{16FFB56C-26F3-4F2B-ADD4-2654F131B8AD}" sibTransId="{05CC47C6-D1D1-4E75-AE85-916789D8DAD3}"/>
    <dgm:cxn modelId="{6B5E6E8A-0E03-43AD-83F3-266C0E6B08E3}" type="presOf" srcId="{A2117665-D83C-4321-BF3D-607F09C76241}" destId="{0F5006C7-6343-4113-8341-E638CEA87343}" srcOrd="0" destOrd="0" presId="urn:microsoft.com/office/officeart/2018/5/layout/IconLeafLabelList"/>
    <dgm:cxn modelId="{AC3F22ED-7B3A-489B-AB56-18B5F8D14AE9}" type="presOf" srcId="{671E019C-D35B-4D8D-8FC4-6A99AE31576D}" destId="{2D5BCA43-7F9E-44DE-A824-A62A6408BEA1}" srcOrd="0" destOrd="0" presId="urn:microsoft.com/office/officeart/2018/5/layout/IconLeafLabelList"/>
    <dgm:cxn modelId="{BB64B1B2-2B56-4BEA-ABB3-C0E3388FB332}" type="presParOf" srcId="{2D5BCA43-7F9E-44DE-A824-A62A6408BEA1}" destId="{95BC422C-311D-4C1F-994A-58FE86BBA092}" srcOrd="0" destOrd="0" presId="urn:microsoft.com/office/officeart/2018/5/layout/IconLeafLabelList"/>
    <dgm:cxn modelId="{4F9C1149-0AD4-47F1-99AF-E7A8455FD804}" type="presParOf" srcId="{95BC422C-311D-4C1F-994A-58FE86BBA092}" destId="{510219A3-69AC-49B6-BFF9-486061E43ED4}" srcOrd="0" destOrd="0" presId="urn:microsoft.com/office/officeart/2018/5/layout/IconLeafLabelList"/>
    <dgm:cxn modelId="{8FAAF997-A35B-45DF-B54F-384AFEA83237}" type="presParOf" srcId="{95BC422C-311D-4C1F-994A-58FE86BBA092}" destId="{BEA1751C-985C-4176-8853-C30BAE3DA25C}" srcOrd="1" destOrd="0" presId="urn:microsoft.com/office/officeart/2018/5/layout/IconLeafLabelList"/>
    <dgm:cxn modelId="{B6AED7CA-1532-4420-95AF-263AD556557A}" type="presParOf" srcId="{95BC422C-311D-4C1F-994A-58FE86BBA092}" destId="{A9282FD2-9526-4757-B07C-F14895843D65}" srcOrd="2" destOrd="0" presId="urn:microsoft.com/office/officeart/2018/5/layout/IconLeafLabelList"/>
    <dgm:cxn modelId="{7EECA6E8-9572-4308-A042-6A8FD6E1C3E3}" type="presParOf" srcId="{95BC422C-311D-4C1F-994A-58FE86BBA092}" destId="{3B4DAD8F-50C4-45F0-90F1-E19D186454D1}" srcOrd="3" destOrd="0" presId="urn:microsoft.com/office/officeart/2018/5/layout/IconLeafLabelList"/>
    <dgm:cxn modelId="{76E843F0-1970-48E6-8558-6AA03D1AC355}" type="presParOf" srcId="{2D5BCA43-7F9E-44DE-A824-A62A6408BEA1}" destId="{01C86AEC-E3CF-4E49-8F4B-36FAF4AC51E0}" srcOrd="1" destOrd="0" presId="urn:microsoft.com/office/officeart/2018/5/layout/IconLeafLabelList"/>
    <dgm:cxn modelId="{07B05CB9-8215-4C1C-B842-6B8D0740D200}" type="presParOf" srcId="{2D5BCA43-7F9E-44DE-A824-A62A6408BEA1}" destId="{87B9CF3E-68E8-4791-8F72-490CC25AE99C}" srcOrd="2" destOrd="0" presId="urn:microsoft.com/office/officeart/2018/5/layout/IconLeafLabelList"/>
    <dgm:cxn modelId="{8BFFAFCB-5D99-4D23-8712-F70BA7E44106}" type="presParOf" srcId="{87B9CF3E-68E8-4791-8F72-490CC25AE99C}" destId="{121DCB24-AF29-4F20-9192-158ED3363B10}" srcOrd="0" destOrd="0" presId="urn:microsoft.com/office/officeart/2018/5/layout/IconLeafLabelList"/>
    <dgm:cxn modelId="{03AA647D-EE9A-46C0-8704-2A7192BEA1F7}" type="presParOf" srcId="{87B9CF3E-68E8-4791-8F72-490CC25AE99C}" destId="{20546487-ED60-468E-B4EC-7D8792DC9921}" srcOrd="1" destOrd="0" presId="urn:microsoft.com/office/officeart/2018/5/layout/IconLeafLabelList"/>
    <dgm:cxn modelId="{DED63D64-A65E-4685-81C2-0B57271B48C5}" type="presParOf" srcId="{87B9CF3E-68E8-4791-8F72-490CC25AE99C}" destId="{3005393B-28BE-450E-B7BE-C7FB8F7394E0}" srcOrd="2" destOrd="0" presId="urn:microsoft.com/office/officeart/2018/5/layout/IconLeafLabelList"/>
    <dgm:cxn modelId="{9EB8B250-D4F4-4ADF-A2BF-B752122028A8}" type="presParOf" srcId="{87B9CF3E-68E8-4791-8F72-490CC25AE99C}" destId="{0F5006C7-6343-4113-8341-E638CEA8734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479125-172B-4FD0-87D0-CBC956AAA0AD}" type="doc">
      <dgm:prSet loTypeId="urn:microsoft.com/office/officeart/2005/8/layout/vList5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BF06FB8-FF65-4F41-A7C1-0CA4160CBC76}">
      <dgm:prSet/>
      <dgm:spPr/>
      <dgm:t>
        <a:bodyPr/>
        <a:lstStyle/>
        <a:p>
          <a:r>
            <a:rPr lang="en-US"/>
            <a:t>Leistungsfähigkeit: Geringer </a:t>
          </a:r>
        </a:p>
      </dgm:t>
    </dgm:pt>
    <dgm:pt modelId="{A6DFFAC2-2974-4A69-8F51-793F979B7A71}" type="parTrans" cxnId="{FF885777-C21D-4F32-9296-7EBB8C521F37}">
      <dgm:prSet/>
      <dgm:spPr/>
      <dgm:t>
        <a:bodyPr/>
        <a:lstStyle/>
        <a:p>
          <a:endParaRPr lang="en-US"/>
        </a:p>
      </dgm:t>
    </dgm:pt>
    <dgm:pt modelId="{07E96507-A54E-4137-9E8D-C73CC546A611}" type="sibTrans" cxnId="{FF885777-C21D-4F32-9296-7EBB8C521F37}">
      <dgm:prSet/>
      <dgm:spPr/>
      <dgm:t>
        <a:bodyPr/>
        <a:lstStyle/>
        <a:p>
          <a:endParaRPr lang="en-US"/>
        </a:p>
      </dgm:t>
    </dgm:pt>
    <dgm:pt modelId="{01425BDE-389B-4552-A855-C5EEEFDA5F94}">
      <dgm:prSet/>
      <dgm:spPr/>
      <dgm:t>
        <a:bodyPr/>
        <a:lstStyle/>
        <a:p>
          <a:r>
            <a:rPr lang="en-US"/>
            <a:t>Platzbedarf: sparsam</a:t>
          </a:r>
        </a:p>
      </dgm:t>
    </dgm:pt>
    <dgm:pt modelId="{DA5CA780-ED26-482B-811C-C251D6C6BC9C}" type="parTrans" cxnId="{3E54DE93-26A8-4ED2-818F-3E210849C6E1}">
      <dgm:prSet/>
      <dgm:spPr/>
      <dgm:t>
        <a:bodyPr/>
        <a:lstStyle/>
        <a:p>
          <a:endParaRPr lang="en-US"/>
        </a:p>
      </dgm:t>
    </dgm:pt>
    <dgm:pt modelId="{042D71FC-3D3A-4769-A5DB-FB0E18A19A22}" type="sibTrans" cxnId="{3E54DE93-26A8-4ED2-818F-3E210849C6E1}">
      <dgm:prSet/>
      <dgm:spPr/>
      <dgm:t>
        <a:bodyPr/>
        <a:lstStyle/>
        <a:p>
          <a:endParaRPr lang="en-US"/>
        </a:p>
      </dgm:t>
    </dgm:pt>
    <dgm:pt modelId="{7F20DB6C-3AB4-4782-9429-D425F7FDD7A7}">
      <dgm:prSet/>
      <dgm:spPr/>
      <dgm:t>
        <a:bodyPr/>
        <a:lstStyle/>
        <a:p>
          <a:r>
            <a:rPr lang="en-US"/>
            <a:t>Kosten: tendenziell höher</a:t>
          </a:r>
        </a:p>
      </dgm:t>
    </dgm:pt>
    <dgm:pt modelId="{4B1F5200-48DE-435D-BDD7-FA0E751E8409}" type="parTrans" cxnId="{C1C4E08A-1478-4FC0-AE92-381ABE0131EB}">
      <dgm:prSet/>
      <dgm:spPr/>
      <dgm:t>
        <a:bodyPr/>
        <a:lstStyle/>
        <a:p>
          <a:endParaRPr lang="en-US"/>
        </a:p>
      </dgm:t>
    </dgm:pt>
    <dgm:pt modelId="{97D964D9-9883-4591-A332-CA54BBF17DD2}" type="sibTrans" cxnId="{C1C4E08A-1478-4FC0-AE92-381ABE0131EB}">
      <dgm:prSet/>
      <dgm:spPr/>
      <dgm:t>
        <a:bodyPr/>
        <a:lstStyle/>
        <a:p>
          <a:endParaRPr lang="en-US"/>
        </a:p>
      </dgm:t>
    </dgm:pt>
    <dgm:pt modelId="{0E976D0B-1400-4933-BEE0-D5EC0A6E51FF}">
      <dgm:prSet/>
      <dgm:spPr/>
      <dgm:t>
        <a:bodyPr/>
        <a:lstStyle/>
        <a:p>
          <a:r>
            <a:rPr lang="en-US"/>
            <a:t>Energieverbrauch: effizienter</a:t>
          </a:r>
        </a:p>
      </dgm:t>
    </dgm:pt>
    <dgm:pt modelId="{8A5CF3DA-9306-422F-8FF5-A715AF7845AB}" type="parTrans" cxnId="{8FC522CD-01A5-4344-B859-E28EED3B85AF}">
      <dgm:prSet/>
      <dgm:spPr/>
      <dgm:t>
        <a:bodyPr/>
        <a:lstStyle/>
        <a:p>
          <a:endParaRPr lang="en-US"/>
        </a:p>
      </dgm:t>
    </dgm:pt>
    <dgm:pt modelId="{06023D6C-DCAB-4EEF-B1EF-7DFE40279054}" type="sibTrans" cxnId="{8FC522CD-01A5-4344-B859-E28EED3B85AF}">
      <dgm:prSet/>
      <dgm:spPr/>
      <dgm:t>
        <a:bodyPr/>
        <a:lstStyle/>
        <a:p>
          <a:endParaRPr lang="en-US"/>
        </a:p>
      </dgm:t>
    </dgm:pt>
    <dgm:pt modelId="{5BD1D409-AF65-4534-95A8-462CFEA8C023}">
      <dgm:prSet/>
      <dgm:spPr/>
      <dgm:t>
        <a:bodyPr/>
        <a:lstStyle/>
        <a:p>
          <a:r>
            <a:rPr lang="en-US"/>
            <a:t>Mobilität: höher</a:t>
          </a:r>
        </a:p>
      </dgm:t>
    </dgm:pt>
    <dgm:pt modelId="{1D810B49-5D26-4CF2-B35A-F74C52AC5F22}" type="parTrans" cxnId="{80932532-2205-4221-BDB3-D353DF8BA15D}">
      <dgm:prSet/>
      <dgm:spPr/>
      <dgm:t>
        <a:bodyPr/>
        <a:lstStyle/>
        <a:p>
          <a:endParaRPr lang="en-US"/>
        </a:p>
      </dgm:t>
    </dgm:pt>
    <dgm:pt modelId="{6433D5C0-6C98-4561-9327-F6B95683A55F}" type="sibTrans" cxnId="{80932532-2205-4221-BDB3-D353DF8BA15D}">
      <dgm:prSet/>
      <dgm:spPr/>
      <dgm:t>
        <a:bodyPr/>
        <a:lstStyle/>
        <a:p>
          <a:endParaRPr lang="en-US"/>
        </a:p>
      </dgm:t>
    </dgm:pt>
    <dgm:pt modelId="{DDD8AD61-75E8-49AA-A7D9-E6166E4FC120}" type="pres">
      <dgm:prSet presAssocID="{75479125-172B-4FD0-87D0-CBC956AAA0AD}" presName="Name0" presStyleCnt="0">
        <dgm:presLayoutVars>
          <dgm:dir/>
          <dgm:animLvl val="lvl"/>
          <dgm:resizeHandles val="exact"/>
        </dgm:presLayoutVars>
      </dgm:prSet>
      <dgm:spPr/>
    </dgm:pt>
    <dgm:pt modelId="{C3C66A10-B80D-4C17-B03C-D8A61F41B894}" type="pres">
      <dgm:prSet presAssocID="{EBF06FB8-FF65-4F41-A7C1-0CA4160CBC76}" presName="linNode" presStyleCnt="0"/>
      <dgm:spPr/>
    </dgm:pt>
    <dgm:pt modelId="{854F62D1-5029-489F-BF15-ED788BD1972C}" type="pres">
      <dgm:prSet presAssocID="{EBF06FB8-FF65-4F41-A7C1-0CA4160CBC7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B355485-797E-40FA-A60F-9AE54543F4BE}" type="pres">
      <dgm:prSet presAssocID="{07E96507-A54E-4137-9E8D-C73CC546A611}" presName="sp" presStyleCnt="0"/>
      <dgm:spPr/>
    </dgm:pt>
    <dgm:pt modelId="{9A96B36D-62AF-458D-815F-24EAC41EDDD7}" type="pres">
      <dgm:prSet presAssocID="{01425BDE-389B-4552-A855-C5EEEFDA5F94}" presName="linNode" presStyleCnt="0"/>
      <dgm:spPr/>
    </dgm:pt>
    <dgm:pt modelId="{9AFC99D7-67C2-4BD8-B19F-711C4B51BA9D}" type="pres">
      <dgm:prSet presAssocID="{01425BDE-389B-4552-A855-C5EEEFDA5F9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243E734-AD33-42C8-B552-500AA469CAC9}" type="pres">
      <dgm:prSet presAssocID="{042D71FC-3D3A-4769-A5DB-FB0E18A19A22}" presName="sp" presStyleCnt="0"/>
      <dgm:spPr/>
    </dgm:pt>
    <dgm:pt modelId="{D566E7DC-D78A-4DC9-840F-6CC7DD30B9E1}" type="pres">
      <dgm:prSet presAssocID="{7F20DB6C-3AB4-4782-9429-D425F7FDD7A7}" presName="linNode" presStyleCnt="0"/>
      <dgm:spPr/>
    </dgm:pt>
    <dgm:pt modelId="{DD4B9392-7E47-4D0B-926E-4F9F661368E8}" type="pres">
      <dgm:prSet presAssocID="{7F20DB6C-3AB4-4782-9429-D425F7FDD7A7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63E5EC5-68B5-422B-9AFE-3A27A38A46DC}" type="pres">
      <dgm:prSet presAssocID="{97D964D9-9883-4591-A332-CA54BBF17DD2}" presName="sp" presStyleCnt="0"/>
      <dgm:spPr/>
    </dgm:pt>
    <dgm:pt modelId="{F756CBC1-AF69-47E8-8DA5-2F5A92637927}" type="pres">
      <dgm:prSet presAssocID="{0E976D0B-1400-4933-BEE0-D5EC0A6E51FF}" presName="linNode" presStyleCnt="0"/>
      <dgm:spPr/>
    </dgm:pt>
    <dgm:pt modelId="{BAA176BC-5784-4CD6-85E8-082083574D3B}" type="pres">
      <dgm:prSet presAssocID="{0E976D0B-1400-4933-BEE0-D5EC0A6E51F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8510534-D8BA-490A-88BE-E8803583D175}" type="pres">
      <dgm:prSet presAssocID="{06023D6C-DCAB-4EEF-B1EF-7DFE40279054}" presName="sp" presStyleCnt="0"/>
      <dgm:spPr/>
    </dgm:pt>
    <dgm:pt modelId="{D0C1CBDA-CCD1-42A4-97AE-1BD3EBC1773B}" type="pres">
      <dgm:prSet presAssocID="{5BD1D409-AF65-4534-95A8-462CFEA8C023}" presName="linNode" presStyleCnt="0"/>
      <dgm:spPr/>
    </dgm:pt>
    <dgm:pt modelId="{0DA6903A-1AB5-413E-871E-6C369C924FDF}" type="pres">
      <dgm:prSet presAssocID="{5BD1D409-AF65-4534-95A8-462CFEA8C023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89ACB20-665A-484F-870F-9E9312813565}" type="presOf" srcId="{EBF06FB8-FF65-4F41-A7C1-0CA4160CBC76}" destId="{854F62D1-5029-489F-BF15-ED788BD1972C}" srcOrd="0" destOrd="0" presId="urn:microsoft.com/office/officeart/2005/8/layout/vList5"/>
    <dgm:cxn modelId="{80932532-2205-4221-BDB3-D353DF8BA15D}" srcId="{75479125-172B-4FD0-87D0-CBC956AAA0AD}" destId="{5BD1D409-AF65-4534-95A8-462CFEA8C023}" srcOrd="4" destOrd="0" parTransId="{1D810B49-5D26-4CF2-B35A-F74C52AC5F22}" sibTransId="{6433D5C0-6C98-4561-9327-F6B95683A55F}"/>
    <dgm:cxn modelId="{FF885777-C21D-4F32-9296-7EBB8C521F37}" srcId="{75479125-172B-4FD0-87D0-CBC956AAA0AD}" destId="{EBF06FB8-FF65-4F41-A7C1-0CA4160CBC76}" srcOrd="0" destOrd="0" parTransId="{A6DFFAC2-2974-4A69-8F51-793F979B7A71}" sibTransId="{07E96507-A54E-4137-9E8D-C73CC546A611}"/>
    <dgm:cxn modelId="{C1C4E08A-1478-4FC0-AE92-381ABE0131EB}" srcId="{75479125-172B-4FD0-87D0-CBC956AAA0AD}" destId="{7F20DB6C-3AB4-4782-9429-D425F7FDD7A7}" srcOrd="2" destOrd="0" parTransId="{4B1F5200-48DE-435D-BDD7-FA0E751E8409}" sibTransId="{97D964D9-9883-4591-A332-CA54BBF17DD2}"/>
    <dgm:cxn modelId="{3E54DE93-26A8-4ED2-818F-3E210849C6E1}" srcId="{75479125-172B-4FD0-87D0-CBC956AAA0AD}" destId="{01425BDE-389B-4552-A855-C5EEEFDA5F94}" srcOrd="1" destOrd="0" parTransId="{DA5CA780-ED26-482B-811C-C251D6C6BC9C}" sibTransId="{042D71FC-3D3A-4769-A5DB-FB0E18A19A22}"/>
    <dgm:cxn modelId="{B23810A0-C650-49EA-9964-247E9EC400A3}" type="presOf" srcId="{7F20DB6C-3AB4-4782-9429-D425F7FDD7A7}" destId="{DD4B9392-7E47-4D0B-926E-4F9F661368E8}" srcOrd="0" destOrd="0" presId="urn:microsoft.com/office/officeart/2005/8/layout/vList5"/>
    <dgm:cxn modelId="{99114FA7-B6C2-489D-9E19-4DCEE8FD0ECD}" type="presOf" srcId="{75479125-172B-4FD0-87D0-CBC956AAA0AD}" destId="{DDD8AD61-75E8-49AA-A7D9-E6166E4FC120}" srcOrd="0" destOrd="0" presId="urn:microsoft.com/office/officeart/2005/8/layout/vList5"/>
    <dgm:cxn modelId="{C03477BB-6DDB-43C2-8DD8-6FDC46B954B7}" type="presOf" srcId="{5BD1D409-AF65-4534-95A8-462CFEA8C023}" destId="{0DA6903A-1AB5-413E-871E-6C369C924FDF}" srcOrd="0" destOrd="0" presId="urn:microsoft.com/office/officeart/2005/8/layout/vList5"/>
    <dgm:cxn modelId="{8FC522CD-01A5-4344-B859-E28EED3B85AF}" srcId="{75479125-172B-4FD0-87D0-CBC956AAA0AD}" destId="{0E976D0B-1400-4933-BEE0-D5EC0A6E51FF}" srcOrd="3" destOrd="0" parTransId="{8A5CF3DA-9306-422F-8FF5-A715AF7845AB}" sibTransId="{06023D6C-DCAB-4EEF-B1EF-7DFE40279054}"/>
    <dgm:cxn modelId="{BBF0B4D6-2D83-4F6F-96E8-4A066FFA08B2}" type="presOf" srcId="{01425BDE-389B-4552-A855-C5EEEFDA5F94}" destId="{9AFC99D7-67C2-4BD8-B19F-711C4B51BA9D}" srcOrd="0" destOrd="0" presId="urn:microsoft.com/office/officeart/2005/8/layout/vList5"/>
    <dgm:cxn modelId="{C43D22DB-73DB-41E3-B41E-188A8F641E78}" type="presOf" srcId="{0E976D0B-1400-4933-BEE0-D5EC0A6E51FF}" destId="{BAA176BC-5784-4CD6-85E8-082083574D3B}" srcOrd="0" destOrd="0" presId="urn:microsoft.com/office/officeart/2005/8/layout/vList5"/>
    <dgm:cxn modelId="{F6124F89-7EEB-49B4-95AA-4DFB06433A6B}" type="presParOf" srcId="{DDD8AD61-75E8-49AA-A7D9-E6166E4FC120}" destId="{C3C66A10-B80D-4C17-B03C-D8A61F41B894}" srcOrd="0" destOrd="0" presId="urn:microsoft.com/office/officeart/2005/8/layout/vList5"/>
    <dgm:cxn modelId="{89D9ECA7-E8B2-4EF3-9EC3-F6BEC73974FB}" type="presParOf" srcId="{C3C66A10-B80D-4C17-B03C-D8A61F41B894}" destId="{854F62D1-5029-489F-BF15-ED788BD1972C}" srcOrd="0" destOrd="0" presId="urn:microsoft.com/office/officeart/2005/8/layout/vList5"/>
    <dgm:cxn modelId="{CDCEA749-61D7-4FF9-A144-125DDDD448B3}" type="presParOf" srcId="{DDD8AD61-75E8-49AA-A7D9-E6166E4FC120}" destId="{6B355485-797E-40FA-A60F-9AE54543F4BE}" srcOrd="1" destOrd="0" presId="urn:microsoft.com/office/officeart/2005/8/layout/vList5"/>
    <dgm:cxn modelId="{81C4115D-A1E6-410D-A66E-C7C48DAF3FA4}" type="presParOf" srcId="{DDD8AD61-75E8-49AA-A7D9-E6166E4FC120}" destId="{9A96B36D-62AF-458D-815F-24EAC41EDDD7}" srcOrd="2" destOrd="0" presId="urn:microsoft.com/office/officeart/2005/8/layout/vList5"/>
    <dgm:cxn modelId="{2F5AAD9B-4CA7-41BB-8FC2-BAA21BDEC66C}" type="presParOf" srcId="{9A96B36D-62AF-458D-815F-24EAC41EDDD7}" destId="{9AFC99D7-67C2-4BD8-B19F-711C4B51BA9D}" srcOrd="0" destOrd="0" presId="urn:microsoft.com/office/officeart/2005/8/layout/vList5"/>
    <dgm:cxn modelId="{5E3D34C3-A749-49CE-BE82-C0A2A3973685}" type="presParOf" srcId="{DDD8AD61-75E8-49AA-A7D9-E6166E4FC120}" destId="{5243E734-AD33-42C8-B552-500AA469CAC9}" srcOrd="3" destOrd="0" presId="urn:microsoft.com/office/officeart/2005/8/layout/vList5"/>
    <dgm:cxn modelId="{A35E74B0-5C1F-4E3C-A504-1BA9EE846677}" type="presParOf" srcId="{DDD8AD61-75E8-49AA-A7D9-E6166E4FC120}" destId="{D566E7DC-D78A-4DC9-840F-6CC7DD30B9E1}" srcOrd="4" destOrd="0" presId="urn:microsoft.com/office/officeart/2005/8/layout/vList5"/>
    <dgm:cxn modelId="{650B62F6-21FB-4D6A-97B3-DE5144ECDCCC}" type="presParOf" srcId="{D566E7DC-D78A-4DC9-840F-6CC7DD30B9E1}" destId="{DD4B9392-7E47-4D0B-926E-4F9F661368E8}" srcOrd="0" destOrd="0" presId="urn:microsoft.com/office/officeart/2005/8/layout/vList5"/>
    <dgm:cxn modelId="{B7AF2937-87DE-4A64-8C10-B0A51DBFA50D}" type="presParOf" srcId="{DDD8AD61-75E8-49AA-A7D9-E6166E4FC120}" destId="{D63E5EC5-68B5-422B-9AFE-3A27A38A46DC}" srcOrd="5" destOrd="0" presId="urn:microsoft.com/office/officeart/2005/8/layout/vList5"/>
    <dgm:cxn modelId="{1B3744EB-6547-4378-BE03-EFBAC89BC61B}" type="presParOf" srcId="{DDD8AD61-75E8-49AA-A7D9-E6166E4FC120}" destId="{F756CBC1-AF69-47E8-8DA5-2F5A92637927}" srcOrd="6" destOrd="0" presId="urn:microsoft.com/office/officeart/2005/8/layout/vList5"/>
    <dgm:cxn modelId="{C6E0ED63-93B3-4695-B8E5-02CB0119B524}" type="presParOf" srcId="{F756CBC1-AF69-47E8-8DA5-2F5A92637927}" destId="{BAA176BC-5784-4CD6-85E8-082083574D3B}" srcOrd="0" destOrd="0" presId="urn:microsoft.com/office/officeart/2005/8/layout/vList5"/>
    <dgm:cxn modelId="{5B4B983E-F594-4CB7-8ECC-5CBBBB2E395E}" type="presParOf" srcId="{DDD8AD61-75E8-49AA-A7D9-E6166E4FC120}" destId="{F8510534-D8BA-490A-88BE-E8803583D175}" srcOrd="7" destOrd="0" presId="urn:microsoft.com/office/officeart/2005/8/layout/vList5"/>
    <dgm:cxn modelId="{DCD897A0-B8A1-45A5-8F55-5AA64CB073D4}" type="presParOf" srcId="{DDD8AD61-75E8-49AA-A7D9-E6166E4FC120}" destId="{D0C1CBDA-CCD1-42A4-97AE-1BD3EBC1773B}" srcOrd="8" destOrd="0" presId="urn:microsoft.com/office/officeart/2005/8/layout/vList5"/>
    <dgm:cxn modelId="{EBDDEB9A-9264-4EA9-9FF9-073DB7AF9F6F}" type="presParOf" srcId="{D0C1CBDA-CCD1-42A4-97AE-1BD3EBC1773B}" destId="{0DA6903A-1AB5-413E-871E-6C369C924FD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39968C-9F27-426C-B718-74AFE82FF2D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52C57869-DFEA-465F-92E8-08F9548D4B39}">
      <dgm:prSet/>
      <dgm:spPr/>
      <dgm:t>
        <a:bodyPr/>
        <a:lstStyle/>
        <a:p>
          <a:pPr>
            <a:defRPr cap="all"/>
          </a:pPr>
          <a:r>
            <a:rPr lang="en-US"/>
            <a:t>Komponenten: Monitor + Laptopkomponenten</a:t>
          </a:r>
        </a:p>
      </dgm:t>
    </dgm:pt>
    <dgm:pt modelId="{CA948DBD-9265-4B4D-A2F8-322376635730}" type="parTrans" cxnId="{6EDD28DF-7FD3-4490-BB9F-9548AF5AB802}">
      <dgm:prSet/>
      <dgm:spPr/>
      <dgm:t>
        <a:bodyPr/>
        <a:lstStyle/>
        <a:p>
          <a:endParaRPr lang="en-US"/>
        </a:p>
      </dgm:t>
    </dgm:pt>
    <dgm:pt modelId="{60D706A9-0F6C-43AB-922B-2E43B5950C0A}" type="sibTrans" cxnId="{6EDD28DF-7FD3-4490-BB9F-9548AF5AB802}">
      <dgm:prSet/>
      <dgm:spPr/>
      <dgm:t>
        <a:bodyPr/>
        <a:lstStyle/>
        <a:p>
          <a:endParaRPr lang="en-US"/>
        </a:p>
      </dgm:t>
    </dgm:pt>
    <dgm:pt modelId="{880B3B65-30DD-4430-B0F8-42B26697ABF5}">
      <dgm:prSet/>
      <dgm:spPr/>
      <dgm:t>
        <a:bodyPr/>
        <a:lstStyle/>
        <a:p>
          <a:pPr>
            <a:defRPr cap="all"/>
          </a:pPr>
          <a:r>
            <a:rPr lang="en-US"/>
            <a:t>Reperatur: schwer</a:t>
          </a:r>
        </a:p>
      </dgm:t>
    </dgm:pt>
    <dgm:pt modelId="{0F4102D0-0C4F-404A-B8FC-C37A5773B65B}" type="parTrans" cxnId="{8DA025A6-F24F-4DCE-96A8-06053C3AC8C6}">
      <dgm:prSet/>
      <dgm:spPr/>
      <dgm:t>
        <a:bodyPr/>
        <a:lstStyle/>
        <a:p>
          <a:endParaRPr lang="en-US"/>
        </a:p>
      </dgm:t>
    </dgm:pt>
    <dgm:pt modelId="{E7B05782-482B-4465-8351-61D687EEDE1F}" type="sibTrans" cxnId="{8DA025A6-F24F-4DCE-96A8-06053C3AC8C6}">
      <dgm:prSet/>
      <dgm:spPr/>
      <dgm:t>
        <a:bodyPr/>
        <a:lstStyle/>
        <a:p>
          <a:endParaRPr lang="en-US"/>
        </a:p>
      </dgm:t>
    </dgm:pt>
    <dgm:pt modelId="{1798E8C9-0409-4AFB-A615-7BDF5EE71370}">
      <dgm:prSet/>
      <dgm:spPr/>
      <dgm:t>
        <a:bodyPr/>
        <a:lstStyle/>
        <a:p>
          <a:pPr>
            <a:defRPr cap="all"/>
          </a:pPr>
          <a:r>
            <a:rPr lang="en-US" dirty="0" err="1"/>
            <a:t>Anwendungsbereiche</a:t>
          </a:r>
          <a:r>
            <a:rPr lang="en-US" dirty="0"/>
            <a:t>: Sehr </a:t>
          </a:r>
          <a:r>
            <a:rPr lang="en-US" dirty="0" err="1"/>
            <a:t>Vielfältig</a:t>
          </a:r>
          <a:endParaRPr lang="en-US" dirty="0"/>
        </a:p>
      </dgm:t>
    </dgm:pt>
    <dgm:pt modelId="{5F6820AD-8CC6-41E3-8A5F-94A0B3D1B8C1}" type="parTrans" cxnId="{9A06DCBE-A639-4333-B32C-B9951EC1E6DD}">
      <dgm:prSet/>
      <dgm:spPr/>
      <dgm:t>
        <a:bodyPr/>
        <a:lstStyle/>
        <a:p>
          <a:endParaRPr lang="en-US"/>
        </a:p>
      </dgm:t>
    </dgm:pt>
    <dgm:pt modelId="{9B0286A1-C14C-46D4-A26F-64C86B80A6FD}" type="sibTrans" cxnId="{9A06DCBE-A639-4333-B32C-B9951EC1E6DD}">
      <dgm:prSet/>
      <dgm:spPr/>
      <dgm:t>
        <a:bodyPr/>
        <a:lstStyle/>
        <a:p>
          <a:endParaRPr lang="en-US"/>
        </a:p>
      </dgm:t>
    </dgm:pt>
    <dgm:pt modelId="{FE0DE076-F0CA-4A7E-B56C-046BB5D0DE6D}" type="pres">
      <dgm:prSet presAssocID="{F639968C-9F27-426C-B718-74AFE82FF2D0}" presName="root" presStyleCnt="0">
        <dgm:presLayoutVars>
          <dgm:dir/>
          <dgm:resizeHandles val="exact"/>
        </dgm:presLayoutVars>
      </dgm:prSet>
      <dgm:spPr/>
    </dgm:pt>
    <dgm:pt modelId="{ED92FC3F-96E8-46FC-BC52-6021F3DA65C0}" type="pres">
      <dgm:prSet presAssocID="{52C57869-DFEA-465F-92E8-08F9548D4B39}" presName="compNode" presStyleCnt="0"/>
      <dgm:spPr/>
    </dgm:pt>
    <dgm:pt modelId="{9B958B0B-36F9-432F-8C78-A601703B993A}" type="pres">
      <dgm:prSet presAssocID="{52C57869-DFEA-465F-92E8-08F9548D4B39}" presName="iconBgRect" presStyleLbl="bgShp" presStyleIdx="0" presStyleCnt="3"/>
      <dgm:spPr/>
    </dgm:pt>
    <dgm:pt modelId="{EAB3441A-FCD5-4C72-AC51-83D9CD3FFFED}" type="pres">
      <dgm:prSet presAssocID="{52C57869-DFEA-465F-92E8-08F9548D4B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2F684AC-6B7D-4797-B27B-12D1672A11CA}" type="pres">
      <dgm:prSet presAssocID="{52C57869-DFEA-465F-92E8-08F9548D4B39}" presName="spaceRect" presStyleCnt="0"/>
      <dgm:spPr/>
    </dgm:pt>
    <dgm:pt modelId="{583FF2FE-43C2-4DD7-A4B2-B6F353BA9DBA}" type="pres">
      <dgm:prSet presAssocID="{52C57869-DFEA-465F-92E8-08F9548D4B39}" presName="textRect" presStyleLbl="revTx" presStyleIdx="0" presStyleCnt="3">
        <dgm:presLayoutVars>
          <dgm:chMax val="1"/>
          <dgm:chPref val="1"/>
        </dgm:presLayoutVars>
      </dgm:prSet>
      <dgm:spPr/>
    </dgm:pt>
    <dgm:pt modelId="{59F738CF-70FE-4DF3-B81A-E3780A2044A0}" type="pres">
      <dgm:prSet presAssocID="{60D706A9-0F6C-43AB-922B-2E43B5950C0A}" presName="sibTrans" presStyleCnt="0"/>
      <dgm:spPr/>
    </dgm:pt>
    <dgm:pt modelId="{8286E83D-B585-4D6B-9D54-FDD732FFBDA8}" type="pres">
      <dgm:prSet presAssocID="{880B3B65-30DD-4430-B0F8-42B26697ABF5}" presName="compNode" presStyleCnt="0"/>
      <dgm:spPr/>
    </dgm:pt>
    <dgm:pt modelId="{102D0634-780D-4942-8450-83B854D94FD8}" type="pres">
      <dgm:prSet presAssocID="{880B3B65-30DD-4430-B0F8-42B26697ABF5}" presName="iconBgRect" presStyleLbl="bgShp" presStyleIdx="1" presStyleCnt="3"/>
      <dgm:spPr/>
    </dgm:pt>
    <dgm:pt modelId="{2BAD057E-C2ED-405D-9B49-BD5D8D345B79}" type="pres">
      <dgm:prSet presAssocID="{880B3B65-30DD-4430-B0F8-42B26697AB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ying Face with No Fill"/>
        </a:ext>
      </dgm:extLst>
    </dgm:pt>
    <dgm:pt modelId="{DDBEACB2-BB3B-4A52-B111-A5E46CA6AB2B}" type="pres">
      <dgm:prSet presAssocID="{880B3B65-30DD-4430-B0F8-42B26697ABF5}" presName="spaceRect" presStyleCnt="0"/>
      <dgm:spPr/>
    </dgm:pt>
    <dgm:pt modelId="{22DC2C71-0656-43E6-BDAA-544F127FFF2E}" type="pres">
      <dgm:prSet presAssocID="{880B3B65-30DD-4430-B0F8-42B26697ABF5}" presName="textRect" presStyleLbl="revTx" presStyleIdx="1" presStyleCnt="3">
        <dgm:presLayoutVars>
          <dgm:chMax val="1"/>
          <dgm:chPref val="1"/>
        </dgm:presLayoutVars>
      </dgm:prSet>
      <dgm:spPr/>
    </dgm:pt>
    <dgm:pt modelId="{7BAD15FF-3644-46AE-9984-C89F37499C51}" type="pres">
      <dgm:prSet presAssocID="{E7B05782-482B-4465-8351-61D687EEDE1F}" presName="sibTrans" presStyleCnt="0"/>
      <dgm:spPr/>
    </dgm:pt>
    <dgm:pt modelId="{E50DDAD7-DFED-42E3-A1B1-1C772877BB88}" type="pres">
      <dgm:prSet presAssocID="{1798E8C9-0409-4AFB-A615-7BDF5EE71370}" presName="compNode" presStyleCnt="0"/>
      <dgm:spPr/>
    </dgm:pt>
    <dgm:pt modelId="{6E664885-FDCC-471A-9F12-DF9E45C67386}" type="pres">
      <dgm:prSet presAssocID="{1798E8C9-0409-4AFB-A615-7BDF5EE71370}" presName="iconBgRect" presStyleLbl="bgShp" presStyleIdx="2" presStyleCnt="3"/>
      <dgm:spPr/>
    </dgm:pt>
    <dgm:pt modelId="{34BA6ECD-2D92-456B-A909-F29D1814B3B3}" type="pres">
      <dgm:prSet presAssocID="{1798E8C9-0409-4AFB-A615-7BDF5EE713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cher"/>
        </a:ext>
      </dgm:extLst>
    </dgm:pt>
    <dgm:pt modelId="{49BEF159-D586-45BC-9982-4FB71D33217B}" type="pres">
      <dgm:prSet presAssocID="{1798E8C9-0409-4AFB-A615-7BDF5EE71370}" presName="spaceRect" presStyleCnt="0"/>
      <dgm:spPr/>
    </dgm:pt>
    <dgm:pt modelId="{5C73EB79-3289-4B70-B0FF-96CED4D6038A}" type="pres">
      <dgm:prSet presAssocID="{1798E8C9-0409-4AFB-A615-7BDF5EE713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4A7E22-12C6-4DC5-9E9C-BC79931AD8F0}" type="presOf" srcId="{F639968C-9F27-426C-B718-74AFE82FF2D0}" destId="{FE0DE076-F0CA-4A7E-B56C-046BB5D0DE6D}" srcOrd="0" destOrd="0" presId="urn:microsoft.com/office/officeart/2018/5/layout/IconCircleLabelList"/>
    <dgm:cxn modelId="{A49837A0-C7D0-41F9-9F1E-9F1CC7973AE4}" type="presOf" srcId="{52C57869-DFEA-465F-92E8-08F9548D4B39}" destId="{583FF2FE-43C2-4DD7-A4B2-B6F353BA9DBA}" srcOrd="0" destOrd="0" presId="urn:microsoft.com/office/officeart/2018/5/layout/IconCircleLabelList"/>
    <dgm:cxn modelId="{8DA025A6-F24F-4DCE-96A8-06053C3AC8C6}" srcId="{F639968C-9F27-426C-B718-74AFE82FF2D0}" destId="{880B3B65-30DD-4430-B0F8-42B26697ABF5}" srcOrd="1" destOrd="0" parTransId="{0F4102D0-0C4F-404A-B8FC-C37A5773B65B}" sibTransId="{E7B05782-482B-4465-8351-61D687EEDE1F}"/>
    <dgm:cxn modelId="{9A06DCBE-A639-4333-B32C-B9951EC1E6DD}" srcId="{F639968C-9F27-426C-B718-74AFE82FF2D0}" destId="{1798E8C9-0409-4AFB-A615-7BDF5EE71370}" srcOrd="2" destOrd="0" parTransId="{5F6820AD-8CC6-41E3-8A5F-94A0B3D1B8C1}" sibTransId="{9B0286A1-C14C-46D4-A26F-64C86B80A6FD}"/>
    <dgm:cxn modelId="{E65D9FD1-6E0B-43E4-9011-C894E2466B0E}" type="presOf" srcId="{1798E8C9-0409-4AFB-A615-7BDF5EE71370}" destId="{5C73EB79-3289-4B70-B0FF-96CED4D6038A}" srcOrd="0" destOrd="0" presId="urn:microsoft.com/office/officeart/2018/5/layout/IconCircleLabelList"/>
    <dgm:cxn modelId="{6EDD28DF-7FD3-4490-BB9F-9548AF5AB802}" srcId="{F639968C-9F27-426C-B718-74AFE82FF2D0}" destId="{52C57869-DFEA-465F-92E8-08F9548D4B39}" srcOrd="0" destOrd="0" parTransId="{CA948DBD-9265-4B4D-A2F8-322376635730}" sibTransId="{60D706A9-0F6C-43AB-922B-2E43B5950C0A}"/>
    <dgm:cxn modelId="{6B30A0E4-6213-4D4C-B368-1D6801DB1635}" type="presOf" srcId="{880B3B65-30DD-4430-B0F8-42B26697ABF5}" destId="{22DC2C71-0656-43E6-BDAA-544F127FFF2E}" srcOrd="0" destOrd="0" presId="urn:microsoft.com/office/officeart/2018/5/layout/IconCircleLabelList"/>
    <dgm:cxn modelId="{CDAFB6FE-68DF-4E3A-9017-AA908FBA9B33}" type="presParOf" srcId="{FE0DE076-F0CA-4A7E-B56C-046BB5D0DE6D}" destId="{ED92FC3F-96E8-46FC-BC52-6021F3DA65C0}" srcOrd="0" destOrd="0" presId="urn:microsoft.com/office/officeart/2018/5/layout/IconCircleLabelList"/>
    <dgm:cxn modelId="{CEBA2541-17B0-4FFA-A67F-D5CA5185E5F4}" type="presParOf" srcId="{ED92FC3F-96E8-46FC-BC52-6021F3DA65C0}" destId="{9B958B0B-36F9-432F-8C78-A601703B993A}" srcOrd="0" destOrd="0" presId="urn:microsoft.com/office/officeart/2018/5/layout/IconCircleLabelList"/>
    <dgm:cxn modelId="{EF3ABC2F-E00B-4796-862B-74E27AFA419A}" type="presParOf" srcId="{ED92FC3F-96E8-46FC-BC52-6021F3DA65C0}" destId="{EAB3441A-FCD5-4C72-AC51-83D9CD3FFFED}" srcOrd="1" destOrd="0" presId="urn:microsoft.com/office/officeart/2018/5/layout/IconCircleLabelList"/>
    <dgm:cxn modelId="{2471FECF-716F-4F4E-AEFC-2448DC96362A}" type="presParOf" srcId="{ED92FC3F-96E8-46FC-BC52-6021F3DA65C0}" destId="{52F684AC-6B7D-4797-B27B-12D1672A11CA}" srcOrd="2" destOrd="0" presId="urn:microsoft.com/office/officeart/2018/5/layout/IconCircleLabelList"/>
    <dgm:cxn modelId="{21A2A0BF-2004-410E-8E83-D6CDEB9B25BC}" type="presParOf" srcId="{ED92FC3F-96E8-46FC-BC52-6021F3DA65C0}" destId="{583FF2FE-43C2-4DD7-A4B2-B6F353BA9DBA}" srcOrd="3" destOrd="0" presId="urn:microsoft.com/office/officeart/2018/5/layout/IconCircleLabelList"/>
    <dgm:cxn modelId="{E1BB58D8-E09E-49B7-B3EE-EE236AAFF34A}" type="presParOf" srcId="{FE0DE076-F0CA-4A7E-B56C-046BB5D0DE6D}" destId="{59F738CF-70FE-4DF3-B81A-E3780A2044A0}" srcOrd="1" destOrd="0" presId="urn:microsoft.com/office/officeart/2018/5/layout/IconCircleLabelList"/>
    <dgm:cxn modelId="{CB1EA283-A062-47A3-9784-1CDF23D62573}" type="presParOf" srcId="{FE0DE076-F0CA-4A7E-B56C-046BB5D0DE6D}" destId="{8286E83D-B585-4D6B-9D54-FDD732FFBDA8}" srcOrd="2" destOrd="0" presId="urn:microsoft.com/office/officeart/2018/5/layout/IconCircleLabelList"/>
    <dgm:cxn modelId="{BB9C6B54-DE7C-413F-AFF4-0844197EFF1C}" type="presParOf" srcId="{8286E83D-B585-4D6B-9D54-FDD732FFBDA8}" destId="{102D0634-780D-4942-8450-83B854D94FD8}" srcOrd="0" destOrd="0" presId="urn:microsoft.com/office/officeart/2018/5/layout/IconCircleLabelList"/>
    <dgm:cxn modelId="{C08D5D1D-AFFE-429D-9E9F-840260D5520B}" type="presParOf" srcId="{8286E83D-B585-4D6B-9D54-FDD732FFBDA8}" destId="{2BAD057E-C2ED-405D-9B49-BD5D8D345B79}" srcOrd="1" destOrd="0" presId="urn:microsoft.com/office/officeart/2018/5/layout/IconCircleLabelList"/>
    <dgm:cxn modelId="{17457248-8464-4865-9F55-28405A56BD94}" type="presParOf" srcId="{8286E83D-B585-4D6B-9D54-FDD732FFBDA8}" destId="{DDBEACB2-BB3B-4A52-B111-A5E46CA6AB2B}" srcOrd="2" destOrd="0" presId="urn:microsoft.com/office/officeart/2018/5/layout/IconCircleLabelList"/>
    <dgm:cxn modelId="{908C53FD-B2BF-4BA1-BC62-5032C8CB9979}" type="presParOf" srcId="{8286E83D-B585-4D6B-9D54-FDD732FFBDA8}" destId="{22DC2C71-0656-43E6-BDAA-544F127FFF2E}" srcOrd="3" destOrd="0" presId="urn:microsoft.com/office/officeart/2018/5/layout/IconCircleLabelList"/>
    <dgm:cxn modelId="{32E05A59-E2A4-4735-A8A1-D5AD96C7F374}" type="presParOf" srcId="{FE0DE076-F0CA-4A7E-B56C-046BB5D0DE6D}" destId="{7BAD15FF-3644-46AE-9984-C89F37499C51}" srcOrd="3" destOrd="0" presId="urn:microsoft.com/office/officeart/2018/5/layout/IconCircleLabelList"/>
    <dgm:cxn modelId="{AA38396C-EC39-4E51-A37C-89A993C2910D}" type="presParOf" srcId="{FE0DE076-F0CA-4A7E-B56C-046BB5D0DE6D}" destId="{E50DDAD7-DFED-42E3-A1B1-1C772877BB88}" srcOrd="4" destOrd="0" presId="urn:microsoft.com/office/officeart/2018/5/layout/IconCircleLabelList"/>
    <dgm:cxn modelId="{CDD78B85-635A-4ADE-98CA-A1816B30B3C5}" type="presParOf" srcId="{E50DDAD7-DFED-42E3-A1B1-1C772877BB88}" destId="{6E664885-FDCC-471A-9F12-DF9E45C67386}" srcOrd="0" destOrd="0" presId="urn:microsoft.com/office/officeart/2018/5/layout/IconCircleLabelList"/>
    <dgm:cxn modelId="{81879739-4184-4122-BDAF-D5B388AC2D6B}" type="presParOf" srcId="{E50DDAD7-DFED-42E3-A1B1-1C772877BB88}" destId="{34BA6ECD-2D92-456B-A909-F29D1814B3B3}" srcOrd="1" destOrd="0" presId="urn:microsoft.com/office/officeart/2018/5/layout/IconCircleLabelList"/>
    <dgm:cxn modelId="{00BF22C4-C039-4E27-B964-187EC37A71B8}" type="presParOf" srcId="{E50DDAD7-DFED-42E3-A1B1-1C772877BB88}" destId="{49BEF159-D586-45BC-9982-4FB71D33217B}" srcOrd="2" destOrd="0" presId="urn:microsoft.com/office/officeart/2018/5/layout/IconCircleLabelList"/>
    <dgm:cxn modelId="{E0C79BE9-B4E8-43D8-AC2B-204042AA215D}" type="presParOf" srcId="{E50DDAD7-DFED-42E3-A1B1-1C772877BB88}" destId="{5C73EB79-3289-4B70-B0FF-96CED4D6038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8CF89C-F2F2-4756-B989-002CC3FA3BA9}">
      <dsp:nvSpPr>
        <dsp:cNvPr id="0" name=""/>
        <dsp:cNvSpPr/>
      </dsp:nvSpPr>
      <dsp:spPr>
        <a:xfrm>
          <a:off x="3724" y="1030212"/>
          <a:ext cx="1814653" cy="1152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86B87-038E-4CAB-BD9E-71783C3915D5}">
      <dsp:nvSpPr>
        <dsp:cNvPr id="0" name=""/>
        <dsp:cNvSpPr/>
      </dsp:nvSpPr>
      <dsp:spPr>
        <a:xfrm>
          <a:off x="205352" y="1221759"/>
          <a:ext cx="1814653" cy="11523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Definition</a:t>
          </a:r>
          <a:endParaRPr lang="en-US" sz="1700" kern="1200"/>
        </a:p>
      </dsp:txBody>
      <dsp:txXfrm>
        <a:off x="239102" y="1255509"/>
        <a:ext cx="1747153" cy="1084805"/>
      </dsp:txXfrm>
    </dsp:sp>
    <dsp:sp modelId="{F22B15FE-E8EB-4ECA-B562-F1339641BA14}">
      <dsp:nvSpPr>
        <dsp:cNvPr id="0" name=""/>
        <dsp:cNvSpPr/>
      </dsp:nvSpPr>
      <dsp:spPr>
        <a:xfrm>
          <a:off x="2221634" y="1030212"/>
          <a:ext cx="1814653" cy="1152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D3007-6762-4DBB-9071-1F68CD419B28}">
      <dsp:nvSpPr>
        <dsp:cNvPr id="0" name=""/>
        <dsp:cNvSpPr/>
      </dsp:nvSpPr>
      <dsp:spPr>
        <a:xfrm>
          <a:off x="2423262" y="1221759"/>
          <a:ext cx="1814653" cy="11523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Spezifikationen im Vergleich zu einem Desktop PC</a:t>
          </a:r>
          <a:endParaRPr lang="en-US" sz="1700" kern="1200"/>
        </a:p>
      </dsp:txBody>
      <dsp:txXfrm>
        <a:off x="2457012" y="1255509"/>
        <a:ext cx="1747153" cy="1084805"/>
      </dsp:txXfrm>
    </dsp:sp>
    <dsp:sp modelId="{43DADA16-0842-45DF-9E82-6A0C12F07E51}">
      <dsp:nvSpPr>
        <dsp:cNvPr id="0" name=""/>
        <dsp:cNvSpPr/>
      </dsp:nvSpPr>
      <dsp:spPr>
        <a:xfrm>
          <a:off x="4439544" y="1030212"/>
          <a:ext cx="1814653" cy="1152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52C55-BFE9-4A77-933E-948B39E3706C}">
      <dsp:nvSpPr>
        <dsp:cNvPr id="0" name=""/>
        <dsp:cNvSpPr/>
      </dsp:nvSpPr>
      <dsp:spPr>
        <a:xfrm>
          <a:off x="4641172" y="1221759"/>
          <a:ext cx="1814653" cy="11523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Weitere Informationen</a:t>
          </a:r>
          <a:endParaRPr lang="en-US" sz="1700" kern="1200"/>
        </a:p>
      </dsp:txBody>
      <dsp:txXfrm>
        <a:off x="4674922" y="1255509"/>
        <a:ext cx="1747153" cy="1084805"/>
      </dsp:txXfrm>
    </dsp:sp>
    <dsp:sp modelId="{9FD2EF1F-8F59-4CA8-9208-113E287DBC00}">
      <dsp:nvSpPr>
        <dsp:cNvPr id="0" name=""/>
        <dsp:cNvSpPr/>
      </dsp:nvSpPr>
      <dsp:spPr>
        <a:xfrm>
          <a:off x="6657454" y="1030212"/>
          <a:ext cx="1814653" cy="1152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9959F-D87A-4A93-A8CD-58405F45E5B9}">
      <dsp:nvSpPr>
        <dsp:cNvPr id="0" name=""/>
        <dsp:cNvSpPr/>
      </dsp:nvSpPr>
      <dsp:spPr>
        <a:xfrm>
          <a:off x="6859082" y="1221759"/>
          <a:ext cx="1814653" cy="11523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 err="1"/>
            <a:t>Vorteile</a:t>
          </a:r>
          <a:r>
            <a:rPr lang="en-US" sz="1700" b="0" i="0" kern="1200"/>
            <a:t> &amp;</a:t>
          </a:r>
          <a:endParaRPr lang="en-US" sz="1700" b="0" i="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 err="1"/>
            <a:t>Nachteile</a:t>
          </a:r>
          <a:endParaRPr lang="en-US" sz="1700" kern="1200" dirty="0"/>
        </a:p>
      </dsp:txBody>
      <dsp:txXfrm>
        <a:off x="6892832" y="1255509"/>
        <a:ext cx="1747153" cy="1084805"/>
      </dsp:txXfrm>
    </dsp:sp>
    <dsp:sp modelId="{893B5FFD-EEEC-497B-BC75-C814FC285074}">
      <dsp:nvSpPr>
        <dsp:cNvPr id="0" name=""/>
        <dsp:cNvSpPr/>
      </dsp:nvSpPr>
      <dsp:spPr>
        <a:xfrm>
          <a:off x="8875364" y="1030212"/>
          <a:ext cx="1814653" cy="1152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03212-28D6-438C-BFD2-AA2B60E964FA}">
      <dsp:nvSpPr>
        <dsp:cNvPr id="0" name=""/>
        <dsp:cNvSpPr/>
      </dsp:nvSpPr>
      <dsp:spPr>
        <a:xfrm>
          <a:off x="9076992" y="1221759"/>
          <a:ext cx="1814653" cy="11523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 err="1"/>
            <a:t>Vergleich</a:t>
          </a:r>
          <a:endParaRPr lang="en-US" sz="1700" kern="1200" dirty="0"/>
        </a:p>
      </dsp:txBody>
      <dsp:txXfrm>
        <a:off x="9110742" y="1255509"/>
        <a:ext cx="1747153" cy="10848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219A3-69AC-49B6-BFF9-486061E43ED4}">
      <dsp:nvSpPr>
        <dsp:cNvPr id="0" name=""/>
        <dsp:cNvSpPr/>
      </dsp:nvSpPr>
      <dsp:spPr>
        <a:xfrm>
          <a:off x="2485700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1751C-985C-4176-8853-C30BAE3DA25C}">
      <dsp:nvSpPr>
        <dsp:cNvPr id="0" name=""/>
        <dsp:cNvSpPr/>
      </dsp:nvSpPr>
      <dsp:spPr>
        <a:xfrm>
          <a:off x="2917138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DAD8F-50C4-45F0-90F1-E19D186454D1}">
      <dsp:nvSpPr>
        <dsp:cNvPr id="0" name=""/>
        <dsp:cNvSpPr/>
      </dsp:nvSpPr>
      <dsp:spPr>
        <a:xfrm>
          <a:off x="1838544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Stationärer Computer</a:t>
          </a:r>
          <a:endParaRPr lang="en-US" sz="1700" kern="1200"/>
        </a:p>
      </dsp:txBody>
      <dsp:txXfrm>
        <a:off x="1838544" y="2669638"/>
        <a:ext cx="3318750" cy="720000"/>
      </dsp:txXfrm>
    </dsp:sp>
    <dsp:sp modelId="{121DCB24-AF29-4F20-9192-158ED3363B10}">
      <dsp:nvSpPr>
        <dsp:cNvPr id="0" name=""/>
        <dsp:cNvSpPr/>
      </dsp:nvSpPr>
      <dsp:spPr>
        <a:xfrm>
          <a:off x="6385231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46487-ED60-468E-B4EC-7D8792DC9921}">
      <dsp:nvSpPr>
        <dsp:cNvPr id="0" name=""/>
        <dsp:cNvSpPr/>
      </dsp:nvSpPr>
      <dsp:spPr>
        <a:xfrm>
          <a:off x="6816669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006C7-6343-4113-8341-E638CEA87343}">
      <dsp:nvSpPr>
        <dsp:cNvPr id="0" name=""/>
        <dsp:cNvSpPr/>
      </dsp:nvSpPr>
      <dsp:spPr>
        <a:xfrm>
          <a:off x="5738075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Hauptplatine und Monitorteil im Gleichen Gehäuse</a:t>
          </a:r>
          <a:endParaRPr lang="en-US" sz="1700" kern="1200"/>
        </a:p>
      </dsp:txBody>
      <dsp:txXfrm>
        <a:off x="5738075" y="2669638"/>
        <a:ext cx="33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F62D1-5029-489F-BF15-ED788BD1972C}">
      <dsp:nvSpPr>
        <dsp:cNvPr id="0" name=""/>
        <dsp:cNvSpPr/>
      </dsp:nvSpPr>
      <dsp:spPr>
        <a:xfrm>
          <a:off x="3486518" y="1496"/>
          <a:ext cx="3922333" cy="654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Leistungsfähigkeit: Geringer </a:t>
          </a:r>
        </a:p>
      </dsp:txBody>
      <dsp:txXfrm>
        <a:off x="3518448" y="33426"/>
        <a:ext cx="3858473" cy="590233"/>
      </dsp:txXfrm>
    </dsp:sp>
    <dsp:sp modelId="{9AFC99D7-67C2-4BD8-B19F-711C4B51BA9D}">
      <dsp:nvSpPr>
        <dsp:cNvPr id="0" name=""/>
        <dsp:cNvSpPr/>
      </dsp:nvSpPr>
      <dsp:spPr>
        <a:xfrm>
          <a:off x="3486518" y="688293"/>
          <a:ext cx="3922333" cy="654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Platzbedarf: sparsam</a:t>
          </a:r>
        </a:p>
      </dsp:txBody>
      <dsp:txXfrm>
        <a:off x="3518448" y="720223"/>
        <a:ext cx="3858473" cy="590233"/>
      </dsp:txXfrm>
    </dsp:sp>
    <dsp:sp modelId="{DD4B9392-7E47-4D0B-926E-4F9F661368E8}">
      <dsp:nvSpPr>
        <dsp:cNvPr id="0" name=""/>
        <dsp:cNvSpPr/>
      </dsp:nvSpPr>
      <dsp:spPr>
        <a:xfrm>
          <a:off x="3486518" y="1375091"/>
          <a:ext cx="3922333" cy="654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Kosten: tendenziell höher</a:t>
          </a:r>
        </a:p>
      </dsp:txBody>
      <dsp:txXfrm>
        <a:off x="3518448" y="1407021"/>
        <a:ext cx="3858473" cy="590233"/>
      </dsp:txXfrm>
    </dsp:sp>
    <dsp:sp modelId="{BAA176BC-5784-4CD6-85E8-082083574D3B}">
      <dsp:nvSpPr>
        <dsp:cNvPr id="0" name=""/>
        <dsp:cNvSpPr/>
      </dsp:nvSpPr>
      <dsp:spPr>
        <a:xfrm>
          <a:off x="3486518" y="2061889"/>
          <a:ext cx="3922333" cy="654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Energieverbrauch: effizienter</a:t>
          </a:r>
        </a:p>
      </dsp:txBody>
      <dsp:txXfrm>
        <a:off x="3518448" y="2093819"/>
        <a:ext cx="3858473" cy="590233"/>
      </dsp:txXfrm>
    </dsp:sp>
    <dsp:sp modelId="{0DA6903A-1AB5-413E-871E-6C369C924FDF}">
      <dsp:nvSpPr>
        <dsp:cNvPr id="0" name=""/>
        <dsp:cNvSpPr/>
      </dsp:nvSpPr>
      <dsp:spPr>
        <a:xfrm>
          <a:off x="3486518" y="2748687"/>
          <a:ext cx="3922333" cy="654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Mobilität: höher</a:t>
          </a:r>
        </a:p>
      </dsp:txBody>
      <dsp:txXfrm>
        <a:off x="3518448" y="2780617"/>
        <a:ext cx="3858473" cy="5902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58B0B-36F9-432F-8C78-A601703B993A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3441A-FCD5-4C72-AC51-83D9CD3FFFED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FF2FE-43C2-4DD7-A4B2-B6F353BA9DBA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Komponenten: Monitor + Laptopkomponenten</a:t>
          </a:r>
        </a:p>
      </dsp:txBody>
      <dsp:txXfrm>
        <a:off x="77216" y="2624638"/>
        <a:ext cx="3206250" cy="720000"/>
      </dsp:txXfrm>
    </dsp:sp>
    <dsp:sp modelId="{102D0634-780D-4942-8450-83B854D94FD8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D057E-C2ED-405D-9B49-BD5D8D345B79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C2C71-0656-43E6-BDAA-544F127FFF2E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Reperatur: schwer</a:t>
          </a:r>
        </a:p>
      </dsp:txBody>
      <dsp:txXfrm>
        <a:off x="3844559" y="2624638"/>
        <a:ext cx="3206250" cy="720000"/>
      </dsp:txXfrm>
    </dsp:sp>
    <dsp:sp modelId="{6E664885-FDCC-471A-9F12-DF9E45C67386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A6ECD-2D92-456B-A909-F29D1814B3B3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3EB79-3289-4B70-B0FF-96CED4D6038A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 err="1"/>
            <a:t>Anwendungsbereiche</a:t>
          </a:r>
          <a:r>
            <a:rPr lang="en-US" sz="1900" kern="1200" dirty="0"/>
            <a:t>: Sehr </a:t>
          </a:r>
          <a:r>
            <a:rPr lang="en-US" sz="1900" kern="1200" dirty="0" err="1"/>
            <a:t>Vielfältig</a:t>
          </a:r>
          <a:endParaRPr lang="en-US" sz="1900" kern="1200" dirty="0"/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83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661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33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23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161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65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66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81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18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08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8577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585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0209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5858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729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52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5EDF3C-F137-4A09-B7FF-C149846E3EE9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7ADA6-D5A2-435C-B3B5-03DBE4B133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469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1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03C731-8AE5-4FF3-E3BA-E717C8280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endParaRPr lang="de-D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7B4660-10AD-81EF-CAD9-01091F639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r>
              <a:rPr lang="en-US"/>
              <a:t>All in One (AiO) PC</a:t>
            </a:r>
            <a:endParaRPr lang="de-DE" dirty="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472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A8C1D4-0E8E-39FB-F06E-306964CB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Inhalt</a:t>
            </a:r>
            <a:endParaRPr lang="de-DE">
              <a:solidFill>
                <a:srgbClr val="EBEBE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0EC484B9-6761-91A1-CF6D-DF5316E31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22146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214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820E52-EC61-B176-AF66-DF4E2BFD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Definition</a:t>
            </a:r>
            <a:endParaRPr lang="de-DE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FB0A200-285F-D805-03E8-3D8DACFEF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2780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450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116F08-5C79-14E2-D1A9-BD69267F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Spezifikationen im Vergleich zu einem Desktop PC</a:t>
            </a:r>
            <a:endParaRPr lang="de-DE" sz="330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5E21D2BB-56CF-AEE4-C264-FFE54516B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031745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636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9F03B5-8152-9D43-825B-ACDA427D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Weitere Informationen</a:t>
            </a:r>
            <a:endParaRPr lang="de-DE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5C7D74B7-A26F-7DB5-CA89-55A73F9CE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34788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7218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18E603-B8F5-F9AC-C354-D053E9891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Vorteile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417D05-6FA2-540E-1988-5D665225A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</a:pPr>
            <a:r>
              <a:rPr lang="en-US" dirty="0" err="1"/>
              <a:t>Platzsparend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Kein </a:t>
            </a:r>
            <a:r>
              <a:rPr lang="en-US" dirty="0" err="1"/>
              <a:t>Kabelsalat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Leichter Transport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Viele </a:t>
            </a:r>
            <a:r>
              <a:rPr lang="en-US" dirty="0" err="1"/>
              <a:t>Anwendungsbereiche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 err="1"/>
              <a:t>Große</a:t>
            </a:r>
            <a:r>
              <a:rPr lang="en-US" dirty="0"/>
              <a:t> </a:t>
            </a:r>
            <a:r>
              <a:rPr lang="en-US" dirty="0" err="1"/>
              <a:t>Preisreichweite</a:t>
            </a:r>
            <a:endParaRPr lang="en-US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22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DC1CB8-395A-3656-19EE-92B37284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Nachteile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B1B90F-6DBB-AF6D-B72E-049B61CD4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 err="1"/>
              <a:t>Reperatur</a:t>
            </a:r>
            <a:r>
              <a:rPr lang="en-US" dirty="0"/>
              <a:t> </a:t>
            </a:r>
            <a:r>
              <a:rPr lang="en-US" dirty="0" err="1"/>
              <a:t>möglich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schwer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Meist </a:t>
            </a:r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integrierter</a:t>
            </a:r>
            <a:r>
              <a:rPr lang="en-US" dirty="0"/>
              <a:t> Akku</a:t>
            </a:r>
          </a:p>
          <a:p>
            <a:pPr>
              <a:buClr>
                <a:schemeClr val="tx1"/>
              </a:buClr>
            </a:pPr>
            <a:r>
              <a:rPr lang="en-US" dirty="0" err="1"/>
              <a:t>Tendeziell</a:t>
            </a:r>
            <a:r>
              <a:rPr lang="en-US" dirty="0"/>
              <a:t> </a:t>
            </a:r>
            <a:r>
              <a:rPr lang="en-US" dirty="0" err="1"/>
              <a:t>teuer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Schwerer </a:t>
            </a:r>
            <a:r>
              <a:rPr lang="en-US" dirty="0" err="1"/>
              <a:t>als</a:t>
            </a:r>
            <a:r>
              <a:rPr lang="en-US" dirty="0"/>
              <a:t> Laptops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2457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284855-5A01-5C79-2859-13904DA9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solidFill>
                  <a:srgbClr val="EBEBEB"/>
                </a:solidFill>
              </a:rPr>
              <a:t>Zwei AiO PCs </a:t>
            </a:r>
            <a:r>
              <a:rPr lang="en-US" sz="3300" dirty="0" err="1">
                <a:solidFill>
                  <a:srgbClr val="EBEBEB"/>
                </a:solidFill>
              </a:rPr>
              <a:t>im</a:t>
            </a:r>
            <a:r>
              <a:rPr lang="en-US" sz="3300" dirty="0">
                <a:solidFill>
                  <a:srgbClr val="EBEBEB"/>
                </a:solidFill>
              </a:rPr>
              <a:t> </a:t>
            </a:r>
            <a:r>
              <a:rPr lang="en-US" sz="3300" dirty="0" err="1">
                <a:solidFill>
                  <a:srgbClr val="EBEBEB"/>
                </a:solidFill>
              </a:rPr>
              <a:t>Vergleich</a:t>
            </a:r>
            <a:endParaRPr lang="de-DE" sz="3300" dirty="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747A417-3C20-2AC9-F165-832085828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695486"/>
              </p:ext>
            </p:extLst>
          </p:nvPr>
        </p:nvGraphicFramePr>
        <p:xfrm>
          <a:off x="1113315" y="2377953"/>
          <a:ext cx="9965367" cy="409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9146">
                  <a:extLst>
                    <a:ext uri="{9D8B030D-6E8A-4147-A177-3AD203B41FA5}">
                      <a16:colId xmlns:a16="http://schemas.microsoft.com/office/drawing/2014/main" val="3042377488"/>
                    </a:ext>
                  </a:extLst>
                </a:gridCol>
                <a:gridCol w="3364023">
                  <a:extLst>
                    <a:ext uri="{9D8B030D-6E8A-4147-A177-3AD203B41FA5}">
                      <a16:colId xmlns:a16="http://schemas.microsoft.com/office/drawing/2014/main" val="1353763193"/>
                    </a:ext>
                  </a:extLst>
                </a:gridCol>
                <a:gridCol w="3322198">
                  <a:extLst>
                    <a:ext uri="{9D8B030D-6E8A-4147-A177-3AD203B41FA5}">
                      <a16:colId xmlns:a16="http://schemas.microsoft.com/office/drawing/2014/main" val="3698344828"/>
                    </a:ext>
                  </a:extLst>
                </a:gridCol>
              </a:tblGrid>
              <a:tr h="299577">
                <a:tc>
                  <a:txBody>
                    <a:bodyPr/>
                    <a:lstStyle/>
                    <a:p>
                      <a:pPr algn="ctr"/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Steamdeck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 iMac 2024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2291707690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OS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SteamOS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MacOS</a:t>
                      </a:r>
                      <a:endParaRPr lang="de-DE" sz="1600"/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3893746286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Zweck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Videospiele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unterwegs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spielen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können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Stationäres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arbeiten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im</a:t>
                      </a:r>
                      <a:r>
                        <a:rPr lang="en-US" sz="1600" dirty="0"/>
                        <a:t> Apple Ecosystem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3962121746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Preis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769€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1499€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1074507825"/>
                  </a:ext>
                </a:extLst>
              </a:tr>
              <a:tr h="5038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Display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1280x800</a:t>
                      </a:r>
                    </a:p>
                    <a:p>
                      <a:pPr algn="ctr"/>
                      <a:r>
                        <a:rPr lang="en-US" sz="1600"/>
                        <a:t>7,4’’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4480x2520</a:t>
                      </a:r>
                    </a:p>
                    <a:p>
                      <a:pPr algn="ctr"/>
                      <a:r>
                        <a:rPr lang="en-US" sz="1600"/>
                        <a:t>24’’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2282500543"/>
                  </a:ext>
                </a:extLst>
              </a:tr>
              <a:tr h="503833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Input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Eingebauter Controller, Touchpad, Touchscreen, digitale Tastatur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Magic Keyboard, Magic Mouse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991456045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Anschlüsse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3,5mm Klinke, 1x USB-C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2x Thunderbolt/USB 4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3965715694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Speicher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TB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256 GB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1412356459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RAM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16 GB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16 GB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1367936138"/>
                  </a:ext>
                </a:extLst>
              </a:tr>
              <a:tr h="2995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Gewicht</a:t>
                      </a:r>
                      <a:endParaRPr lang="de-DE" sz="1600" dirty="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0,64 kg</a:t>
                      </a:r>
                      <a:endParaRPr lang="de-DE" sz="1600"/>
                    </a:p>
                  </a:txBody>
                  <a:tcPr marL="68086" marR="68086" marT="34043" marB="340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4,44 kg</a:t>
                      </a:r>
                    </a:p>
                  </a:txBody>
                  <a:tcPr marL="68086" marR="68086" marT="34043" marB="34043"/>
                </a:tc>
                <a:extLst>
                  <a:ext uri="{0D108BD9-81ED-4DB2-BD59-A6C34878D82A}">
                    <a16:rowId xmlns:a16="http://schemas.microsoft.com/office/drawing/2014/main" val="3277766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157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168</Words>
  <Application>Microsoft Office PowerPoint</Application>
  <PresentationFormat>Breitbild</PresentationFormat>
  <Paragraphs>65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All in One (AiO) PC</vt:lpstr>
      <vt:lpstr>Inhalt</vt:lpstr>
      <vt:lpstr>Definition</vt:lpstr>
      <vt:lpstr>Spezifikationen im Vergleich zu einem Desktop PC</vt:lpstr>
      <vt:lpstr>Weitere Informationen</vt:lpstr>
      <vt:lpstr>Vorteile</vt:lpstr>
      <vt:lpstr>Nachteile</vt:lpstr>
      <vt:lpstr>Zwei AiO PCs im Vergleich</vt:lpstr>
    </vt:vector>
  </TitlesOfParts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Merlin Gessler</dc:creator>
  <cp:lastModifiedBy>Merlin Gessler</cp:lastModifiedBy>
  <cp:revision>1</cp:revision>
  <dcterms:created xsi:type="dcterms:W3CDTF">2025-10-28T09:46:10Z</dcterms:created>
  <dcterms:modified xsi:type="dcterms:W3CDTF">2025-11-04T06:51:21Z</dcterms:modified>
</cp:coreProperties>
</file>