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9"/>
  </p:notesMasterIdLst>
  <p:sldIdLst>
    <p:sldId id="256" r:id="rId2"/>
    <p:sldId id="258" r:id="rId3"/>
    <p:sldId id="262" r:id="rId4"/>
    <p:sldId id="259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CCA7E-F653-440C-8E45-70B3475D5B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D04249-361B-4A2A-AAAD-85A72FE5194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Hardware</a:t>
          </a:r>
          <a:endParaRPr lang="en-US"/>
        </a:p>
      </dgm:t>
    </dgm:pt>
    <dgm:pt modelId="{B5FCAB2E-5D60-4D6B-9EF7-B17FBF153029}" type="parTrans" cxnId="{C42409A4-3DB4-454E-929C-86A602A01FE6}">
      <dgm:prSet/>
      <dgm:spPr/>
      <dgm:t>
        <a:bodyPr/>
        <a:lstStyle/>
        <a:p>
          <a:endParaRPr lang="en-US"/>
        </a:p>
      </dgm:t>
    </dgm:pt>
    <dgm:pt modelId="{BA21877E-647E-4255-94FB-20930B717D89}" type="sibTrans" cxnId="{C42409A4-3DB4-454E-929C-86A602A01FE6}">
      <dgm:prSet/>
      <dgm:spPr/>
      <dgm:t>
        <a:bodyPr/>
        <a:lstStyle/>
        <a:p>
          <a:endParaRPr lang="en-US"/>
        </a:p>
      </dgm:t>
    </dgm:pt>
    <dgm:pt modelId="{AC622A9A-D652-4A50-AA3D-09C336A9A3D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Software</a:t>
          </a:r>
          <a:endParaRPr lang="en-US"/>
        </a:p>
      </dgm:t>
    </dgm:pt>
    <dgm:pt modelId="{D35E447E-CFED-410E-916B-E1420276842A}" type="parTrans" cxnId="{B1559F24-98C0-4FB1-8904-0287B3D6357B}">
      <dgm:prSet/>
      <dgm:spPr/>
      <dgm:t>
        <a:bodyPr/>
        <a:lstStyle/>
        <a:p>
          <a:endParaRPr lang="en-US"/>
        </a:p>
      </dgm:t>
    </dgm:pt>
    <dgm:pt modelId="{6AD17336-9034-450A-8FC8-B5DFE8002532}" type="sibTrans" cxnId="{B1559F24-98C0-4FB1-8904-0287B3D6357B}">
      <dgm:prSet/>
      <dgm:spPr/>
      <dgm:t>
        <a:bodyPr/>
        <a:lstStyle/>
        <a:p>
          <a:endParaRPr lang="en-US"/>
        </a:p>
      </dgm:t>
    </dgm:pt>
    <dgm:pt modelId="{95D12F6B-9FE4-4AAC-8EF9-75CB69878AD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Netzwerk/Infrastruktur</a:t>
          </a:r>
          <a:endParaRPr lang="en-US"/>
        </a:p>
      </dgm:t>
    </dgm:pt>
    <dgm:pt modelId="{4A02BDEE-91C3-45C6-8378-5F66CA178590}" type="parTrans" cxnId="{CD114B41-3950-41A4-A7DD-A4E389855F2E}">
      <dgm:prSet/>
      <dgm:spPr/>
      <dgm:t>
        <a:bodyPr/>
        <a:lstStyle/>
        <a:p>
          <a:endParaRPr lang="en-US"/>
        </a:p>
      </dgm:t>
    </dgm:pt>
    <dgm:pt modelId="{81625CA4-F15A-4DC1-BF63-26D5846BFDA7}" type="sibTrans" cxnId="{CD114B41-3950-41A4-A7DD-A4E389855F2E}">
      <dgm:prSet/>
      <dgm:spPr/>
      <dgm:t>
        <a:bodyPr/>
        <a:lstStyle/>
        <a:p>
          <a:endParaRPr lang="en-US"/>
        </a:p>
      </dgm:t>
    </dgm:pt>
    <dgm:pt modelId="{34F0B4C2-6890-47AD-953C-63515CAF6D5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Datenverarbeitung und –sicherheit</a:t>
          </a:r>
          <a:endParaRPr lang="en-US"/>
        </a:p>
      </dgm:t>
    </dgm:pt>
    <dgm:pt modelId="{6FF9D396-E2E4-4F32-8DED-F93256DFCD08}" type="parTrans" cxnId="{15B9E8FA-A7CE-4449-BE75-80DD7F7A23F2}">
      <dgm:prSet/>
      <dgm:spPr/>
      <dgm:t>
        <a:bodyPr/>
        <a:lstStyle/>
        <a:p>
          <a:endParaRPr lang="en-US"/>
        </a:p>
      </dgm:t>
    </dgm:pt>
    <dgm:pt modelId="{158B9A9C-20DC-4AA2-8D02-B9C6EF2F328A}" type="sibTrans" cxnId="{15B9E8FA-A7CE-4449-BE75-80DD7F7A23F2}">
      <dgm:prSet/>
      <dgm:spPr/>
      <dgm:t>
        <a:bodyPr/>
        <a:lstStyle/>
        <a:p>
          <a:endParaRPr lang="en-US"/>
        </a:p>
      </dgm:t>
    </dgm:pt>
    <dgm:pt modelId="{EAAB7271-A29A-4CFF-85D4-6034CF813F2F}" type="pres">
      <dgm:prSet presAssocID="{D35CCA7E-F653-440C-8E45-70B3475D5B9E}" presName="root" presStyleCnt="0">
        <dgm:presLayoutVars>
          <dgm:dir/>
          <dgm:resizeHandles val="exact"/>
        </dgm:presLayoutVars>
      </dgm:prSet>
      <dgm:spPr/>
    </dgm:pt>
    <dgm:pt modelId="{0E16E227-35D5-46B0-9DBF-2A0BC0811C2B}" type="pres">
      <dgm:prSet presAssocID="{A8D04249-361B-4A2A-AAAD-85A72FE5194F}" presName="compNode" presStyleCnt="0"/>
      <dgm:spPr/>
    </dgm:pt>
    <dgm:pt modelId="{5E98DAD1-93CC-4618-B7C5-AA700F667DC8}" type="pres">
      <dgm:prSet presAssocID="{A8D04249-361B-4A2A-AAAD-85A72FE5194F}" presName="bgRect" presStyleLbl="bgShp" presStyleIdx="0" presStyleCnt="4"/>
      <dgm:spPr/>
    </dgm:pt>
    <dgm:pt modelId="{2B5FEBC4-E5EB-4C67-9E2F-70927FDF4AAA}" type="pres">
      <dgm:prSet presAssocID="{A8D04249-361B-4A2A-AAAD-85A72FE5194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6B97DB1-CE80-4415-AF79-CE001C808236}" type="pres">
      <dgm:prSet presAssocID="{A8D04249-361B-4A2A-AAAD-85A72FE5194F}" presName="spaceRect" presStyleCnt="0"/>
      <dgm:spPr/>
    </dgm:pt>
    <dgm:pt modelId="{760B6826-FB07-40DB-8AB4-FE849BC12A78}" type="pres">
      <dgm:prSet presAssocID="{A8D04249-361B-4A2A-AAAD-85A72FE5194F}" presName="parTx" presStyleLbl="revTx" presStyleIdx="0" presStyleCnt="4">
        <dgm:presLayoutVars>
          <dgm:chMax val="0"/>
          <dgm:chPref val="0"/>
        </dgm:presLayoutVars>
      </dgm:prSet>
      <dgm:spPr/>
    </dgm:pt>
    <dgm:pt modelId="{4F3B0409-5F33-4DF2-B7A6-DB76D17B4A8E}" type="pres">
      <dgm:prSet presAssocID="{BA21877E-647E-4255-94FB-20930B717D89}" presName="sibTrans" presStyleCnt="0"/>
      <dgm:spPr/>
    </dgm:pt>
    <dgm:pt modelId="{4557091F-B17D-4413-B4B4-F4B053D89EFF}" type="pres">
      <dgm:prSet presAssocID="{AC622A9A-D652-4A50-AA3D-09C336A9A3DE}" presName="compNode" presStyleCnt="0"/>
      <dgm:spPr/>
    </dgm:pt>
    <dgm:pt modelId="{9B3E6496-21DE-4BB8-BB00-7FD1D8AFFE29}" type="pres">
      <dgm:prSet presAssocID="{AC622A9A-D652-4A50-AA3D-09C336A9A3DE}" presName="bgRect" presStyleLbl="bgShp" presStyleIdx="1" presStyleCnt="4"/>
      <dgm:spPr/>
    </dgm:pt>
    <dgm:pt modelId="{A9BB7F44-8669-4599-AEBF-5202E776FBC3}" type="pres">
      <dgm:prSet presAssocID="{AC622A9A-D652-4A50-AA3D-09C336A9A3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12AB04E-CFD8-4963-A0AC-2095177778B8}" type="pres">
      <dgm:prSet presAssocID="{AC622A9A-D652-4A50-AA3D-09C336A9A3DE}" presName="spaceRect" presStyleCnt="0"/>
      <dgm:spPr/>
    </dgm:pt>
    <dgm:pt modelId="{A4054F21-D360-4B68-A8B5-DEAE00D1E2BA}" type="pres">
      <dgm:prSet presAssocID="{AC622A9A-D652-4A50-AA3D-09C336A9A3DE}" presName="parTx" presStyleLbl="revTx" presStyleIdx="1" presStyleCnt="4">
        <dgm:presLayoutVars>
          <dgm:chMax val="0"/>
          <dgm:chPref val="0"/>
        </dgm:presLayoutVars>
      </dgm:prSet>
      <dgm:spPr/>
    </dgm:pt>
    <dgm:pt modelId="{7F4F403B-4F33-44D8-A818-32D0B42AD18B}" type="pres">
      <dgm:prSet presAssocID="{6AD17336-9034-450A-8FC8-B5DFE8002532}" presName="sibTrans" presStyleCnt="0"/>
      <dgm:spPr/>
    </dgm:pt>
    <dgm:pt modelId="{433D6782-C9A7-4812-BD0E-B5EF84A883D4}" type="pres">
      <dgm:prSet presAssocID="{95D12F6B-9FE4-4AAC-8EF9-75CB69878AD3}" presName="compNode" presStyleCnt="0"/>
      <dgm:spPr/>
    </dgm:pt>
    <dgm:pt modelId="{9A8DC7F2-6407-4D9D-A73B-9B335BC44336}" type="pres">
      <dgm:prSet presAssocID="{95D12F6B-9FE4-4AAC-8EF9-75CB69878AD3}" presName="bgRect" presStyleLbl="bgShp" presStyleIdx="2" presStyleCnt="4"/>
      <dgm:spPr/>
    </dgm:pt>
    <dgm:pt modelId="{19B7372D-55B0-4FA5-809E-3F1052CCA811}" type="pres">
      <dgm:prSet presAssocID="{95D12F6B-9FE4-4AAC-8EF9-75CB69878A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zwerk"/>
        </a:ext>
      </dgm:extLst>
    </dgm:pt>
    <dgm:pt modelId="{EBB65A90-5A96-48EC-AC1B-54A77CC2AD85}" type="pres">
      <dgm:prSet presAssocID="{95D12F6B-9FE4-4AAC-8EF9-75CB69878AD3}" presName="spaceRect" presStyleCnt="0"/>
      <dgm:spPr/>
    </dgm:pt>
    <dgm:pt modelId="{F3217583-90AC-4E66-84AA-B58822064698}" type="pres">
      <dgm:prSet presAssocID="{95D12F6B-9FE4-4AAC-8EF9-75CB69878AD3}" presName="parTx" presStyleLbl="revTx" presStyleIdx="2" presStyleCnt="4">
        <dgm:presLayoutVars>
          <dgm:chMax val="0"/>
          <dgm:chPref val="0"/>
        </dgm:presLayoutVars>
      </dgm:prSet>
      <dgm:spPr/>
    </dgm:pt>
    <dgm:pt modelId="{756DC7BA-D030-432A-82B0-9912C31925A3}" type="pres">
      <dgm:prSet presAssocID="{81625CA4-F15A-4DC1-BF63-26D5846BFDA7}" presName="sibTrans" presStyleCnt="0"/>
      <dgm:spPr/>
    </dgm:pt>
    <dgm:pt modelId="{AF03A997-C6B9-48E5-A0C3-68106345FCE4}" type="pres">
      <dgm:prSet presAssocID="{34F0B4C2-6890-47AD-953C-63515CAF6D52}" presName="compNode" presStyleCnt="0"/>
      <dgm:spPr/>
    </dgm:pt>
    <dgm:pt modelId="{7AC379EA-1282-4DE7-B9D2-88CFF7264A94}" type="pres">
      <dgm:prSet presAssocID="{34F0B4C2-6890-47AD-953C-63515CAF6D52}" presName="bgRect" presStyleLbl="bgShp" presStyleIdx="3" presStyleCnt="4"/>
      <dgm:spPr/>
    </dgm:pt>
    <dgm:pt modelId="{4A4F6673-F76E-4CA3-9C76-1E82A5A519D3}" type="pres">
      <dgm:prSet presAssocID="{34F0B4C2-6890-47AD-953C-63515CAF6D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028659DD-5AC1-495C-B714-36B3921AE3F1}" type="pres">
      <dgm:prSet presAssocID="{34F0B4C2-6890-47AD-953C-63515CAF6D52}" presName="spaceRect" presStyleCnt="0"/>
      <dgm:spPr/>
    </dgm:pt>
    <dgm:pt modelId="{AAE34EE6-5F6C-4F16-94E8-5606513F0038}" type="pres">
      <dgm:prSet presAssocID="{34F0B4C2-6890-47AD-953C-63515CAF6D5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969714-05A5-446A-8F51-1052DE96637F}" type="presOf" srcId="{D35CCA7E-F653-440C-8E45-70B3475D5B9E}" destId="{EAAB7271-A29A-4CFF-85D4-6034CF813F2F}" srcOrd="0" destOrd="0" presId="urn:microsoft.com/office/officeart/2018/2/layout/IconVerticalSolidList"/>
    <dgm:cxn modelId="{B1559F24-98C0-4FB1-8904-0287B3D6357B}" srcId="{D35CCA7E-F653-440C-8E45-70B3475D5B9E}" destId="{AC622A9A-D652-4A50-AA3D-09C336A9A3DE}" srcOrd="1" destOrd="0" parTransId="{D35E447E-CFED-410E-916B-E1420276842A}" sibTransId="{6AD17336-9034-450A-8FC8-B5DFE8002532}"/>
    <dgm:cxn modelId="{E3B50038-29A9-4D89-B00B-A89A15C6D83E}" type="presOf" srcId="{95D12F6B-9FE4-4AAC-8EF9-75CB69878AD3}" destId="{F3217583-90AC-4E66-84AA-B58822064698}" srcOrd="0" destOrd="0" presId="urn:microsoft.com/office/officeart/2018/2/layout/IconVerticalSolidList"/>
    <dgm:cxn modelId="{CD114B41-3950-41A4-A7DD-A4E389855F2E}" srcId="{D35CCA7E-F653-440C-8E45-70B3475D5B9E}" destId="{95D12F6B-9FE4-4AAC-8EF9-75CB69878AD3}" srcOrd="2" destOrd="0" parTransId="{4A02BDEE-91C3-45C6-8378-5F66CA178590}" sibTransId="{81625CA4-F15A-4DC1-BF63-26D5846BFDA7}"/>
    <dgm:cxn modelId="{AB23E550-714B-4240-9B54-E149633819E6}" type="presOf" srcId="{34F0B4C2-6890-47AD-953C-63515CAF6D52}" destId="{AAE34EE6-5F6C-4F16-94E8-5606513F0038}" srcOrd="0" destOrd="0" presId="urn:microsoft.com/office/officeart/2018/2/layout/IconVerticalSolidList"/>
    <dgm:cxn modelId="{C42409A4-3DB4-454E-929C-86A602A01FE6}" srcId="{D35CCA7E-F653-440C-8E45-70B3475D5B9E}" destId="{A8D04249-361B-4A2A-AAAD-85A72FE5194F}" srcOrd="0" destOrd="0" parTransId="{B5FCAB2E-5D60-4D6B-9EF7-B17FBF153029}" sibTransId="{BA21877E-647E-4255-94FB-20930B717D89}"/>
    <dgm:cxn modelId="{B65EB5AE-DF2E-49CC-925B-4A0ED47F86CB}" type="presOf" srcId="{AC622A9A-D652-4A50-AA3D-09C336A9A3DE}" destId="{A4054F21-D360-4B68-A8B5-DEAE00D1E2BA}" srcOrd="0" destOrd="0" presId="urn:microsoft.com/office/officeart/2018/2/layout/IconVerticalSolidList"/>
    <dgm:cxn modelId="{A9CFCAF9-82E5-4F02-85BF-63CD972FE12E}" type="presOf" srcId="{A8D04249-361B-4A2A-AAAD-85A72FE5194F}" destId="{760B6826-FB07-40DB-8AB4-FE849BC12A78}" srcOrd="0" destOrd="0" presId="urn:microsoft.com/office/officeart/2018/2/layout/IconVerticalSolidList"/>
    <dgm:cxn modelId="{15B9E8FA-A7CE-4449-BE75-80DD7F7A23F2}" srcId="{D35CCA7E-F653-440C-8E45-70B3475D5B9E}" destId="{34F0B4C2-6890-47AD-953C-63515CAF6D52}" srcOrd="3" destOrd="0" parTransId="{6FF9D396-E2E4-4F32-8DED-F93256DFCD08}" sibTransId="{158B9A9C-20DC-4AA2-8D02-B9C6EF2F328A}"/>
    <dgm:cxn modelId="{8115389F-5080-454F-ABBC-C9B45E0AEEB3}" type="presParOf" srcId="{EAAB7271-A29A-4CFF-85D4-6034CF813F2F}" destId="{0E16E227-35D5-46B0-9DBF-2A0BC0811C2B}" srcOrd="0" destOrd="0" presId="urn:microsoft.com/office/officeart/2018/2/layout/IconVerticalSolidList"/>
    <dgm:cxn modelId="{3DAA30C6-3F03-46C3-A6F9-B5D47BD4C9DF}" type="presParOf" srcId="{0E16E227-35D5-46B0-9DBF-2A0BC0811C2B}" destId="{5E98DAD1-93CC-4618-B7C5-AA700F667DC8}" srcOrd="0" destOrd="0" presId="urn:microsoft.com/office/officeart/2018/2/layout/IconVerticalSolidList"/>
    <dgm:cxn modelId="{7DF9F91F-848E-4D4F-A466-867E2EA5EE2B}" type="presParOf" srcId="{0E16E227-35D5-46B0-9DBF-2A0BC0811C2B}" destId="{2B5FEBC4-E5EB-4C67-9E2F-70927FDF4AAA}" srcOrd="1" destOrd="0" presId="urn:microsoft.com/office/officeart/2018/2/layout/IconVerticalSolidList"/>
    <dgm:cxn modelId="{A2BED13F-107F-427C-9700-10D9F325697E}" type="presParOf" srcId="{0E16E227-35D5-46B0-9DBF-2A0BC0811C2B}" destId="{F6B97DB1-CE80-4415-AF79-CE001C808236}" srcOrd="2" destOrd="0" presId="urn:microsoft.com/office/officeart/2018/2/layout/IconVerticalSolidList"/>
    <dgm:cxn modelId="{62D5BEA4-F385-43CC-9750-E93D950FD5B6}" type="presParOf" srcId="{0E16E227-35D5-46B0-9DBF-2A0BC0811C2B}" destId="{760B6826-FB07-40DB-8AB4-FE849BC12A78}" srcOrd="3" destOrd="0" presId="urn:microsoft.com/office/officeart/2018/2/layout/IconVerticalSolidList"/>
    <dgm:cxn modelId="{FB47092B-31C5-49B3-B556-AD9581C27CBB}" type="presParOf" srcId="{EAAB7271-A29A-4CFF-85D4-6034CF813F2F}" destId="{4F3B0409-5F33-4DF2-B7A6-DB76D17B4A8E}" srcOrd="1" destOrd="0" presId="urn:microsoft.com/office/officeart/2018/2/layout/IconVerticalSolidList"/>
    <dgm:cxn modelId="{34BE253A-B681-47B3-91D5-3605C8D325B8}" type="presParOf" srcId="{EAAB7271-A29A-4CFF-85D4-6034CF813F2F}" destId="{4557091F-B17D-4413-B4B4-F4B053D89EFF}" srcOrd="2" destOrd="0" presId="urn:microsoft.com/office/officeart/2018/2/layout/IconVerticalSolidList"/>
    <dgm:cxn modelId="{30BE047B-C0C1-4658-BB30-BD63C7A63615}" type="presParOf" srcId="{4557091F-B17D-4413-B4B4-F4B053D89EFF}" destId="{9B3E6496-21DE-4BB8-BB00-7FD1D8AFFE29}" srcOrd="0" destOrd="0" presId="urn:microsoft.com/office/officeart/2018/2/layout/IconVerticalSolidList"/>
    <dgm:cxn modelId="{62EB8174-1DCB-4C71-8691-2B4157BBBD8B}" type="presParOf" srcId="{4557091F-B17D-4413-B4B4-F4B053D89EFF}" destId="{A9BB7F44-8669-4599-AEBF-5202E776FBC3}" srcOrd="1" destOrd="0" presId="urn:microsoft.com/office/officeart/2018/2/layout/IconVerticalSolidList"/>
    <dgm:cxn modelId="{96705260-A493-4605-AF9C-C8B71ABD0FEE}" type="presParOf" srcId="{4557091F-B17D-4413-B4B4-F4B053D89EFF}" destId="{112AB04E-CFD8-4963-A0AC-2095177778B8}" srcOrd="2" destOrd="0" presId="urn:microsoft.com/office/officeart/2018/2/layout/IconVerticalSolidList"/>
    <dgm:cxn modelId="{33C564A0-DB8B-4294-8618-40B190A51421}" type="presParOf" srcId="{4557091F-B17D-4413-B4B4-F4B053D89EFF}" destId="{A4054F21-D360-4B68-A8B5-DEAE00D1E2BA}" srcOrd="3" destOrd="0" presId="urn:microsoft.com/office/officeart/2018/2/layout/IconVerticalSolidList"/>
    <dgm:cxn modelId="{6BEFD2B2-DA9C-4A56-9598-B6FC97825A9F}" type="presParOf" srcId="{EAAB7271-A29A-4CFF-85D4-6034CF813F2F}" destId="{7F4F403B-4F33-44D8-A818-32D0B42AD18B}" srcOrd="3" destOrd="0" presId="urn:microsoft.com/office/officeart/2018/2/layout/IconVerticalSolidList"/>
    <dgm:cxn modelId="{C054D276-CF41-4E89-8A86-E97F4561E3BD}" type="presParOf" srcId="{EAAB7271-A29A-4CFF-85D4-6034CF813F2F}" destId="{433D6782-C9A7-4812-BD0E-B5EF84A883D4}" srcOrd="4" destOrd="0" presId="urn:microsoft.com/office/officeart/2018/2/layout/IconVerticalSolidList"/>
    <dgm:cxn modelId="{127C2D6D-738B-414B-BBE8-198B169EA01D}" type="presParOf" srcId="{433D6782-C9A7-4812-BD0E-B5EF84A883D4}" destId="{9A8DC7F2-6407-4D9D-A73B-9B335BC44336}" srcOrd="0" destOrd="0" presId="urn:microsoft.com/office/officeart/2018/2/layout/IconVerticalSolidList"/>
    <dgm:cxn modelId="{C237C457-E145-4104-A5AF-C686773BDB01}" type="presParOf" srcId="{433D6782-C9A7-4812-BD0E-B5EF84A883D4}" destId="{19B7372D-55B0-4FA5-809E-3F1052CCA811}" srcOrd="1" destOrd="0" presId="urn:microsoft.com/office/officeart/2018/2/layout/IconVerticalSolidList"/>
    <dgm:cxn modelId="{46D852CF-EE17-4061-862B-CB05B6CF0C8F}" type="presParOf" srcId="{433D6782-C9A7-4812-BD0E-B5EF84A883D4}" destId="{EBB65A90-5A96-48EC-AC1B-54A77CC2AD85}" srcOrd="2" destOrd="0" presId="urn:microsoft.com/office/officeart/2018/2/layout/IconVerticalSolidList"/>
    <dgm:cxn modelId="{6E1235C1-6E70-40E4-A3D8-E0B9D12C3817}" type="presParOf" srcId="{433D6782-C9A7-4812-BD0E-B5EF84A883D4}" destId="{F3217583-90AC-4E66-84AA-B58822064698}" srcOrd="3" destOrd="0" presId="urn:microsoft.com/office/officeart/2018/2/layout/IconVerticalSolidList"/>
    <dgm:cxn modelId="{D0F4A004-64DD-4B06-A9A2-46D5E66F046B}" type="presParOf" srcId="{EAAB7271-A29A-4CFF-85D4-6034CF813F2F}" destId="{756DC7BA-D030-432A-82B0-9912C31925A3}" srcOrd="5" destOrd="0" presId="urn:microsoft.com/office/officeart/2018/2/layout/IconVerticalSolidList"/>
    <dgm:cxn modelId="{88379985-3EA1-4888-B7FD-7A705E3BC00A}" type="presParOf" srcId="{EAAB7271-A29A-4CFF-85D4-6034CF813F2F}" destId="{AF03A997-C6B9-48E5-A0C3-68106345FCE4}" srcOrd="6" destOrd="0" presId="urn:microsoft.com/office/officeart/2018/2/layout/IconVerticalSolidList"/>
    <dgm:cxn modelId="{7DF47355-93DE-4731-9596-CEE9C6275C93}" type="presParOf" srcId="{AF03A997-C6B9-48E5-A0C3-68106345FCE4}" destId="{7AC379EA-1282-4DE7-B9D2-88CFF7264A94}" srcOrd="0" destOrd="0" presId="urn:microsoft.com/office/officeart/2018/2/layout/IconVerticalSolidList"/>
    <dgm:cxn modelId="{19824123-B0DB-4D5B-BF4A-43ADF27E04C7}" type="presParOf" srcId="{AF03A997-C6B9-48E5-A0C3-68106345FCE4}" destId="{4A4F6673-F76E-4CA3-9C76-1E82A5A519D3}" srcOrd="1" destOrd="0" presId="urn:microsoft.com/office/officeart/2018/2/layout/IconVerticalSolidList"/>
    <dgm:cxn modelId="{FC8389A4-CB08-49C4-9AEA-457BCAF839ED}" type="presParOf" srcId="{AF03A997-C6B9-48E5-A0C3-68106345FCE4}" destId="{028659DD-5AC1-495C-B714-36B3921AE3F1}" srcOrd="2" destOrd="0" presId="urn:microsoft.com/office/officeart/2018/2/layout/IconVerticalSolidList"/>
    <dgm:cxn modelId="{580AA885-AD88-4714-B18A-6572CEA6912B}" type="presParOf" srcId="{AF03A997-C6B9-48E5-A0C3-68106345FCE4}" destId="{AAE34EE6-5F6C-4F16-94E8-5606513F00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B95BC6-6905-449F-963A-3578792CD4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69F10D-504A-4A2B-99D6-5665EAD5232F}">
      <dgm:prSet/>
      <dgm:spPr/>
      <dgm:t>
        <a:bodyPr/>
        <a:lstStyle/>
        <a:p>
          <a:r>
            <a:rPr lang="de-DE"/>
            <a:t>Moderner Arbeitsplatz mit aktueller Technik</a:t>
          </a:r>
          <a:endParaRPr lang="en-US"/>
        </a:p>
      </dgm:t>
    </dgm:pt>
    <dgm:pt modelId="{19A6DD48-85F3-4C1E-B4A6-8F3F3F6269FE}" type="parTrans" cxnId="{5C5866AF-D9B6-4256-9C8A-C68E8E07E230}">
      <dgm:prSet/>
      <dgm:spPr/>
      <dgm:t>
        <a:bodyPr/>
        <a:lstStyle/>
        <a:p>
          <a:endParaRPr lang="en-US"/>
        </a:p>
      </dgm:t>
    </dgm:pt>
    <dgm:pt modelId="{B3B31BB2-F604-46B8-8F16-765FDECD6093}" type="sibTrans" cxnId="{5C5866AF-D9B6-4256-9C8A-C68E8E07E230}">
      <dgm:prSet/>
      <dgm:spPr/>
      <dgm:t>
        <a:bodyPr/>
        <a:lstStyle/>
        <a:p>
          <a:endParaRPr lang="en-US"/>
        </a:p>
      </dgm:t>
    </dgm:pt>
    <dgm:pt modelId="{4C15049F-5CC5-459E-AD6F-32AE5B2344ED}">
      <dgm:prSet/>
      <dgm:spPr/>
      <dgm:t>
        <a:bodyPr/>
        <a:lstStyle/>
        <a:p>
          <a:r>
            <a:rPr lang="de-DE"/>
            <a:t>Vielfältige Aufgaben</a:t>
          </a:r>
          <a:endParaRPr lang="en-US"/>
        </a:p>
      </dgm:t>
    </dgm:pt>
    <dgm:pt modelId="{91E09194-F968-4A41-B811-2F81D2EF52BA}" type="parTrans" cxnId="{8B2D5CAB-3B71-47EF-AFB7-DEEB8DB62726}">
      <dgm:prSet/>
      <dgm:spPr/>
      <dgm:t>
        <a:bodyPr/>
        <a:lstStyle/>
        <a:p>
          <a:endParaRPr lang="en-US"/>
        </a:p>
      </dgm:t>
    </dgm:pt>
    <dgm:pt modelId="{FD43FA0A-EFB7-4553-8184-E55D617CDBB5}" type="sibTrans" cxnId="{8B2D5CAB-3B71-47EF-AFB7-DEEB8DB62726}">
      <dgm:prSet/>
      <dgm:spPr/>
      <dgm:t>
        <a:bodyPr/>
        <a:lstStyle/>
        <a:p>
          <a:endParaRPr lang="en-US"/>
        </a:p>
      </dgm:t>
    </dgm:pt>
    <dgm:pt modelId="{E5B03124-4701-4712-B404-E62749F14D78}">
      <dgm:prSet/>
      <dgm:spPr/>
      <dgm:t>
        <a:bodyPr/>
        <a:lstStyle/>
        <a:p>
          <a:r>
            <a:rPr lang="de-DE"/>
            <a:t>Gute Einarbeitung durch Kollegen und digitale Tools</a:t>
          </a:r>
          <a:endParaRPr lang="en-US"/>
        </a:p>
      </dgm:t>
    </dgm:pt>
    <dgm:pt modelId="{FFA00B7F-B124-438A-8839-B298EC15CCA8}" type="parTrans" cxnId="{516C619F-8A98-48B7-BFB6-45A7D95E0131}">
      <dgm:prSet/>
      <dgm:spPr/>
      <dgm:t>
        <a:bodyPr/>
        <a:lstStyle/>
        <a:p>
          <a:endParaRPr lang="en-US"/>
        </a:p>
      </dgm:t>
    </dgm:pt>
    <dgm:pt modelId="{4DC0FA9D-9A25-4010-99FB-7A5B92CCC385}" type="sibTrans" cxnId="{516C619F-8A98-48B7-BFB6-45A7D95E0131}">
      <dgm:prSet/>
      <dgm:spPr/>
      <dgm:t>
        <a:bodyPr/>
        <a:lstStyle/>
        <a:p>
          <a:endParaRPr lang="en-US"/>
        </a:p>
      </dgm:t>
    </dgm:pt>
    <dgm:pt modelId="{CC857B5F-F23D-4578-B77A-4EB8A98A7AA4}" type="pres">
      <dgm:prSet presAssocID="{03B95BC6-6905-449F-963A-3578792CD43F}" presName="root" presStyleCnt="0">
        <dgm:presLayoutVars>
          <dgm:dir/>
          <dgm:resizeHandles val="exact"/>
        </dgm:presLayoutVars>
      </dgm:prSet>
      <dgm:spPr/>
    </dgm:pt>
    <dgm:pt modelId="{BF23684C-5A37-4418-9869-044E068E6347}" type="pres">
      <dgm:prSet presAssocID="{C269F10D-504A-4A2B-99D6-5665EAD5232F}" presName="compNode" presStyleCnt="0"/>
      <dgm:spPr/>
    </dgm:pt>
    <dgm:pt modelId="{82092267-DB3C-4C6E-8BA0-0C471DC260D1}" type="pres">
      <dgm:prSet presAssocID="{C269F10D-504A-4A2B-99D6-5665EAD5232F}" presName="bgRect" presStyleLbl="bgShp" presStyleIdx="0" presStyleCnt="3"/>
      <dgm:spPr/>
    </dgm:pt>
    <dgm:pt modelId="{78B8057E-FBAF-4BA7-91A7-65EBA0634E58}" type="pres">
      <dgm:prSet presAssocID="{C269F10D-504A-4A2B-99D6-5665EAD523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DF1B3C0-ACA2-48B7-9865-4B5757F3AD1B}" type="pres">
      <dgm:prSet presAssocID="{C269F10D-504A-4A2B-99D6-5665EAD5232F}" presName="spaceRect" presStyleCnt="0"/>
      <dgm:spPr/>
    </dgm:pt>
    <dgm:pt modelId="{599AC0BA-0A2F-4534-B1D2-82C0A1E3411A}" type="pres">
      <dgm:prSet presAssocID="{C269F10D-504A-4A2B-99D6-5665EAD5232F}" presName="parTx" presStyleLbl="revTx" presStyleIdx="0" presStyleCnt="3">
        <dgm:presLayoutVars>
          <dgm:chMax val="0"/>
          <dgm:chPref val="0"/>
        </dgm:presLayoutVars>
      </dgm:prSet>
      <dgm:spPr/>
    </dgm:pt>
    <dgm:pt modelId="{34C53CEA-F7AC-455E-94EC-7A6BC03B0FAE}" type="pres">
      <dgm:prSet presAssocID="{B3B31BB2-F604-46B8-8F16-765FDECD6093}" presName="sibTrans" presStyleCnt="0"/>
      <dgm:spPr/>
    </dgm:pt>
    <dgm:pt modelId="{412A4BD5-71CD-44B2-A961-A005BB1A93A8}" type="pres">
      <dgm:prSet presAssocID="{4C15049F-5CC5-459E-AD6F-32AE5B2344ED}" presName="compNode" presStyleCnt="0"/>
      <dgm:spPr/>
    </dgm:pt>
    <dgm:pt modelId="{B7831A7B-9F46-42B7-892A-E5EE4AA1F7C3}" type="pres">
      <dgm:prSet presAssocID="{4C15049F-5CC5-459E-AD6F-32AE5B2344ED}" presName="bgRect" presStyleLbl="bgShp" presStyleIdx="1" presStyleCnt="3"/>
      <dgm:spPr/>
    </dgm:pt>
    <dgm:pt modelId="{5D3BEB16-BC5B-4923-B631-A9ADC4F563E4}" type="pres">
      <dgm:prSet presAssocID="{4C15049F-5CC5-459E-AD6F-32AE5B2344E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D283523E-C051-407E-9C4A-0B8BDA12264C}" type="pres">
      <dgm:prSet presAssocID="{4C15049F-5CC5-459E-AD6F-32AE5B2344ED}" presName="spaceRect" presStyleCnt="0"/>
      <dgm:spPr/>
    </dgm:pt>
    <dgm:pt modelId="{D9D4AD92-C1D3-43E0-8912-C4543AED456A}" type="pres">
      <dgm:prSet presAssocID="{4C15049F-5CC5-459E-AD6F-32AE5B2344ED}" presName="parTx" presStyleLbl="revTx" presStyleIdx="1" presStyleCnt="3">
        <dgm:presLayoutVars>
          <dgm:chMax val="0"/>
          <dgm:chPref val="0"/>
        </dgm:presLayoutVars>
      </dgm:prSet>
      <dgm:spPr/>
    </dgm:pt>
    <dgm:pt modelId="{80ADDB14-DADA-4E4A-BF12-5E3F04EEFEA6}" type="pres">
      <dgm:prSet presAssocID="{FD43FA0A-EFB7-4553-8184-E55D617CDBB5}" presName="sibTrans" presStyleCnt="0"/>
      <dgm:spPr/>
    </dgm:pt>
    <dgm:pt modelId="{7D984FD7-E527-405A-9B41-74643F8901BE}" type="pres">
      <dgm:prSet presAssocID="{E5B03124-4701-4712-B404-E62749F14D78}" presName="compNode" presStyleCnt="0"/>
      <dgm:spPr/>
    </dgm:pt>
    <dgm:pt modelId="{3170C6AA-EC35-40E8-A2AE-E345B076EDC7}" type="pres">
      <dgm:prSet presAssocID="{E5B03124-4701-4712-B404-E62749F14D78}" presName="bgRect" presStyleLbl="bgShp" presStyleIdx="2" presStyleCnt="3"/>
      <dgm:spPr/>
    </dgm:pt>
    <dgm:pt modelId="{257982B3-F63D-4E84-A692-3F0021EE5D9F}" type="pres">
      <dgm:prSet presAssocID="{E5B03124-4701-4712-B404-E62749F14D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7C901A65-C390-4C1F-BF01-028C395F3DC1}" type="pres">
      <dgm:prSet presAssocID="{E5B03124-4701-4712-B404-E62749F14D78}" presName="spaceRect" presStyleCnt="0"/>
      <dgm:spPr/>
    </dgm:pt>
    <dgm:pt modelId="{89281631-1954-47CB-8C18-3A9AAC0B49A9}" type="pres">
      <dgm:prSet presAssocID="{E5B03124-4701-4712-B404-E62749F14D7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21943B-D4EA-4AC1-9044-39E0291BCFD6}" type="presOf" srcId="{C269F10D-504A-4A2B-99D6-5665EAD5232F}" destId="{599AC0BA-0A2F-4534-B1D2-82C0A1E3411A}" srcOrd="0" destOrd="0" presId="urn:microsoft.com/office/officeart/2018/2/layout/IconVerticalSolidList"/>
    <dgm:cxn modelId="{B865E36E-3DA7-4E26-84C4-8CD7BA719DAD}" type="presOf" srcId="{03B95BC6-6905-449F-963A-3578792CD43F}" destId="{CC857B5F-F23D-4578-B77A-4EB8A98A7AA4}" srcOrd="0" destOrd="0" presId="urn:microsoft.com/office/officeart/2018/2/layout/IconVerticalSolidList"/>
    <dgm:cxn modelId="{EADA3892-316D-4691-8858-8ED9B78F11BB}" type="presOf" srcId="{E5B03124-4701-4712-B404-E62749F14D78}" destId="{89281631-1954-47CB-8C18-3A9AAC0B49A9}" srcOrd="0" destOrd="0" presId="urn:microsoft.com/office/officeart/2018/2/layout/IconVerticalSolidList"/>
    <dgm:cxn modelId="{516C619F-8A98-48B7-BFB6-45A7D95E0131}" srcId="{03B95BC6-6905-449F-963A-3578792CD43F}" destId="{E5B03124-4701-4712-B404-E62749F14D78}" srcOrd="2" destOrd="0" parTransId="{FFA00B7F-B124-438A-8839-B298EC15CCA8}" sibTransId="{4DC0FA9D-9A25-4010-99FB-7A5B92CCC385}"/>
    <dgm:cxn modelId="{8B2D5CAB-3B71-47EF-AFB7-DEEB8DB62726}" srcId="{03B95BC6-6905-449F-963A-3578792CD43F}" destId="{4C15049F-5CC5-459E-AD6F-32AE5B2344ED}" srcOrd="1" destOrd="0" parTransId="{91E09194-F968-4A41-B811-2F81D2EF52BA}" sibTransId="{FD43FA0A-EFB7-4553-8184-E55D617CDBB5}"/>
    <dgm:cxn modelId="{5C5866AF-D9B6-4256-9C8A-C68E8E07E230}" srcId="{03B95BC6-6905-449F-963A-3578792CD43F}" destId="{C269F10D-504A-4A2B-99D6-5665EAD5232F}" srcOrd="0" destOrd="0" parTransId="{19A6DD48-85F3-4C1E-B4A6-8F3F3F6269FE}" sibTransId="{B3B31BB2-F604-46B8-8F16-765FDECD6093}"/>
    <dgm:cxn modelId="{76D789B1-1A71-48F3-821C-3BF391CA5769}" type="presOf" srcId="{4C15049F-5CC5-459E-AD6F-32AE5B2344ED}" destId="{D9D4AD92-C1D3-43E0-8912-C4543AED456A}" srcOrd="0" destOrd="0" presId="urn:microsoft.com/office/officeart/2018/2/layout/IconVerticalSolidList"/>
    <dgm:cxn modelId="{EE933C37-977F-455D-B8AE-E9828F2D735E}" type="presParOf" srcId="{CC857B5F-F23D-4578-B77A-4EB8A98A7AA4}" destId="{BF23684C-5A37-4418-9869-044E068E6347}" srcOrd="0" destOrd="0" presId="urn:microsoft.com/office/officeart/2018/2/layout/IconVerticalSolidList"/>
    <dgm:cxn modelId="{65FF9F40-B4BA-4A68-AC87-4637858F6BF4}" type="presParOf" srcId="{BF23684C-5A37-4418-9869-044E068E6347}" destId="{82092267-DB3C-4C6E-8BA0-0C471DC260D1}" srcOrd="0" destOrd="0" presId="urn:microsoft.com/office/officeart/2018/2/layout/IconVerticalSolidList"/>
    <dgm:cxn modelId="{BCA96A54-9E03-4930-B396-FC290F1F52DF}" type="presParOf" srcId="{BF23684C-5A37-4418-9869-044E068E6347}" destId="{78B8057E-FBAF-4BA7-91A7-65EBA0634E58}" srcOrd="1" destOrd="0" presId="urn:microsoft.com/office/officeart/2018/2/layout/IconVerticalSolidList"/>
    <dgm:cxn modelId="{4CC58741-6DBB-4A02-9770-BA4933EE8212}" type="presParOf" srcId="{BF23684C-5A37-4418-9869-044E068E6347}" destId="{5DF1B3C0-ACA2-48B7-9865-4B5757F3AD1B}" srcOrd="2" destOrd="0" presId="urn:microsoft.com/office/officeart/2018/2/layout/IconVerticalSolidList"/>
    <dgm:cxn modelId="{50CA1AE8-2E9B-4AEE-9514-908C640183D5}" type="presParOf" srcId="{BF23684C-5A37-4418-9869-044E068E6347}" destId="{599AC0BA-0A2F-4534-B1D2-82C0A1E3411A}" srcOrd="3" destOrd="0" presId="urn:microsoft.com/office/officeart/2018/2/layout/IconVerticalSolidList"/>
    <dgm:cxn modelId="{D858BC61-C14D-43F9-B157-75C208F60F2E}" type="presParOf" srcId="{CC857B5F-F23D-4578-B77A-4EB8A98A7AA4}" destId="{34C53CEA-F7AC-455E-94EC-7A6BC03B0FAE}" srcOrd="1" destOrd="0" presId="urn:microsoft.com/office/officeart/2018/2/layout/IconVerticalSolidList"/>
    <dgm:cxn modelId="{27AC9CF7-8186-49D6-B448-3D271DB6B1F6}" type="presParOf" srcId="{CC857B5F-F23D-4578-B77A-4EB8A98A7AA4}" destId="{412A4BD5-71CD-44B2-A961-A005BB1A93A8}" srcOrd="2" destOrd="0" presId="urn:microsoft.com/office/officeart/2018/2/layout/IconVerticalSolidList"/>
    <dgm:cxn modelId="{59993E1D-F5C1-4E0E-BF23-8A30C7C124AB}" type="presParOf" srcId="{412A4BD5-71CD-44B2-A961-A005BB1A93A8}" destId="{B7831A7B-9F46-42B7-892A-E5EE4AA1F7C3}" srcOrd="0" destOrd="0" presId="urn:microsoft.com/office/officeart/2018/2/layout/IconVerticalSolidList"/>
    <dgm:cxn modelId="{9C2B418C-4D18-480C-8DE9-4E0827E0D182}" type="presParOf" srcId="{412A4BD5-71CD-44B2-A961-A005BB1A93A8}" destId="{5D3BEB16-BC5B-4923-B631-A9ADC4F563E4}" srcOrd="1" destOrd="0" presId="urn:microsoft.com/office/officeart/2018/2/layout/IconVerticalSolidList"/>
    <dgm:cxn modelId="{21DAEF9F-1446-4252-9E7A-6045E453C9C5}" type="presParOf" srcId="{412A4BD5-71CD-44B2-A961-A005BB1A93A8}" destId="{D283523E-C051-407E-9C4A-0B8BDA12264C}" srcOrd="2" destOrd="0" presId="urn:microsoft.com/office/officeart/2018/2/layout/IconVerticalSolidList"/>
    <dgm:cxn modelId="{5506031F-B881-43F2-B010-E0EA1D55D9C8}" type="presParOf" srcId="{412A4BD5-71CD-44B2-A961-A005BB1A93A8}" destId="{D9D4AD92-C1D3-43E0-8912-C4543AED456A}" srcOrd="3" destOrd="0" presId="urn:microsoft.com/office/officeart/2018/2/layout/IconVerticalSolidList"/>
    <dgm:cxn modelId="{6B7D306E-2DE9-4899-807F-B986A232D649}" type="presParOf" srcId="{CC857B5F-F23D-4578-B77A-4EB8A98A7AA4}" destId="{80ADDB14-DADA-4E4A-BF12-5E3F04EEFEA6}" srcOrd="3" destOrd="0" presId="urn:microsoft.com/office/officeart/2018/2/layout/IconVerticalSolidList"/>
    <dgm:cxn modelId="{273F86A8-6B05-4AB3-A15F-D278AC1852B8}" type="presParOf" srcId="{CC857B5F-F23D-4578-B77A-4EB8A98A7AA4}" destId="{7D984FD7-E527-405A-9B41-74643F8901BE}" srcOrd="4" destOrd="0" presId="urn:microsoft.com/office/officeart/2018/2/layout/IconVerticalSolidList"/>
    <dgm:cxn modelId="{04E19575-29E1-4E95-9303-E3EBAA738948}" type="presParOf" srcId="{7D984FD7-E527-405A-9B41-74643F8901BE}" destId="{3170C6AA-EC35-40E8-A2AE-E345B076EDC7}" srcOrd="0" destOrd="0" presId="urn:microsoft.com/office/officeart/2018/2/layout/IconVerticalSolidList"/>
    <dgm:cxn modelId="{1217221C-EBAB-4926-ADC7-20B07C0486E8}" type="presParOf" srcId="{7D984FD7-E527-405A-9B41-74643F8901BE}" destId="{257982B3-F63D-4E84-A692-3F0021EE5D9F}" srcOrd="1" destOrd="0" presId="urn:microsoft.com/office/officeart/2018/2/layout/IconVerticalSolidList"/>
    <dgm:cxn modelId="{63AE5254-DB4F-4120-AD50-A928307C2FF4}" type="presParOf" srcId="{7D984FD7-E527-405A-9B41-74643F8901BE}" destId="{7C901A65-C390-4C1F-BF01-028C395F3DC1}" srcOrd="2" destOrd="0" presId="urn:microsoft.com/office/officeart/2018/2/layout/IconVerticalSolidList"/>
    <dgm:cxn modelId="{ADD3FBA2-8E20-4C02-B31A-03F6ED5A3572}" type="presParOf" srcId="{7D984FD7-E527-405A-9B41-74643F8901BE}" destId="{89281631-1954-47CB-8C18-3A9AAC0B49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98DAD1-93CC-4618-B7C5-AA700F667DC8}">
      <dsp:nvSpPr>
        <dsp:cNvPr id="0" name=""/>
        <dsp:cNvSpPr/>
      </dsp:nvSpPr>
      <dsp:spPr>
        <a:xfrm>
          <a:off x="0" y="2261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FEBC4-E5EB-4C67-9E2F-70927FDF4AAA}">
      <dsp:nvSpPr>
        <dsp:cNvPr id="0" name=""/>
        <dsp:cNvSpPr/>
      </dsp:nvSpPr>
      <dsp:spPr>
        <a:xfrm>
          <a:off x="346647" y="260097"/>
          <a:ext cx="630267" cy="630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B6826-FB07-40DB-8AB4-FE849BC12A78}">
      <dsp:nvSpPr>
        <dsp:cNvPr id="0" name=""/>
        <dsp:cNvSpPr/>
      </dsp:nvSpPr>
      <dsp:spPr>
        <a:xfrm>
          <a:off x="1323562" y="2261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Hardware</a:t>
          </a:r>
          <a:endParaRPr lang="en-US" sz="2200" kern="1200"/>
        </a:p>
      </dsp:txBody>
      <dsp:txXfrm>
        <a:off x="1323562" y="2261"/>
        <a:ext cx="4966663" cy="1145941"/>
      </dsp:txXfrm>
    </dsp:sp>
    <dsp:sp modelId="{9B3E6496-21DE-4BB8-BB00-7FD1D8AFFE29}">
      <dsp:nvSpPr>
        <dsp:cNvPr id="0" name=""/>
        <dsp:cNvSpPr/>
      </dsp:nvSpPr>
      <dsp:spPr>
        <a:xfrm>
          <a:off x="0" y="1434688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B7F44-8669-4599-AEBF-5202E776FBC3}">
      <dsp:nvSpPr>
        <dsp:cNvPr id="0" name=""/>
        <dsp:cNvSpPr/>
      </dsp:nvSpPr>
      <dsp:spPr>
        <a:xfrm>
          <a:off x="346647" y="1692524"/>
          <a:ext cx="630267" cy="630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54F21-D360-4B68-A8B5-DEAE00D1E2BA}">
      <dsp:nvSpPr>
        <dsp:cNvPr id="0" name=""/>
        <dsp:cNvSpPr/>
      </dsp:nvSpPr>
      <dsp:spPr>
        <a:xfrm>
          <a:off x="1323562" y="1434688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Software</a:t>
          </a:r>
          <a:endParaRPr lang="en-US" sz="2200" kern="1200"/>
        </a:p>
      </dsp:txBody>
      <dsp:txXfrm>
        <a:off x="1323562" y="1434688"/>
        <a:ext cx="4966663" cy="1145941"/>
      </dsp:txXfrm>
    </dsp:sp>
    <dsp:sp modelId="{9A8DC7F2-6407-4D9D-A73B-9B335BC44336}">
      <dsp:nvSpPr>
        <dsp:cNvPr id="0" name=""/>
        <dsp:cNvSpPr/>
      </dsp:nvSpPr>
      <dsp:spPr>
        <a:xfrm>
          <a:off x="0" y="2867115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7372D-55B0-4FA5-809E-3F1052CCA811}">
      <dsp:nvSpPr>
        <dsp:cNvPr id="0" name=""/>
        <dsp:cNvSpPr/>
      </dsp:nvSpPr>
      <dsp:spPr>
        <a:xfrm>
          <a:off x="346647" y="3124952"/>
          <a:ext cx="630267" cy="630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17583-90AC-4E66-84AA-B58822064698}">
      <dsp:nvSpPr>
        <dsp:cNvPr id="0" name=""/>
        <dsp:cNvSpPr/>
      </dsp:nvSpPr>
      <dsp:spPr>
        <a:xfrm>
          <a:off x="1323562" y="2867115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Netzwerk/Infrastruktur</a:t>
          </a:r>
          <a:endParaRPr lang="en-US" sz="2200" kern="1200"/>
        </a:p>
      </dsp:txBody>
      <dsp:txXfrm>
        <a:off x="1323562" y="2867115"/>
        <a:ext cx="4966663" cy="1145941"/>
      </dsp:txXfrm>
    </dsp:sp>
    <dsp:sp modelId="{7AC379EA-1282-4DE7-B9D2-88CFF7264A94}">
      <dsp:nvSpPr>
        <dsp:cNvPr id="0" name=""/>
        <dsp:cNvSpPr/>
      </dsp:nvSpPr>
      <dsp:spPr>
        <a:xfrm>
          <a:off x="0" y="4299542"/>
          <a:ext cx="6290226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F6673-F76E-4CA3-9C76-1E82A5A519D3}">
      <dsp:nvSpPr>
        <dsp:cNvPr id="0" name=""/>
        <dsp:cNvSpPr/>
      </dsp:nvSpPr>
      <dsp:spPr>
        <a:xfrm>
          <a:off x="346647" y="4557379"/>
          <a:ext cx="630267" cy="630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34EE6-5F6C-4F16-94E8-5606513F0038}">
      <dsp:nvSpPr>
        <dsp:cNvPr id="0" name=""/>
        <dsp:cNvSpPr/>
      </dsp:nvSpPr>
      <dsp:spPr>
        <a:xfrm>
          <a:off x="1323562" y="4299542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Datenverarbeitung und –sicherheit</a:t>
          </a:r>
          <a:endParaRPr lang="en-US" sz="2200" kern="1200"/>
        </a:p>
      </dsp:txBody>
      <dsp:txXfrm>
        <a:off x="1323562" y="4299542"/>
        <a:ext cx="4966663" cy="11459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92267-DB3C-4C6E-8BA0-0C471DC260D1}">
      <dsp:nvSpPr>
        <dsp:cNvPr id="0" name=""/>
        <dsp:cNvSpPr/>
      </dsp:nvSpPr>
      <dsp:spPr>
        <a:xfrm>
          <a:off x="0" y="665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8057E-FBAF-4BA7-91A7-65EBA0634E58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AC0BA-0A2F-4534-B1D2-82C0A1E3411A}">
      <dsp:nvSpPr>
        <dsp:cNvPr id="0" name=""/>
        <dsp:cNvSpPr/>
      </dsp:nvSpPr>
      <dsp:spPr>
        <a:xfrm>
          <a:off x="1797316" y="665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Moderner Arbeitsplatz mit aktueller Technik</a:t>
          </a:r>
          <a:endParaRPr lang="en-US" sz="2500" kern="1200"/>
        </a:p>
      </dsp:txBody>
      <dsp:txXfrm>
        <a:off x="1797316" y="665"/>
        <a:ext cx="4492909" cy="1556118"/>
      </dsp:txXfrm>
    </dsp:sp>
    <dsp:sp modelId="{B7831A7B-9F46-42B7-892A-E5EE4AA1F7C3}">
      <dsp:nvSpPr>
        <dsp:cNvPr id="0" name=""/>
        <dsp:cNvSpPr/>
      </dsp:nvSpPr>
      <dsp:spPr>
        <a:xfrm>
          <a:off x="0" y="1945813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BEB16-BC5B-4923-B631-A9ADC4F563E4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4AD92-C1D3-43E0-8912-C4543AED456A}">
      <dsp:nvSpPr>
        <dsp:cNvPr id="0" name=""/>
        <dsp:cNvSpPr/>
      </dsp:nvSpPr>
      <dsp:spPr>
        <a:xfrm>
          <a:off x="1797316" y="1945813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Vielfältige Aufgaben</a:t>
          </a:r>
          <a:endParaRPr lang="en-US" sz="2500" kern="1200"/>
        </a:p>
      </dsp:txBody>
      <dsp:txXfrm>
        <a:off x="1797316" y="1945813"/>
        <a:ext cx="4492909" cy="1556118"/>
      </dsp:txXfrm>
    </dsp:sp>
    <dsp:sp modelId="{3170C6AA-EC35-40E8-A2AE-E345B076EDC7}">
      <dsp:nvSpPr>
        <dsp:cNvPr id="0" name=""/>
        <dsp:cNvSpPr/>
      </dsp:nvSpPr>
      <dsp:spPr>
        <a:xfrm>
          <a:off x="0" y="3890961"/>
          <a:ext cx="6290226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982B3-F63D-4E84-A692-3F0021EE5D9F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81631-1954-47CB-8C18-3A9AAC0B49A9}">
      <dsp:nvSpPr>
        <dsp:cNvPr id="0" name=""/>
        <dsp:cNvSpPr/>
      </dsp:nvSpPr>
      <dsp:spPr>
        <a:xfrm>
          <a:off x="1797316" y="3890961"/>
          <a:ext cx="4492909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Gute Einarbeitung durch Kollegen und digitale Tools</a:t>
          </a:r>
          <a:endParaRPr lang="en-US" sz="2500" kern="1200"/>
        </a:p>
      </dsp:txBody>
      <dsp:txXfrm>
        <a:off x="1797316" y="3890961"/>
        <a:ext cx="4492909" cy="1556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DDAE5-4DD9-471D-92E4-DBAF959B22CF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08F2-5F10-42F9-9B71-B43672F34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85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Software: Kommunikation, Jira für Tasks, eigene </a:t>
            </a:r>
            <a:r>
              <a:rPr lang="de-DE" dirty="0" err="1"/>
              <a:t>wiki</a:t>
            </a:r>
            <a:r>
              <a:rPr lang="de-DE" dirty="0"/>
              <a:t>, </a:t>
            </a:r>
            <a:r>
              <a:rPr lang="de-DE" dirty="0" err="1"/>
              <a:t>Confluence</a:t>
            </a:r>
            <a:r>
              <a:rPr lang="de-DE" dirty="0"/>
              <a:t>. </a:t>
            </a:r>
            <a:r>
              <a:rPr lang="de-DE" dirty="0" err="1"/>
              <a:t>Visoma</a:t>
            </a:r>
            <a:r>
              <a:rPr lang="de-DE" dirty="0"/>
              <a:t> ticket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A08F2-5F10-42F9-9B71-B43672F341D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169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Hardware. Software. Aufgaben. Rolle.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A08F2-5F10-42F9-9B71-B43672F341D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6117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27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224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85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90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78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96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27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181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50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97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376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387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097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698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013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67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20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9CFA9-1223-48A3-9F95-30267450942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587CD-F35F-42D7-ACD8-9AF40BE731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913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CB317-9B99-32F0-9CEE-E2572B8E5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visoma</a:t>
            </a:r>
            <a:r>
              <a:rPr lang="de-DE" dirty="0"/>
              <a:t> GmbH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9E44F94-39E6-C074-C508-689C292A2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Visionen. Software. Macher.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8ECB1D-24AC-F7FE-B518-D5D764EA24C7}"/>
              </a:ext>
            </a:extLst>
          </p:cNvPr>
          <p:cNvSpPr txBox="1"/>
          <p:nvPr/>
        </p:nvSpPr>
        <p:spPr>
          <a:xfrm>
            <a:off x="1179871" y="6351639"/>
            <a:ext cx="868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Farid Khusnutdinov. Fachinformatiker: Anwendungsentwicklung. 2025</a:t>
            </a:r>
          </a:p>
        </p:txBody>
      </p:sp>
    </p:spTree>
    <p:extLst>
      <p:ext uri="{BB962C8B-B14F-4D97-AF65-F5344CB8AC3E}">
        <p14:creationId xmlns:p14="http://schemas.microsoft.com/office/powerpoint/2010/main" val="366178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B41C1D6-7956-2687-CED8-F87060EC9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de-DE" b="1">
                <a:solidFill>
                  <a:srgbClr val="FFFFFF"/>
                </a:solidFill>
              </a:rPr>
              <a:t>Visoma gmbh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C9202A-467F-FDFB-E538-F3B741F2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de-DE" b="1">
                <a:solidFill>
                  <a:schemeClr val="tx2"/>
                </a:solidFill>
              </a:rPr>
              <a:t>Standort: </a:t>
            </a:r>
            <a:r>
              <a:rPr lang="de-DE">
                <a:solidFill>
                  <a:schemeClr val="tx2"/>
                </a:solidFill>
              </a:rPr>
              <a:t>Uelzen, Schillersctraße 1</a:t>
            </a:r>
          </a:p>
          <a:p>
            <a:r>
              <a:rPr lang="de-DE" b="1">
                <a:solidFill>
                  <a:schemeClr val="tx2"/>
                </a:solidFill>
              </a:rPr>
              <a:t>Branche:</a:t>
            </a:r>
            <a:r>
              <a:rPr lang="de-DE">
                <a:solidFill>
                  <a:schemeClr val="tx2"/>
                </a:solidFill>
              </a:rPr>
              <a:t> Softwareentwicklung, Softwareverkauf, Support, IT-Beratung</a:t>
            </a:r>
          </a:p>
          <a:p>
            <a:r>
              <a:rPr lang="de-DE" b="1">
                <a:solidFill>
                  <a:schemeClr val="tx2"/>
                </a:solidFill>
              </a:rPr>
              <a:t>Gründungsjahr: </a:t>
            </a:r>
            <a:r>
              <a:rPr lang="de-DE">
                <a:solidFill>
                  <a:schemeClr val="tx2"/>
                </a:solidFill>
              </a:rPr>
              <a:t>2013</a:t>
            </a:r>
          </a:p>
          <a:p>
            <a:r>
              <a:rPr lang="de-DE" b="1">
                <a:solidFill>
                  <a:schemeClr val="tx2"/>
                </a:solidFill>
              </a:rPr>
              <a:t>Kundenkreis: </a:t>
            </a:r>
            <a:r>
              <a:rPr lang="de-DE">
                <a:solidFill>
                  <a:schemeClr val="tx2"/>
                </a:solidFill>
              </a:rPr>
              <a:t>IT-Systemhäuser, Unternehmen</a:t>
            </a:r>
          </a:p>
        </p:txBody>
      </p:sp>
    </p:spTree>
    <p:extLst>
      <p:ext uri="{BB962C8B-B14F-4D97-AF65-F5344CB8AC3E}">
        <p14:creationId xmlns:p14="http://schemas.microsoft.com/office/powerpoint/2010/main" val="1415776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529CFB1-4A36-4A05-8D7A-948E22773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7F0B1-8D1A-DF65-27F4-48361218E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965201"/>
            <a:ext cx="5947496" cy="4923448"/>
          </a:xfrm>
        </p:spPr>
        <p:txBody>
          <a:bodyPr anchor="ctr">
            <a:normAutofit/>
          </a:bodyPr>
          <a:lstStyle/>
          <a:p>
            <a:r>
              <a:rPr lang="de-DE" sz="2000" dirty="0" err="1"/>
              <a:t>Warenhausmanagmentsystem</a:t>
            </a:r>
            <a:r>
              <a:rPr lang="de-DE" sz="2000" dirty="0"/>
              <a:t> für einen großen Logistiker</a:t>
            </a:r>
          </a:p>
          <a:p>
            <a:r>
              <a:rPr lang="de-DE" sz="2000" dirty="0"/>
              <a:t>Tourenplanungssoftware für die Transport Branche</a:t>
            </a:r>
          </a:p>
          <a:p>
            <a:r>
              <a:rPr lang="de-DE" sz="2000" dirty="0"/>
              <a:t>B2B Shopsystem für den Weltmarktführer im Staudensamenhandel</a:t>
            </a:r>
          </a:p>
          <a:p>
            <a:r>
              <a:rPr lang="de-DE" sz="2000" dirty="0"/>
              <a:t>Bonusberechnungssoftware den Baustoffgroßhandel</a:t>
            </a:r>
          </a:p>
          <a:p>
            <a:r>
              <a:rPr lang="de-DE" sz="2000" dirty="0"/>
              <a:t>Software zur Verwaltung und Vermarktung von Videomedien</a:t>
            </a:r>
          </a:p>
          <a:p>
            <a:r>
              <a:rPr lang="de-DE" sz="2000" dirty="0"/>
              <a:t>Forschungsnetzwerk mit über 2000 Teilnehmern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783419-8188-4C50-BD8F-237B464B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0788" y="1"/>
            <a:ext cx="4651212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38100" dir="10800000" algn="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70D84C5-A105-4AB9-8C54-A26D13722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7521575" y="2187579"/>
            <a:ext cx="6857999" cy="24828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805C89D-307C-F67A-1A7C-427A7F0F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898" y="1327169"/>
            <a:ext cx="3646678" cy="4199513"/>
          </a:xfrm>
        </p:spPr>
        <p:txBody>
          <a:bodyPr>
            <a:normAutofit/>
          </a:bodyPr>
          <a:lstStyle/>
          <a:p>
            <a:pPr algn="l"/>
            <a:r>
              <a:rPr lang="de-DE" dirty="0">
                <a:solidFill>
                  <a:srgbClr val="FFFFFF"/>
                </a:solidFill>
              </a:rPr>
              <a:t>Individuale Projekte</a:t>
            </a:r>
          </a:p>
        </p:txBody>
      </p:sp>
    </p:spTree>
    <p:extLst>
      <p:ext uri="{BB962C8B-B14F-4D97-AF65-F5344CB8AC3E}">
        <p14:creationId xmlns:p14="http://schemas.microsoft.com/office/powerpoint/2010/main" val="1416580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D46BCCD-F81A-7FF5-DD4D-EF9916FB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EDV im Betrieb – Überblick</a:t>
            </a: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C91A3633-F169-5794-DF0B-66A7BF81F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150749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67071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pic>
        <p:nvPicPr>
          <p:cNvPr id="5" name="Picture 4" descr="Ein Bild, das Spielzeug enthält.&#10;&#10;KI-generierte Inhalte können fehlerhaft sein.">
            <a:extLst>
              <a:ext uri="{FF2B5EF4-FFF2-40B4-BE49-F238E27FC236}">
                <a16:creationId xmlns:a16="http://schemas.microsoft.com/office/drawing/2014/main" id="{0EA514E5-62AB-0E91-268B-32BD3C3570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3890A92-4D66-8750-F225-21F81C86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37173"/>
            <a:ext cx="9448800" cy="26020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Mein Arbeitsplatz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BAC43E-5951-7DF4-07F3-FDBBF2B9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842935"/>
            <a:ext cx="9448800" cy="685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Hier </a:t>
            </a:r>
            <a:r>
              <a:rPr lang="en-US" sz="2000" dirty="0" err="1"/>
              <a:t>erzähle</a:t>
            </a:r>
            <a:r>
              <a:rPr lang="en-US" sz="2000" dirty="0"/>
              <a:t> ich Ihnen, was mir </a:t>
            </a:r>
            <a:r>
              <a:rPr lang="en-US" sz="2000" dirty="0" err="1"/>
              <a:t>zur</a:t>
            </a:r>
            <a:r>
              <a:rPr lang="en-US" sz="2000" dirty="0"/>
              <a:t> </a:t>
            </a:r>
            <a:r>
              <a:rPr lang="en-US" sz="2000" dirty="0" err="1"/>
              <a:t>Verfügung</a:t>
            </a:r>
            <a:r>
              <a:rPr lang="en-US" sz="2000" dirty="0"/>
              <a:t> </a:t>
            </a:r>
            <a:r>
              <a:rPr lang="en-US" sz="2000" dirty="0" err="1"/>
              <a:t>steht</a:t>
            </a:r>
            <a:r>
              <a:rPr lang="en-US" sz="2000" dirty="0"/>
              <a:t> und was ich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mache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219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BC4476D-49B7-056D-A099-C2983233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de-DE" b="1">
                <a:solidFill>
                  <a:schemeClr val="bg1"/>
                </a:solidFill>
              </a:rPr>
              <a:t>Fazit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1DB0288B-F706-7FC0-6C88-1A0164B02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431579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33880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erschiedenfarbige Fragezeichen">
            <a:extLst>
              <a:ext uri="{FF2B5EF4-FFF2-40B4-BE49-F238E27FC236}">
                <a16:creationId xmlns:a16="http://schemas.microsoft.com/office/drawing/2014/main" id="{22A3A75F-00D1-3C1A-B8BC-E32EE6676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514964-71E0-3A01-5B09-6C601802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de-DE" b="1"/>
              <a:t>Fragen / Diskussion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57D3D8-7C32-3271-FDB7-0BC0D435B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8537"/>
            <a:ext cx="10820400" cy="40241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dirty="0"/>
              <a:t>Vielen Dank für Ihre Aufmerksamkeit!</a:t>
            </a:r>
          </a:p>
          <a:p>
            <a:pPr marL="0" indent="0" algn="ctr">
              <a:buNone/>
            </a:pPr>
            <a:endParaRPr lang="de-DE" sz="4000" dirty="0"/>
          </a:p>
          <a:p>
            <a:pPr marL="0" indent="0" algn="ctr">
              <a:buNone/>
            </a:pPr>
            <a:r>
              <a:rPr lang="de-DE" sz="4000" dirty="0"/>
              <a:t>Fragen?</a:t>
            </a:r>
          </a:p>
        </p:txBody>
      </p:sp>
    </p:spTree>
    <p:extLst>
      <p:ext uri="{BB962C8B-B14F-4D97-AF65-F5344CB8AC3E}">
        <p14:creationId xmlns:p14="http://schemas.microsoft.com/office/powerpoint/2010/main" val="2821851774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sstreifen">
  <a:themeElements>
    <a:clrScheme name="Kondensstreife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sstreife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sstreife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TM04033937[[fn=Kondensstreifen ]]</Template>
  <TotalTime>0</TotalTime>
  <Words>157</Words>
  <Application>Microsoft Office PowerPoint</Application>
  <PresentationFormat>Breitbild</PresentationFormat>
  <Paragraphs>34</Paragraphs>
  <Slides>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Gothic</vt:lpstr>
      <vt:lpstr>Kondensstreifen</vt:lpstr>
      <vt:lpstr>visoma GmbH</vt:lpstr>
      <vt:lpstr>Visoma gmbh</vt:lpstr>
      <vt:lpstr>Individuale Projekte</vt:lpstr>
      <vt:lpstr>EDV im Betrieb – Überblick</vt:lpstr>
      <vt:lpstr>Mein Arbeitsplatz</vt:lpstr>
      <vt:lpstr>Fazit</vt:lpstr>
      <vt:lpstr>Fragen / Diskussion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Farid Khusnutdinov</dc:creator>
  <cp:lastModifiedBy>Farid Khusnutdinov</cp:lastModifiedBy>
  <cp:revision>3</cp:revision>
  <dcterms:created xsi:type="dcterms:W3CDTF">2025-08-31T09:49:34Z</dcterms:created>
  <dcterms:modified xsi:type="dcterms:W3CDTF">2025-09-08T16:29:15Z</dcterms:modified>
</cp:coreProperties>
</file>