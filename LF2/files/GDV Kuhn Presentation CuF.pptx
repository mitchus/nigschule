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22_2BDF63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4"/>
    <p:sldMasterId id="2147483718" r:id="rId5"/>
  </p:sldMasterIdLst>
  <p:notesMasterIdLst>
    <p:notesMasterId r:id="rId19"/>
  </p:notesMasterIdLst>
  <p:sldIdLst>
    <p:sldId id="256" r:id="rId6"/>
    <p:sldId id="259" r:id="rId7"/>
    <p:sldId id="258" r:id="rId8"/>
    <p:sldId id="260" r:id="rId9"/>
    <p:sldId id="261" r:id="rId10"/>
    <p:sldId id="275" r:id="rId11"/>
    <p:sldId id="280" r:id="rId12"/>
    <p:sldId id="262" r:id="rId13"/>
    <p:sldId id="291" r:id="rId14"/>
    <p:sldId id="290" r:id="rId15"/>
    <p:sldId id="263" r:id="rId16"/>
    <p:sldId id="29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6267C82-BE1E-4777-ABE7-B1E0C8B20C23}">
          <p14:sldIdLst>
            <p14:sldId id="256"/>
          </p14:sldIdLst>
        </p14:section>
        <p14:section name="1." id="{ECB1DABE-3C19-450E-8764-BE9734F1C171}">
          <p14:sldIdLst>
            <p14:sldId id="259"/>
            <p14:sldId id="258"/>
            <p14:sldId id="260"/>
          </p14:sldIdLst>
        </p14:section>
        <p14:section name="2." id="{26905A30-7877-45A1-9829-734CBB490F1B}">
          <p14:sldIdLst>
            <p14:sldId id="261"/>
            <p14:sldId id="275"/>
            <p14:sldId id="280"/>
          </p14:sldIdLst>
        </p14:section>
        <p14:section name="3." id="{0C4A9FBD-F3F4-4B61-A37C-3323C3DFB3AC}">
          <p14:sldIdLst>
            <p14:sldId id="262"/>
            <p14:sldId id="291"/>
            <p14:sldId id="290"/>
          </p14:sldIdLst>
        </p14:section>
        <p14:section name="4." id="{2A79523E-D198-4590-A910-9B9DFFAF02C6}">
          <p14:sldIdLst>
            <p14:sldId id="263"/>
            <p14:sldId id="292"/>
            <p14:sldId id="269"/>
          </p14:sldIdLst>
        </p14:section>
        <p14:section name="5." id="{D6CD8602-EDDF-4DF1-BAA7-8D32A3A7C704}">
          <p14:sldIdLst/>
        </p14:section>
        <p14:section name="6." id="{1EB479EA-76E4-4BD6-8D41-2C6E9FB1BEA8}">
          <p14:sldIdLst/>
        </p14:section>
        <p14:section name="7." id="{B6AF53D9-CE6C-47AE-BD9E-68D326E9F2B0}">
          <p14:sldIdLst/>
        </p14:section>
        <p14:section name="8." id="{3E46506A-B797-4CF2-ACB1-A73ADD64EA52}">
          <p14:sldIdLst/>
        </p14:section>
        <p14:section name="9." id="{411A895F-9F1E-478B-8011-1444987700B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9703B7-D730-9E26-220B-5A837AE4F783}" name="Marcel Bach" initials="MB" userId="S::Bach@gdvkuhn.de::6d7144ba-8b84-430c-9d69-02516614a1b5" providerId="AD"/>
  <p188:author id="{322E5FD3-9D15-743F-5243-6AAA93CAD05B}" name="Ricardo Ernst" initials="RE" userId="S::ernst@gdvkuhn.de::b4618537-05d1-4945-9dc1-d44b61e985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094"/>
    <a:srgbClr val="5BC9E6"/>
    <a:srgbClr val="1971A2"/>
    <a:srgbClr val="1971A1"/>
    <a:srgbClr val="389A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5BB00-6515-530E-96F9-1BD42C070585}" v="4" dt="2024-11-26T11:26:48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omments/modernComment_122_2BDF6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B84E41-795B-483E-A8B0-C2FD6718324C}" authorId="{A99703B7-D730-9E26-220B-5A837AE4F783}" created="2024-10-30T13:45:03.376">
    <pc:sldMkLst xmlns:pc="http://schemas.microsoft.com/office/powerpoint/2013/main/command">
      <pc:docMk/>
      <pc:sldMk cId="46003766" sldId="290"/>
    </pc:sldMkLst>
    <p188:txBody>
      <a:bodyPr/>
      <a:lstStyle/>
      <a:p>
        <a:r>
          <a:rPr lang="de-DE"/>
          <a:t>Vielleicht doch noch ein paar Informationen… sorry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18B7A-7647-47A3-9B8A-B5E530B72F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F781E-9156-4DC9-8E4F-42843AC66F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06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CF4C-FE6B-402A-BD47-22BC3AD64AA2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1" y="5791200"/>
            <a:ext cx="858982" cy="457200"/>
          </a:xfrm>
        </p:spPr>
        <p:txBody>
          <a:bodyPr/>
          <a:lstStyle>
            <a:lvl1pPr>
              <a:defRPr sz="1800"/>
            </a:lvl1pPr>
          </a:lstStyle>
          <a:p>
            <a:fld id="{5EEB83C2-341F-4C28-A243-1C56DDDA54D3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64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C5F75-C156-4809-8059-59C72AE57D1A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2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E8E44-6BB8-4478-9FFF-97E0D8B95C9E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2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F59E-2FFF-4A0D-A424-4D0DF6A9A52B}" type="datetime1">
              <a:rPr lang="de-DE" smtClean="0"/>
              <a:t>23.09.2025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4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93577-3611-4AB4-9626-80D999D7764C}" type="datetime1">
              <a:rPr lang="de-DE" smtClean="0"/>
              <a:t>23.09.2025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7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F619-0E62-424A-8953-45855B7D03F2}" type="datetime1">
              <a:rPr lang="de-DE" smtClean="0"/>
              <a:t>23.09.2025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1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3F77-3253-411A-9751-24A655CF51A1}" type="datetime1">
              <a:rPr lang="de-DE" smtClean="0"/>
              <a:t>23.09.2025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7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EE2F6-E44A-4F98-A32D-4A88B3506126}" type="datetime1">
              <a:rPr lang="de-DE" smtClean="0"/>
              <a:t>23.09.2025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0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C65E-E016-45F6-8CC9-DF2BA4102901}" type="datetime1">
              <a:rPr lang="de-DE" smtClean="0"/>
              <a:t>23.09.2025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1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FEAAF-4E7A-476F-BC89-3A14A5EE3F43}" type="datetime1">
              <a:rPr lang="de-DE" smtClean="0"/>
              <a:t>23.09.2025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4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FF27-662C-48AC-AD65-603501CD0006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47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76C1C-914A-49D1-92A3-610497F6BA82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1995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0C723-A40C-45B5-9B9B-76D3172AE184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16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03CA-BBB6-4973-81AC-B70ACBE5D162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4764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A8FA-212B-4099-AA84-43E7027574DC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94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71CF-6C35-487F-A966-39F9E8D93AE5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32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C2E8-EC1C-4A84-8630-40EDD27EAD30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11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C9E791-4117-4B5C-8ACC-A390AEDBB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386C32-588A-A42F-C443-D7D2AFA61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DBD7D-34AD-397A-9B12-95F87D25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187F9-1AFF-4801-9251-783C03296119}" type="datetime1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076AE2-C1EC-6EF5-D28C-5590C953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8B4428-DE55-450B-614E-FFC95D0A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8417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CAE6E-0747-035D-C724-F057AE21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FAB045-DDFE-9663-C92B-819093FA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B116C1-95C1-91B8-FB3E-BDF7D860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3F30A-00D5-4654-AA01-A9468FC85995}" type="datetime1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00F19D-4850-04F8-B80A-7DA9E962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AD500E-B0BA-2435-4AB2-8CC08B13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279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AD3A2D-5DAE-DFF2-FD9F-5A9793FA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E1F397-86C9-DA22-3202-AA1D66D16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64742C-2B5C-53C4-9E07-9EA13D19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DF795-77B9-4796-9B0B-C44B64FACA61}" type="datetime1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CBA46A-E7DD-A952-478A-491B6FF7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A212AB-A2E3-4665-1318-59A4406A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206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032A34-F5BE-471D-8F60-A5907B3C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07B47E-B94F-E31C-8D94-AF682BD10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106AA2-AA4D-0CB7-98EE-9D68921A0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7E7902-0195-4701-B9AC-B3F9EF34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CA92-4390-43DC-BB0A-D4903A767609}" type="datetime1">
              <a:rPr lang="de-DE" smtClean="0"/>
              <a:t>23.09.2025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63BA93-B7F8-1704-4367-CB808573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DF078F-C481-C8AE-48BE-6AC48849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8225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9BC56-3B0B-71BA-5610-8F1F3583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542648-D35A-AB0C-DFBF-0F226DF0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DF2A87-4C7E-A2C5-E569-F61ABEC4B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BEB7AD-310B-2719-45FD-9D169502E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4F5273-EE42-6692-9472-E5E659C1A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3168A8-4202-BF63-C243-B0FAC17B1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1DDA-FE1D-4E34-9C91-DE134FE7E546}" type="datetime1">
              <a:rPr lang="de-DE" smtClean="0"/>
              <a:t>23.09.2025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A0E1F6-FCEE-BF6B-F1A3-E18C90F1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D57AEBF-9719-EA6B-9391-B433583F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1200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60AA27-17ED-D0D5-7222-1BD427BD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C6D3151-CF59-A56C-2253-E91BB1DC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7364-793F-41A5-80A6-8882290D4AEC}" type="datetime1">
              <a:rPr lang="de-DE" smtClean="0"/>
              <a:t>23.09.2025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FACD3C-1F07-934F-2D6D-DC76BE59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6CBD02-FE24-C9BE-CFBF-4B5502B9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2977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3FC479E-C6BE-D3D9-FE3D-9872BB40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5D3F-2C14-41B1-ACF1-D65537D526D3}" type="datetime1">
              <a:rPr lang="de-DE" smtClean="0"/>
              <a:t>23.09.2025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BA5DC4-BC76-C135-32E8-9292F568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2EE24E-BDCB-CC17-8D02-761EDB83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321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F3214-0388-3691-0531-B3AF07AB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D8B46D-84C9-6A5F-8B47-77E1D0B53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88997C-36AF-8B29-E181-89563E6F5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CF227B-0E9D-739F-057B-7E01EDDF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3D36-CE9B-4955-B3EE-49107578BB24}" type="datetime1">
              <a:rPr lang="de-DE" smtClean="0"/>
              <a:t>23.09.2025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B59EAA-AEDB-7BFE-5D84-E385F2F9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D188E1-873E-5A06-3AF4-5C95A278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3269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4BC14-F61D-3251-7117-3BEB130B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460988-F729-5D77-29E0-81E6496BA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6C8E16-469C-9117-E2BC-05968F807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A9CA72-0C7D-63E0-9AD2-DA7C67435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1F60-2707-4900-A01F-B1C249AAE284}" type="datetime1">
              <a:rPr lang="de-DE" smtClean="0"/>
              <a:t>23.09.2025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FE2B1C-EF4A-40A2-F9FB-E4B6401E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D211C9-46F6-C028-343B-836CA6C6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5434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10D12-09D1-1D1C-9356-91343946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0836-471D-8233-E390-74EC67585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B6567B-951C-0B29-3FE7-5C1B6339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684B-04B0-4E9D-803B-13EB2D53F996}" type="datetime1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109F6-5AA1-351F-5680-11268A97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10391A-8BEE-F61D-3084-9075853A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7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A2B659C-FDA2-E3EC-4CCC-7B555C29A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A58EE2-CA86-A649-3B0C-25477C8BB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9C4FF2-A7C1-B138-6DE0-55BD1275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12D6-A859-44DF-B04A-256A765EA30C}" type="datetime1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165AA3-2EBC-2428-2AC1-DF38BEAAE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BDD445-7E0B-F234-DCCC-44184CC91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54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0E6E07-73FB-4F5E-A2AE-F9F10FEB412F}" type="datetime1">
              <a:rPr lang="de-DE" smtClean="0"/>
              <a:t>23.09.2025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de-DE"/>
              <a:t>Lernfeld 1 - Das Unternehmen und die eigene Rolle im Betrieb beschreiben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EEB83C2-341F-4C28-A243-1C56DDDA54D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28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7C0CB0-C6DD-07D8-3A7B-D502EB60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F6C9C6-BF04-90F1-0D19-7ED4663ED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79402A-32EF-D9AC-4586-F61ACFDDC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E8B41-C307-48C3-B015-D2CD4C9EA117}" type="datetime1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D4F77-8281-EBB2-A9E5-7EF10ED27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Lernfeld 1 - Das Unternehmen und die eigene Rolle im Betrieb beschreiben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1F0F2A-E848-4873-8A96-B2773A29C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30876-FBC1-46FA-8382-59A9736C39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0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vgsilh.com/de/image/1787332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2_2BDF63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E3A57-CB1B-65B5-4AE9-34A20BEF4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422812"/>
            <a:ext cx="7868160" cy="1491551"/>
          </a:xfrm>
        </p:spPr>
        <p:txBody>
          <a:bodyPr anchor="ctr">
            <a:normAutofit fontScale="90000"/>
          </a:bodyPr>
          <a:lstStyle/>
          <a:p>
            <a:r>
              <a:rPr lang="de-DE">
                <a:solidFill>
                  <a:srgbClr val="FFFFFF"/>
                </a:solidFill>
              </a:rPr>
              <a:t>GDV Kuhn Mbh – Systemhaus für Logistik</a:t>
            </a:r>
            <a:endParaRPr lang="en-US" sz="2400" baseline="30000">
              <a:solidFill>
                <a:srgbClr val="FFFFFF"/>
              </a:solidFill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A1B4493-2E24-4A2C-E187-3411155002F0}"/>
              </a:ext>
            </a:extLst>
          </p:cNvPr>
          <p:cNvGrpSpPr/>
          <p:nvPr/>
        </p:nvGrpSpPr>
        <p:grpSpPr>
          <a:xfrm>
            <a:off x="5233782" y="1450979"/>
            <a:ext cx="1724435" cy="1471336"/>
            <a:chOff x="6377372" y="2245197"/>
            <a:chExt cx="1724435" cy="1471336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E7105BC-13DB-A539-5AC4-C1897C049DBC}"/>
                </a:ext>
              </a:extLst>
            </p:cNvPr>
            <p:cNvSpPr/>
            <p:nvPr/>
          </p:nvSpPr>
          <p:spPr>
            <a:xfrm>
              <a:off x="7165628" y="2724512"/>
              <a:ext cx="466097" cy="53019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47A4EB0-4F8E-0B45-14E8-A197DA7B50F4}"/>
                </a:ext>
              </a:extLst>
            </p:cNvPr>
            <p:cNvSpPr/>
            <p:nvPr/>
          </p:nvSpPr>
          <p:spPr>
            <a:xfrm>
              <a:off x="6761342" y="2612060"/>
              <a:ext cx="878195" cy="6444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 descr="Ein Bild, das Schrift, Grafiken, Screenshot, Grafikdesign enthält.&#10;&#10;Beschreibung automatisch generiert.">
              <a:extLst>
                <a:ext uri="{FF2B5EF4-FFF2-40B4-BE49-F238E27FC236}">
                  <a16:creationId xmlns:a16="http://schemas.microsoft.com/office/drawing/2014/main" id="{E1B8AEE4-B1AB-388B-A7D5-0A5221BEE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8523" r="9782" b="40196"/>
            <a:stretch/>
          </p:blipFill>
          <p:spPr>
            <a:xfrm>
              <a:off x="6377372" y="2245197"/>
              <a:ext cx="1724435" cy="1471336"/>
            </a:xfrm>
            <a:prstGeom prst="rect">
              <a:avLst/>
            </a:prstGeom>
          </p:spPr>
        </p:pic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37E56673-6979-7086-7AD5-CE4B6F0BF7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Präsentation von Can &amp; Florian</a:t>
            </a:r>
          </a:p>
        </p:txBody>
      </p:sp>
    </p:spTree>
    <p:extLst>
      <p:ext uri="{BB962C8B-B14F-4D97-AF65-F5344CB8AC3E}">
        <p14:creationId xmlns:p14="http://schemas.microsoft.com/office/powerpoint/2010/main" val="4733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51FF2-46E2-E64C-ABA3-48DAAA64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13" y="2447517"/>
            <a:ext cx="8147537" cy="1507067"/>
          </a:xfrm>
        </p:spPr>
        <p:txBody>
          <a:bodyPr>
            <a:noAutofit/>
          </a:bodyPr>
          <a:lstStyle/>
          <a:p>
            <a:pPr algn="ctr"/>
            <a:r>
              <a:rPr lang="de-DE" sz="4800"/>
              <a:t>1. Beschreibung des Unternehmens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ADBBA1-99F1-97C8-B3C2-40CC854B1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2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/>
              <a:t>1.1 Allgemeine Informationen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A3C87C-E863-A191-3D0F-18D67DC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240" y="3121664"/>
            <a:ext cx="5128529" cy="3099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2000" err="1">
                <a:solidFill>
                  <a:schemeClr val="tx1"/>
                </a:solidFill>
                <a:latin typeface="Century Gothic"/>
                <a:cs typeface="Arial"/>
              </a:rPr>
              <a:t>Kreienbarg</a:t>
            </a: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 12, 21376 Salzhausen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44E2A4C-0EFA-17D5-7EF4-0D3C6EBDCFC1}"/>
              </a:ext>
            </a:extLst>
          </p:cNvPr>
          <p:cNvSpPr txBox="1">
            <a:spLocks/>
          </p:cNvSpPr>
          <p:nvPr/>
        </p:nvSpPr>
        <p:spPr>
          <a:xfrm>
            <a:off x="591535" y="2670853"/>
            <a:ext cx="4067909" cy="4528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3200" b="1"/>
              <a:t>Standort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E169BA9A-D9F2-8B79-DB03-82280FEB4256}"/>
              </a:ext>
            </a:extLst>
          </p:cNvPr>
          <p:cNvSpPr txBox="1">
            <a:spLocks/>
          </p:cNvSpPr>
          <p:nvPr/>
        </p:nvSpPr>
        <p:spPr>
          <a:xfrm>
            <a:off x="586660" y="4290846"/>
            <a:ext cx="4067908" cy="3614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19 Mitarbeiter &amp; 6 Azubis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1402E5A-2912-FC09-341A-2A87E1A5C679}"/>
              </a:ext>
            </a:extLst>
          </p:cNvPr>
          <p:cNvSpPr txBox="1">
            <a:spLocks/>
          </p:cNvSpPr>
          <p:nvPr/>
        </p:nvSpPr>
        <p:spPr>
          <a:xfrm>
            <a:off x="584960" y="3767883"/>
            <a:ext cx="4930172" cy="5229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3200" b="1"/>
              <a:t>Unternehmensgröße</a:t>
            </a:r>
            <a:endParaRPr lang="de-DE" sz="320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965CEEF-A746-257E-D061-38D2E69E088E}"/>
              </a:ext>
            </a:extLst>
          </p:cNvPr>
          <p:cNvSpPr txBox="1">
            <a:spLocks/>
          </p:cNvSpPr>
          <p:nvPr/>
        </p:nvSpPr>
        <p:spPr>
          <a:xfrm>
            <a:off x="586046" y="5393822"/>
            <a:ext cx="4067908" cy="3614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Logistik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F848CA-34CA-4217-CE65-D55A6E543708}"/>
              </a:ext>
            </a:extLst>
          </p:cNvPr>
          <p:cNvSpPr txBox="1">
            <a:spLocks/>
          </p:cNvSpPr>
          <p:nvPr/>
        </p:nvSpPr>
        <p:spPr>
          <a:xfrm>
            <a:off x="584617" y="4941586"/>
            <a:ext cx="4067909" cy="47339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3200" b="1"/>
              <a:t>Branche</a:t>
            </a:r>
            <a:endParaRPr lang="de-DE" sz="32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FE55836-8395-6B45-A3F7-0CED1CBA0B77}"/>
              </a:ext>
            </a:extLst>
          </p:cNvPr>
          <p:cNvSpPr txBox="1"/>
          <p:nvPr/>
        </p:nvSpPr>
        <p:spPr>
          <a:xfrm>
            <a:off x="584886" y="1130643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200" b="1" cap="all"/>
              <a:t>Name</a:t>
            </a:r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A7250B7-7473-3CD0-8812-E7B2C25F1F29}"/>
              </a:ext>
            </a:extLst>
          </p:cNvPr>
          <p:cNvSpPr txBox="1"/>
          <p:nvPr/>
        </p:nvSpPr>
        <p:spPr>
          <a:xfrm>
            <a:off x="584886" y="1717589"/>
            <a:ext cx="56676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30000">
                <a:latin typeface="Century Gothic"/>
                <a:cs typeface="Arial"/>
              </a:rPr>
              <a:t>Gesellschaft für Angewandte </a:t>
            </a:r>
            <a:r>
              <a:rPr lang="en-US" sz="2400" baseline="30000" err="1">
                <a:latin typeface="Century Gothic"/>
                <a:cs typeface="Arial"/>
              </a:rPr>
              <a:t>Datenverarbeitung</a:t>
            </a:r>
            <a:r>
              <a:rPr lang="en-US" sz="2400" baseline="30000">
                <a:latin typeface="Century Gothic"/>
                <a:cs typeface="Arial"/>
              </a:rPr>
              <a:t> Kuhn </a:t>
            </a:r>
            <a:r>
              <a:rPr lang="en-US" sz="2400" baseline="30000" err="1">
                <a:latin typeface="Century Gothic"/>
                <a:cs typeface="Arial"/>
              </a:rPr>
              <a:t>mbH</a:t>
            </a:r>
            <a:r>
              <a:rPr lang="en-US" sz="2400" baseline="30000">
                <a:latin typeface="Century Gothic"/>
                <a:cs typeface="Arial"/>
              </a:rPr>
              <a:t> – Systemhaus für Logistik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9953302B-69E1-597C-F367-0CC37E2A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578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/>
              <a:t>1.2 Hintergrundgeschichte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A3C87C-E863-A191-3D0F-18D67DC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277" y="2246666"/>
            <a:ext cx="4424536" cy="24942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1984 von Manfred Kuhn gegründet</a:t>
            </a:r>
          </a:p>
          <a:p>
            <a:endParaRPr lang="de-DE" sz="2000">
              <a:solidFill>
                <a:schemeClr val="tx1"/>
              </a:solidFill>
              <a:latin typeface="Century Gothic"/>
              <a:cs typeface="Arial"/>
            </a:endParaRPr>
          </a:p>
          <a:p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Software in den Bereichen:</a:t>
            </a:r>
          </a:p>
          <a:p>
            <a:pPr marL="285750" indent="-285750">
              <a:buFont typeface="Calibri" panose="05040102010807070707" pitchFamily="18" charset="2"/>
              <a:buChar char="-"/>
            </a:pP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Montageleitsysteme</a:t>
            </a:r>
          </a:p>
          <a:p>
            <a:pPr marL="285750" indent="-285750">
              <a:buFont typeface="Calibri" panose="05040102010807070707" pitchFamily="18" charset="2"/>
              <a:buChar char="-"/>
            </a:pP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Fertigungssteuerung </a:t>
            </a:r>
          </a:p>
          <a:p>
            <a:pPr marL="285750" indent="-285750">
              <a:buFont typeface="Calibri" panose="05040102010807070707" pitchFamily="18" charset="2"/>
              <a:buChar char="-"/>
            </a:pP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Betriebsdatenerfassung</a:t>
            </a:r>
            <a:endParaRPr lang="de-DE" sz="2000">
              <a:solidFill>
                <a:schemeClr val="tx1"/>
              </a:solidFill>
              <a:latin typeface="Century Gothic"/>
            </a:endParaRPr>
          </a:p>
          <a:p>
            <a:endParaRPr lang="de-DE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44E2A4C-0EFA-17D5-7EF4-0D3C6EBDCFC1}"/>
              </a:ext>
            </a:extLst>
          </p:cNvPr>
          <p:cNvSpPr txBox="1">
            <a:spLocks/>
          </p:cNvSpPr>
          <p:nvPr/>
        </p:nvSpPr>
        <p:spPr>
          <a:xfrm>
            <a:off x="684211" y="1795584"/>
            <a:ext cx="4067909" cy="4528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3200" b="1"/>
              <a:t>Vergangenheit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799F74A-81D9-864E-6A80-0A7AF4C3164A}"/>
              </a:ext>
            </a:extLst>
          </p:cNvPr>
          <p:cNvSpPr txBox="1">
            <a:spLocks/>
          </p:cNvSpPr>
          <p:nvPr/>
        </p:nvSpPr>
        <p:spPr>
          <a:xfrm>
            <a:off x="6091637" y="2244814"/>
            <a:ext cx="4845486" cy="29371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2017 von Alexander Kuhn und Fabian Kuhn übernommen</a:t>
            </a:r>
          </a:p>
          <a:p>
            <a:endParaRPr lang="de-DE" sz="2000">
              <a:solidFill>
                <a:schemeClr val="tx1"/>
              </a:solidFill>
              <a:latin typeface="Century Gothic"/>
              <a:cs typeface="Arial"/>
            </a:endParaRPr>
          </a:p>
          <a:p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Nun Spezialisiert auf: </a:t>
            </a:r>
          </a:p>
          <a:p>
            <a:pPr marL="285750" indent="-285750">
              <a:buFont typeface="Calibri" panose="05040102010807070707" pitchFamily="18" charset="2"/>
              <a:buChar char="-"/>
            </a:pP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Lagerverwaltung</a:t>
            </a:r>
          </a:p>
          <a:p>
            <a:pPr marL="285750" indent="-285750">
              <a:buClr>
                <a:srgbClr val="FFFFFF"/>
              </a:buClr>
              <a:buFont typeface="Calibri" panose="05040102010807070707" pitchFamily="18" charset="2"/>
              <a:buChar char="-"/>
            </a:pP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Materialflusssteuerung</a:t>
            </a:r>
          </a:p>
          <a:p>
            <a:pPr marL="285750" indent="-285750">
              <a:buClr>
                <a:srgbClr val="FFFFFF"/>
              </a:buClr>
              <a:buFont typeface="Calibri" panose="05040102010807070707" pitchFamily="18" charset="2"/>
              <a:buChar char="-"/>
            </a:pPr>
            <a:r>
              <a:rPr lang="de-DE" sz="2000">
                <a:solidFill>
                  <a:schemeClr val="tx1"/>
                </a:solidFill>
                <a:latin typeface="Century Gothic"/>
                <a:cs typeface="Arial"/>
              </a:rPr>
              <a:t>Kommissionierung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DAB024B-C2A9-3D69-2159-E4290CE288B8}"/>
              </a:ext>
            </a:extLst>
          </p:cNvPr>
          <p:cNvSpPr txBox="1">
            <a:spLocks/>
          </p:cNvSpPr>
          <p:nvPr/>
        </p:nvSpPr>
        <p:spPr>
          <a:xfrm>
            <a:off x="6093330" y="1793733"/>
            <a:ext cx="4067909" cy="4528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3200" b="1"/>
              <a:t>Gegenwart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5A4B02-C16C-AF81-4662-81301D68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97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A2AD-AD76-5039-6E68-C8622006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5F6D6-DB6B-B591-E5BE-13AB6A11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13" y="2447517"/>
            <a:ext cx="8147537" cy="1507067"/>
          </a:xfrm>
        </p:spPr>
        <p:txBody>
          <a:bodyPr>
            <a:normAutofit/>
          </a:bodyPr>
          <a:lstStyle/>
          <a:p>
            <a:pPr algn="ctr"/>
            <a:r>
              <a:rPr lang="de-DE"/>
              <a:t>2. Leistungsschwerpunkte im Unternehmen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996169-6907-EF64-847B-B9D4C345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80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/>
              <a:t>2.1 PROBAS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A3C87C-E863-A191-3D0F-18D67DC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431" y="1945406"/>
            <a:ext cx="2596385" cy="397515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2000" dirty="0">
                <a:solidFill>
                  <a:schemeClr val="tx1"/>
                </a:solidFill>
                <a:latin typeface="Century Gothic"/>
                <a:cs typeface="Arial"/>
              </a:rPr>
              <a:t>Eine modulare</a:t>
            </a:r>
            <a:r>
              <a:rPr lang="de-DE" sz="2000" dirty="0">
                <a:solidFill>
                  <a:schemeClr val="tx1"/>
                </a:solidFill>
                <a:latin typeface="Century Gothic"/>
                <a:ea typeface="+mn-lt"/>
                <a:cs typeface="Arial"/>
              </a:rPr>
              <a:t> Softwarelösung</a:t>
            </a:r>
            <a:r>
              <a:rPr lang="de-DE" sz="2000" dirty="0">
                <a:solidFill>
                  <a:schemeClr val="tx1"/>
                </a:solidFill>
                <a:latin typeface="Century Gothic"/>
                <a:cs typeface="Arial"/>
              </a:rPr>
              <a:t> zur Steuerung und Verwaltung von Lagerräumen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44E2A4C-0EFA-17D5-7EF4-0D3C6EBDCFC1}"/>
              </a:ext>
            </a:extLst>
          </p:cNvPr>
          <p:cNvSpPr txBox="1">
            <a:spLocks/>
          </p:cNvSpPr>
          <p:nvPr/>
        </p:nvSpPr>
        <p:spPr>
          <a:xfrm>
            <a:off x="498596" y="1494324"/>
            <a:ext cx="4067909" cy="4528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3200" b="1"/>
              <a:t>Definition</a:t>
            </a:r>
          </a:p>
        </p:txBody>
      </p:sp>
      <p:pic>
        <p:nvPicPr>
          <p:cNvPr id="4" name="Grafik 3" descr="Teilnehmer">
            <a:extLst>
              <a:ext uri="{FF2B5EF4-FFF2-40B4-BE49-F238E27FC236}">
                <a16:creationId xmlns:a16="http://schemas.microsoft.com/office/drawing/2014/main" id="{9195CCFD-0357-0B21-EA34-A99A09F7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072076"/>
            <a:ext cx="6869722" cy="4479387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E58FCF-BE25-1C40-3AB3-EFB3ACAD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84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/>
              <a:t>2.2 Service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144974-FD81-EDA6-7632-341BE610E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086" y="1318237"/>
            <a:ext cx="8534400" cy="19111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alibri" panose="05040102010807070707" pitchFamily="18" charset="2"/>
              <a:buChar char="-"/>
            </a:pPr>
            <a:endParaRPr lang="de-DE" sz="2400">
              <a:solidFill>
                <a:schemeClr val="tx1"/>
              </a:solidFill>
            </a:endParaRPr>
          </a:p>
          <a:p>
            <a:pPr marL="342900" indent="-342900">
              <a:buClr>
                <a:srgbClr val="FFFFFF"/>
              </a:buClr>
              <a:buFont typeface="Calibri" panose="05040102010807070707" pitchFamily="18" charset="2"/>
              <a:buChar char="-"/>
            </a:pPr>
            <a:r>
              <a:rPr lang="de-DE" sz="2400">
                <a:solidFill>
                  <a:schemeClr val="tx1"/>
                </a:solidFill>
              </a:rPr>
              <a:t>24/7 Service </a:t>
            </a:r>
            <a:endParaRPr lang="de-DE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r>
              <a:rPr lang="de-DE" sz="2400">
                <a:solidFill>
                  <a:schemeClr val="tx1"/>
                </a:solidFill>
              </a:rPr>
              <a:t> -&gt; um auf Ausfälle jederzeit reagieren zu können</a:t>
            </a:r>
          </a:p>
          <a:p>
            <a:endParaRPr lang="de-DE" sz="2400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de-DE" sz="2400">
                <a:solidFill>
                  <a:schemeClr val="tx1"/>
                </a:solidFill>
                <a:ea typeface="+mn-lt"/>
                <a:cs typeface="+mn-lt"/>
              </a:rPr>
              <a:t>Proaktives Monitoring und Wartung</a:t>
            </a:r>
            <a:endParaRPr lang="de-DE" sz="2400">
              <a:solidFill>
                <a:schemeClr val="tx1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de-DE" sz="2400">
                <a:solidFill>
                  <a:schemeClr val="tx1"/>
                </a:solidFill>
              </a:rPr>
              <a:t>verschiedene Serviceverträge</a:t>
            </a:r>
          </a:p>
          <a:p>
            <a:pPr marL="342900" indent="-342900">
              <a:buClr>
                <a:srgbClr val="FFFFFF"/>
              </a:buClr>
              <a:buFont typeface="Calibri"/>
              <a:buChar char="-"/>
            </a:pPr>
            <a:r>
              <a:rPr lang="de-DE" sz="2400">
                <a:solidFill>
                  <a:schemeClr val="tx1"/>
                </a:solidFill>
              </a:rPr>
              <a:t>Vor Ort Service</a:t>
            </a:r>
          </a:p>
          <a:p>
            <a:pPr marL="285750" indent="-285750">
              <a:buFont typeface="Calibri"/>
              <a:buChar char="-"/>
            </a:pPr>
            <a:endParaRPr lang="de-DE">
              <a:solidFill>
                <a:schemeClr val="tx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C7398B5-BC8F-FC82-4B7B-47F0D5EDA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95766" y="2694220"/>
            <a:ext cx="3759930" cy="375993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6F5906-7CC3-41B0-1514-B742DF0B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80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AB07-AC2E-F794-8E14-2B7D8199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D4C81-2381-A16D-8AB8-BCB67EF24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13" y="2447517"/>
            <a:ext cx="8147537" cy="1507067"/>
          </a:xfrm>
        </p:spPr>
        <p:txBody>
          <a:bodyPr>
            <a:normAutofit/>
          </a:bodyPr>
          <a:lstStyle/>
          <a:p>
            <a:pPr algn="ctr"/>
            <a:r>
              <a:rPr lang="de-DE"/>
              <a:t>3. Aufbauorganisation</a:t>
            </a:r>
            <a:br>
              <a:rPr lang="de-DE"/>
            </a:b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FE6AC8-E203-1D5A-01F3-A4D72C30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637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 dirty="0"/>
              <a:t>3.1 ORGANIGRAMM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A3C87C-E863-A191-3D0F-18D67DC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2409" y="2634855"/>
            <a:ext cx="4424536" cy="249428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de-DE" sz="2000">
              <a:solidFill>
                <a:schemeClr val="tx1"/>
              </a:solidFill>
              <a:latin typeface="Arial"/>
              <a:cs typeface="Arial"/>
            </a:endParaRPr>
          </a:p>
          <a:p>
            <a:endParaRPr lang="de-DE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DAB024B-C2A9-3D69-2159-E4290CE288B8}"/>
              </a:ext>
            </a:extLst>
          </p:cNvPr>
          <p:cNvSpPr txBox="1">
            <a:spLocks/>
          </p:cNvSpPr>
          <p:nvPr/>
        </p:nvSpPr>
        <p:spPr>
          <a:xfrm>
            <a:off x="4345120" y="1714711"/>
            <a:ext cx="4412965" cy="55344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/>
              <a:t>Management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9B461F-308F-4487-AFBD-3567C4881FEF}"/>
              </a:ext>
            </a:extLst>
          </p:cNvPr>
          <p:cNvSpPr txBox="1"/>
          <p:nvPr/>
        </p:nvSpPr>
        <p:spPr>
          <a:xfrm>
            <a:off x="780536" y="4600833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800" b="1" cap="all"/>
              <a:t>Service</a:t>
            </a:r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255142-9361-E900-6F50-F5B0FAE44166}"/>
              </a:ext>
            </a:extLst>
          </p:cNvPr>
          <p:cNvSpPr txBox="1"/>
          <p:nvPr/>
        </p:nvSpPr>
        <p:spPr>
          <a:xfrm>
            <a:off x="4343399" y="4600832"/>
            <a:ext cx="27329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800" b="1" cap="all"/>
              <a:t>Entwicklung</a:t>
            </a:r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48451C1-13BA-C81C-C4F6-5C1ADB6FE3A4}"/>
              </a:ext>
            </a:extLst>
          </p:cNvPr>
          <p:cNvSpPr txBox="1"/>
          <p:nvPr/>
        </p:nvSpPr>
        <p:spPr>
          <a:xfrm>
            <a:off x="8431428" y="4600833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800" b="1" cap="all"/>
              <a:t>IT-Abteilung</a:t>
            </a:r>
            <a:endParaRPr lang="de-DE"/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78B0A72E-F2EB-9FC3-2ABD-25ED43B64B01}"/>
              </a:ext>
            </a:extLst>
          </p:cNvPr>
          <p:cNvCxnSpPr/>
          <p:nvPr/>
        </p:nvCxnSpPr>
        <p:spPr>
          <a:xfrm flipH="1">
            <a:off x="1804858" y="2476242"/>
            <a:ext cx="2514600" cy="170729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A70E8611-A830-D480-01CD-3BC6B775A5E1}"/>
              </a:ext>
            </a:extLst>
          </p:cNvPr>
          <p:cNvCxnSpPr>
            <a:cxnSpLocks/>
          </p:cNvCxnSpPr>
          <p:nvPr/>
        </p:nvCxnSpPr>
        <p:spPr>
          <a:xfrm flipH="1">
            <a:off x="5656047" y="2435052"/>
            <a:ext cx="12357" cy="202650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603B6C55-207F-0253-A827-054823332533}"/>
              </a:ext>
            </a:extLst>
          </p:cNvPr>
          <p:cNvCxnSpPr>
            <a:cxnSpLocks/>
          </p:cNvCxnSpPr>
          <p:nvPr/>
        </p:nvCxnSpPr>
        <p:spPr>
          <a:xfrm>
            <a:off x="7099728" y="2476242"/>
            <a:ext cx="2191264" cy="170729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8B57BA4C-B6F7-F9E5-8D11-E49A8005CD81}"/>
              </a:ext>
            </a:extLst>
          </p:cNvPr>
          <p:cNvCxnSpPr>
            <a:cxnSpLocks/>
          </p:cNvCxnSpPr>
          <p:nvPr/>
        </p:nvCxnSpPr>
        <p:spPr>
          <a:xfrm flipH="1">
            <a:off x="2422694" y="4854916"/>
            <a:ext cx="1762899" cy="8236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9511B34A-8480-C0E0-FC19-AFC00A42F2EE}"/>
              </a:ext>
            </a:extLst>
          </p:cNvPr>
          <p:cNvCxnSpPr>
            <a:cxnSpLocks/>
          </p:cNvCxnSpPr>
          <p:nvPr/>
        </p:nvCxnSpPr>
        <p:spPr>
          <a:xfrm flipH="1">
            <a:off x="7193709" y="4854785"/>
            <a:ext cx="1042089" cy="823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FCC642-D2A3-14B8-4F4D-9661F764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262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 dirty="0"/>
              <a:t>3.2 Abteilungen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DAB024B-C2A9-3D69-2159-E4290CE288B8}"/>
              </a:ext>
            </a:extLst>
          </p:cNvPr>
          <p:cNvSpPr txBox="1">
            <a:spLocks/>
          </p:cNvSpPr>
          <p:nvPr/>
        </p:nvSpPr>
        <p:spPr>
          <a:xfrm>
            <a:off x="615556" y="1401517"/>
            <a:ext cx="4412965" cy="55344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/>
              <a:t>Service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AE09617-493D-F256-A377-3132709C96A5}"/>
              </a:ext>
            </a:extLst>
          </p:cNvPr>
          <p:cNvSpPr txBox="1">
            <a:spLocks/>
          </p:cNvSpPr>
          <p:nvPr/>
        </p:nvSpPr>
        <p:spPr>
          <a:xfrm>
            <a:off x="656745" y="2839420"/>
            <a:ext cx="4814559" cy="51225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/>
              <a:t>Entwicklungsabteilung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04F2ABE-57FD-B023-D8B0-40518C9BA283}"/>
              </a:ext>
            </a:extLst>
          </p:cNvPr>
          <p:cNvSpPr txBox="1">
            <a:spLocks/>
          </p:cNvSpPr>
          <p:nvPr/>
        </p:nvSpPr>
        <p:spPr>
          <a:xfrm>
            <a:off x="680894" y="4097803"/>
            <a:ext cx="4412965" cy="55344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/>
              <a:t>IT-Abteilung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34E6EED-FC28-9A9E-8045-8B37DB651017}"/>
              </a:ext>
            </a:extLst>
          </p:cNvPr>
          <p:cNvSpPr txBox="1"/>
          <p:nvPr/>
        </p:nvSpPr>
        <p:spPr>
          <a:xfrm>
            <a:off x="742227" y="1959046"/>
            <a:ext cx="84955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de-DE"/>
              <a:t>24/7 Support </a:t>
            </a:r>
          </a:p>
          <a:p>
            <a:pPr marL="285750" indent="-285750">
              <a:buFont typeface="Calibri"/>
              <a:buChar char="-"/>
            </a:pPr>
            <a:r>
              <a:rPr lang="de-DE"/>
              <a:t>Direkter Kundenbetreuung per Telefon, Chat und E-Mail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5075FED-623E-6B67-BB52-6375F7A9B8E9}"/>
              </a:ext>
            </a:extLst>
          </p:cNvPr>
          <p:cNvSpPr txBox="1"/>
          <p:nvPr/>
        </p:nvSpPr>
        <p:spPr>
          <a:xfrm>
            <a:off x="731930" y="3350700"/>
            <a:ext cx="84735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de-DE"/>
              <a:t>Zusammenarbeit mit Kunden für eine maßgeschneiderte Lösung</a:t>
            </a:r>
          </a:p>
          <a:p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524AE5B-A81C-5792-6F1F-7113E806D65B}"/>
              </a:ext>
            </a:extLst>
          </p:cNvPr>
          <p:cNvSpPr txBox="1"/>
          <p:nvPr/>
        </p:nvSpPr>
        <p:spPr>
          <a:xfrm>
            <a:off x="771574" y="4655340"/>
            <a:ext cx="86650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de-DE"/>
              <a:t>Wartung und Administration der IT-Infrastruktur in der GDV</a:t>
            </a:r>
          </a:p>
          <a:p>
            <a:pPr marL="285750" indent="-285750">
              <a:buFont typeface="Calibri"/>
              <a:buChar char="-"/>
            </a:pPr>
            <a:r>
              <a:rPr lang="de-DE"/>
              <a:t>Implementierung neuer Technologien und Tools</a:t>
            </a:r>
          </a:p>
          <a:p>
            <a:pPr marL="285750" indent="-285750">
              <a:buFont typeface="Calibri"/>
              <a:buChar char="-"/>
            </a:pP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40E8E4D0-1713-1DA3-D644-8185E7A8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0597" y="5588764"/>
            <a:ext cx="1142245" cy="669925"/>
          </a:xfrm>
        </p:spPr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0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9555-60A4-447F-47E8-403D1C4B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BF7E67-FDFD-2D5F-08C2-B9C2FB53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3" y="2447517"/>
            <a:ext cx="9017678" cy="1507067"/>
          </a:xfrm>
        </p:spPr>
        <p:txBody>
          <a:bodyPr>
            <a:normAutofit/>
          </a:bodyPr>
          <a:lstStyle/>
          <a:p>
            <a:pPr algn="ctr"/>
            <a:r>
              <a:rPr lang="de-DE" dirty="0"/>
              <a:t>4. Unsere Aufgabe Im Unternehmen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8CAEFA-DCC9-0881-DB36-2EBBEB79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2C82C4-A2C6-80EC-CCF7-1213F21F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229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DE5E4-8DFD-A049-1564-AC22B652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295031"/>
            <a:ext cx="8534401" cy="769324"/>
          </a:xfrm>
        </p:spPr>
        <p:txBody>
          <a:bodyPr>
            <a:normAutofit/>
          </a:bodyPr>
          <a:lstStyle/>
          <a:p>
            <a:r>
              <a:rPr lang="de-DE" sz="4000" b="1" dirty="0"/>
              <a:t>4. Unsere Aufgabe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DAB024B-C2A9-3D69-2159-E4290CE288B8}"/>
              </a:ext>
            </a:extLst>
          </p:cNvPr>
          <p:cNvSpPr txBox="1">
            <a:spLocks/>
          </p:cNvSpPr>
          <p:nvPr/>
        </p:nvSpPr>
        <p:spPr>
          <a:xfrm>
            <a:off x="800713" y="1748711"/>
            <a:ext cx="9413135" cy="55344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 dirty="0"/>
              <a:t>Teilnahme an verschiedenen Workshops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AE09617-493D-F256-A377-3132709C96A5}"/>
              </a:ext>
            </a:extLst>
          </p:cNvPr>
          <p:cNvSpPr txBox="1">
            <a:spLocks/>
          </p:cNvSpPr>
          <p:nvPr/>
        </p:nvSpPr>
        <p:spPr>
          <a:xfrm>
            <a:off x="728632" y="3184477"/>
            <a:ext cx="10335608" cy="51225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 dirty="0"/>
              <a:t>Zukünftige Einsetzung in verschiedene Abteilungen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34E6EED-FC28-9A9E-8045-8B37DB651017}"/>
              </a:ext>
            </a:extLst>
          </p:cNvPr>
          <p:cNvSpPr txBox="1"/>
          <p:nvPr/>
        </p:nvSpPr>
        <p:spPr>
          <a:xfrm>
            <a:off x="814114" y="2304103"/>
            <a:ext cx="84955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de-DE" dirty="0"/>
              <a:t>Maßnahmen zum Lernen vom Programmieren</a:t>
            </a:r>
          </a:p>
          <a:p>
            <a:pPr marL="285750" indent="-285750">
              <a:buFont typeface="Calibri"/>
              <a:buChar char="-"/>
            </a:pPr>
            <a:r>
              <a:rPr lang="de-DE" dirty="0"/>
              <a:t>Momentane Sprache: COBOL ANSI-85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5075FED-623E-6B67-BB52-6375F7A9B8E9}"/>
              </a:ext>
            </a:extLst>
          </p:cNvPr>
          <p:cNvSpPr txBox="1"/>
          <p:nvPr/>
        </p:nvSpPr>
        <p:spPr>
          <a:xfrm>
            <a:off x="803817" y="3695757"/>
            <a:ext cx="84735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In der Zukunft ist ein Einsatz in jeder Abteilung geplant</a:t>
            </a:r>
          </a:p>
          <a:p>
            <a:pPr marL="285750" indent="-285750">
              <a:buFontTx/>
              <a:buChar char="-"/>
            </a:pPr>
            <a:r>
              <a:rPr lang="de-DE" dirty="0"/>
              <a:t>Den Workshop machen wir in der Abteilung Service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70F22D-59B4-210F-96F3-768BCD4F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901CCF1-C8FD-0346-AEFE-658B90FD7CE9}"/>
              </a:ext>
            </a:extLst>
          </p:cNvPr>
          <p:cNvSpPr txBox="1">
            <a:spLocks/>
          </p:cNvSpPr>
          <p:nvPr/>
        </p:nvSpPr>
        <p:spPr>
          <a:xfrm>
            <a:off x="728632" y="4422274"/>
            <a:ext cx="10335608" cy="51225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de-DE" sz="2800" b="1" dirty="0"/>
              <a:t>EDV von uns Azubis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BE79EB-927E-6608-0C55-62042EC92588}"/>
              </a:ext>
            </a:extLst>
          </p:cNvPr>
          <p:cNvSpPr txBox="1"/>
          <p:nvPr/>
        </p:nvSpPr>
        <p:spPr>
          <a:xfrm>
            <a:off x="800713" y="5013740"/>
            <a:ext cx="847354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VSC oder PSPAD</a:t>
            </a:r>
          </a:p>
          <a:p>
            <a:pPr marL="285750" indent="-285750">
              <a:buFontTx/>
              <a:buChar char="-"/>
            </a:pPr>
            <a:r>
              <a:rPr lang="de-DE" dirty="0"/>
              <a:t>Von Azubis geschriebene Zeiterfassungstools</a:t>
            </a:r>
          </a:p>
          <a:p>
            <a:pPr marL="285750" indent="-285750">
              <a:buFontTx/>
              <a:buChar char="-"/>
            </a:pPr>
            <a:r>
              <a:rPr lang="de-DE" dirty="0"/>
              <a:t>Coden in </a:t>
            </a:r>
            <a:r>
              <a:rPr lang="de-DE"/>
              <a:t>COBOL und VB6</a:t>
            </a:r>
          </a:p>
        </p:txBody>
      </p:sp>
    </p:spTree>
    <p:extLst>
      <p:ext uri="{BB962C8B-B14F-4D97-AF65-F5344CB8AC3E}">
        <p14:creationId xmlns:p14="http://schemas.microsoft.com/office/powerpoint/2010/main" val="1955718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2099-7558-C31B-BFCF-5C6B29C3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A79F10-6D7F-7999-40A6-4BE4B73A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13" y="2282760"/>
            <a:ext cx="8147537" cy="1507067"/>
          </a:xfrm>
        </p:spPr>
        <p:txBody>
          <a:bodyPr>
            <a:normAutofit/>
          </a:bodyPr>
          <a:lstStyle/>
          <a:p>
            <a:pPr algn="ctr"/>
            <a:r>
              <a:rPr lang="de-DE" b="1" dirty="0"/>
              <a:t>Vielen Dank für eure Aufmerksamkeit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399757F-40E7-81A4-D7C1-DCF6D1A75B07}"/>
              </a:ext>
            </a:extLst>
          </p:cNvPr>
          <p:cNvSpPr txBox="1"/>
          <p:nvPr/>
        </p:nvSpPr>
        <p:spPr>
          <a:xfrm>
            <a:off x="4015031" y="3631419"/>
            <a:ext cx="3924300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500" dirty="0">
                <a:solidFill>
                  <a:srgbClr val="5BC9E6"/>
                </a:solidFill>
              </a:rPr>
              <a:t>         von Can &amp; Florian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104AFE-582E-CCEB-CE1E-BD587B6B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377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DECE0377285DA498D453183E2E79D4E" ma:contentTypeVersion="6" ma:contentTypeDescription="Ein neues Dokument erstellen." ma:contentTypeScope="" ma:versionID="3aeb54cd73212d115ceae5954c3f76d8">
  <xsd:schema xmlns:xsd="http://www.w3.org/2001/XMLSchema" xmlns:xs="http://www.w3.org/2001/XMLSchema" xmlns:p="http://schemas.microsoft.com/office/2006/metadata/properties" xmlns:ns3="0b65ceff-14be-4ab8-add0-5fe818b670be" targetNamespace="http://schemas.microsoft.com/office/2006/metadata/properties" ma:root="true" ma:fieldsID="7105d4c158e2d4023a349bc721b53066" ns3:_="">
    <xsd:import namespace="0b65ceff-14be-4ab8-add0-5fe818b670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65ceff-14be-4ab8-add0-5fe818b670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65ceff-14be-4ab8-add0-5fe818b670b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A740A3-B8EE-4C38-8CE0-689570062CC3}">
  <ds:schemaRefs>
    <ds:schemaRef ds:uri="0b65ceff-14be-4ab8-add0-5fe818b670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14BCB6-6C05-4711-896A-3C8FE4B833CB}">
  <ds:schemaRefs>
    <ds:schemaRef ds:uri="0b65ceff-14be-4ab8-add0-5fe818b670b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8E7D464-7096-4C70-B7A1-90CF7B5F35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246</Words>
  <Application>Microsoft Office PowerPoint</Application>
  <PresentationFormat>Breitbild</PresentationFormat>
  <Paragraphs>80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Century Gothic</vt:lpstr>
      <vt:lpstr>Wingdings 3</vt:lpstr>
      <vt:lpstr>Segment</vt:lpstr>
      <vt:lpstr>Benutzerdefiniertes Design</vt:lpstr>
      <vt:lpstr>GDV Kuhn Mbh – Systemhaus für Logistik</vt:lpstr>
      <vt:lpstr>1. Beschreibung des Unternehmens</vt:lpstr>
      <vt:lpstr>1.1 Allgemeine Informationen</vt:lpstr>
      <vt:lpstr>1.2 Hintergrundgeschichte</vt:lpstr>
      <vt:lpstr>2. Leistungsschwerpunkte im Unternehmen</vt:lpstr>
      <vt:lpstr>2.1 PROBAS</vt:lpstr>
      <vt:lpstr>2.2 Service</vt:lpstr>
      <vt:lpstr>3. Aufbauorganisation </vt:lpstr>
      <vt:lpstr>3.1 ORGANIGRAMM</vt:lpstr>
      <vt:lpstr>3.2 Abteilungen</vt:lpstr>
      <vt:lpstr>4. Unsere Aufgabe Im Unternehmen</vt:lpstr>
      <vt:lpstr>4. Unsere Aufgabe</vt:lpstr>
      <vt:lpstr>Vielen Dank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Bach</dc:creator>
  <cp:lastModifiedBy>Florian Heinz Röder</cp:lastModifiedBy>
  <cp:revision>9</cp:revision>
  <dcterms:created xsi:type="dcterms:W3CDTF">2024-10-28T14:06:48Z</dcterms:created>
  <dcterms:modified xsi:type="dcterms:W3CDTF">2025-09-23T08:20:31Z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0x0101003DECE0377285DA498D453183E2E79D4E</vt:lpwstr>
  </property>
</Properties>
</file>