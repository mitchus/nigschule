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A2FAFC-B12C-49AE-997D-AA970AB17E3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5F4B50-403C-4AAE-8AB2-2F606D4711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/>
            <a:t>Stationärer Computer mit separatem Monitor, Tastatur und Maus</a:t>
          </a:r>
        </a:p>
      </dgm:t>
    </dgm:pt>
    <dgm:pt modelId="{C2DA357F-3C40-4C2D-879E-EFA2564DB56D}" type="parTrans" cxnId="{BDFBAB52-053C-453B-91D4-E3647FAF1694}">
      <dgm:prSet/>
      <dgm:spPr/>
      <dgm:t>
        <a:bodyPr/>
        <a:lstStyle/>
        <a:p>
          <a:endParaRPr lang="en-US" sz="2400"/>
        </a:p>
      </dgm:t>
    </dgm:pt>
    <dgm:pt modelId="{9460CCB8-D515-465B-8F02-9173312CDCD0}" type="sibTrans" cxnId="{BDFBAB52-053C-453B-91D4-E3647FAF1694}">
      <dgm:prSet/>
      <dgm:spPr/>
      <dgm:t>
        <a:bodyPr/>
        <a:lstStyle/>
        <a:p>
          <a:endParaRPr lang="en-US" sz="2400"/>
        </a:p>
      </dgm:t>
    </dgm:pt>
    <dgm:pt modelId="{1C78AB57-216C-452F-8692-EFDC727A6A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/>
            <a:t>Modular aufgebaut: Komponenten wie CPU, GPU, RAM, Festplatte sind austauschbar</a:t>
          </a:r>
        </a:p>
      </dgm:t>
    </dgm:pt>
    <dgm:pt modelId="{641EE621-389C-4D2A-9A73-80B4C89F8CA0}" type="parTrans" cxnId="{7D000F8A-F45F-44B4-9D8E-0C45EABD8A5C}">
      <dgm:prSet/>
      <dgm:spPr/>
      <dgm:t>
        <a:bodyPr/>
        <a:lstStyle/>
        <a:p>
          <a:endParaRPr lang="en-US" sz="2400"/>
        </a:p>
      </dgm:t>
    </dgm:pt>
    <dgm:pt modelId="{C7ACB744-A74D-4B12-AB72-CED9ED121660}" type="sibTrans" cxnId="{7D000F8A-F45F-44B4-9D8E-0C45EABD8A5C}">
      <dgm:prSet/>
      <dgm:spPr/>
      <dgm:t>
        <a:bodyPr/>
        <a:lstStyle/>
        <a:p>
          <a:endParaRPr lang="en-US" sz="2400"/>
        </a:p>
      </dgm:t>
    </dgm:pt>
    <dgm:pt modelId="{831D0509-1012-4BB9-80DC-C1182DBB461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/>
            <a:t>Ideal für leistungsintensive Aufgaben im Büro, Design oder Technik</a:t>
          </a:r>
        </a:p>
      </dgm:t>
    </dgm:pt>
    <dgm:pt modelId="{8068F152-EC4D-40F2-A375-965A793F11C8}" type="parTrans" cxnId="{EE987DA7-AEB4-4CB6-9130-BA4491D152DA}">
      <dgm:prSet/>
      <dgm:spPr/>
      <dgm:t>
        <a:bodyPr/>
        <a:lstStyle/>
        <a:p>
          <a:endParaRPr lang="en-US" sz="2400"/>
        </a:p>
      </dgm:t>
    </dgm:pt>
    <dgm:pt modelId="{2432022E-43A5-4B12-B30D-75F0A0D8122E}" type="sibTrans" cxnId="{EE987DA7-AEB4-4CB6-9130-BA4491D152DA}">
      <dgm:prSet/>
      <dgm:spPr/>
      <dgm:t>
        <a:bodyPr/>
        <a:lstStyle/>
        <a:p>
          <a:endParaRPr lang="en-US" sz="2400"/>
        </a:p>
      </dgm:t>
    </dgm:pt>
    <dgm:pt modelId="{72DAD7B9-C635-4DAB-BD19-63CCA216574D}" type="pres">
      <dgm:prSet presAssocID="{25A2FAFC-B12C-49AE-997D-AA970AB17E32}" presName="root" presStyleCnt="0">
        <dgm:presLayoutVars>
          <dgm:dir/>
          <dgm:resizeHandles val="exact"/>
        </dgm:presLayoutVars>
      </dgm:prSet>
      <dgm:spPr/>
    </dgm:pt>
    <dgm:pt modelId="{3BCA593A-2CCA-4075-8DC1-C228E9D11BE3}" type="pres">
      <dgm:prSet presAssocID="{C55F4B50-403C-4AAE-8AB2-2F606D47114E}" presName="compNode" presStyleCnt="0"/>
      <dgm:spPr/>
    </dgm:pt>
    <dgm:pt modelId="{E8CAB722-166A-4F1C-8FB8-B5F4986BE639}" type="pres">
      <dgm:prSet presAssocID="{C55F4B50-403C-4AAE-8AB2-2F606D47114E}" presName="bgRect" presStyleLbl="bgShp" presStyleIdx="0" presStyleCnt="3"/>
      <dgm:spPr/>
    </dgm:pt>
    <dgm:pt modelId="{79974679-BE88-4E25-AF9F-5C7796C49552}" type="pres">
      <dgm:prSet presAssocID="{C55F4B50-403C-4AAE-8AB2-2F606D47114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36F4790-A587-4AC0-96D1-A79282F544B7}" type="pres">
      <dgm:prSet presAssocID="{C55F4B50-403C-4AAE-8AB2-2F606D47114E}" presName="spaceRect" presStyleCnt="0"/>
      <dgm:spPr/>
    </dgm:pt>
    <dgm:pt modelId="{5BAA7B96-DD8D-42AB-8312-090C77B49A78}" type="pres">
      <dgm:prSet presAssocID="{C55F4B50-403C-4AAE-8AB2-2F606D47114E}" presName="parTx" presStyleLbl="revTx" presStyleIdx="0" presStyleCnt="3">
        <dgm:presLayoutVars>
          <dgm:chMax val="0"/>
          <dgm:chPref val="0"/>
        </dgm:presLayoutVars>
      </dgm:prSet>
      <dgm:spPr/>
    </dgm:pt>
    <dgm:pt modelId="{4FC00851-8C64-4E0C-867F-DF957A5EB9A6}" type="pres">
      <dgm:prSet presAssocID="{9460CCB8-D515-465B-8F02-9173312CDCD0}" presName="sibTrans" presStyleCnt="0"/>
      <dgm:spPr/>
    </dgm:pt>
    <dgm:pt modelId="{E1745880-B30C-45F2-90EB-A97A4FB9DC6F}" type="pres">
      <dgm:prSet presAssocID="{1C78AB57-216C-452F-8692-EFDC727A6AE5}" presName="compNode" presStyleCnt="0"/>
      <dgm:spPr/>
    </dgm:pt>
    <dgm:pt modelId="{F6BDA9A5-4F14-4954-929D-D86BA26A762C}" type="pres">
      <dgm:prSet presAssocID="{1C78AB57-216C-452F-8692-EFDC727A6AE5}" presName="bgRect" presStyleLbl="bgShp" presStyleIdx="1" presStyleCnt="3"/>
      <dgm:spPr/>
    </dgm:pt>
    <dgm:pt modelId="{54883C4C-8B36-4499-8CE6-66E21564304E}" type="pres">
      <dgm:prSet presAssocID="{1C78AB57-216C-452F-8692-EFDC727A6A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1A096030-AD20-43AF-86FC-1D2EAC5EF448}" type="pres">
      <dgm:prSet presAssocID="{1C78AB57-216C-452F-8692-EFDC727A6AE5}" presName="spaceRect" presStyleCnt="0"/>
      <dgm:spPr/>
    </dgm:pt>
    <dgm:pt modelId="{64369093-85E3-48A3-8891-1613543854D4}" type="pres">
      <dgm:prSet presAssocID="{1C78AB57-216C-452F-8692-EFDC727A6AE5}" presName="parTx" presStyleLbl="revTx" presStyleIdx="1" presStyleCnt="3">
        <dgm:presLayoutVars>
          <dgm:chMax val="0"/>
          <dgm:chPref val="0"/>
        </dgm:presLayoutVars>
      </dgm:prSet>
      <dgm:spPr/>
    </dgm:pt>
    <dgm:pt modelId="{D166048A-7B22-4CF8-AB8F-2FC6BA8F802A}" type="pres">
      <dgm:prSet presAssocID="{C7ACB744-A74D-4B12-AB72-CED9ED121660}" presName="sibTrans" presStyleCnt="0"/>
      <dgm:spPr/>
    </dgm:pt>
    <dgm:pt modelId="{768717E3-F104-4268-8035-8FE207D82D88}" type="pres">
      <dgm:prSet presAssocID="{831D0509-1012-4BB9-80DC-C1182DBB4612}" presName="compNode" presStyleCnt="0"/>
      <dgm:spPr/>
    </dgm:pt>
    <dgm:pt modelId="{17ED72BA-460E-4975-B6D4-60AAF759E031}" type="pres">
      <dgm:prSet presAssocID="{831D0509-1012-4BB9-80DC-C1182DBB4612}" presName="bgRect" presStyleLbl="bgShp" presStyleIdx="2" presStyleCnt="3"/>
      <dgm:spPr/>
    </dgm:pt>
    <dgm:pt modelId="{1648C91C-926C-4F66-B7D0-66396C709F3E}" type="pres">
      <dgm:prSet presAssocID="{831D0509-1012-4BB9-80DC-C1182DBB46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AFD16652-F13F-4AEF-B0DC-8962914EE61C}" type="pres">
      <dgm:prSet presAssocID="{831D0509-1012-4BB9-80DC-C1182DBB4612}" presName="spaceRect" presStyleCnt="0"/>
      <dgm:spPr/>
    </dgm:pt>
    <dgm:pt modelId="{95B5F6B6-B7B1-4373-8DFE-24DC0DC6F4CD}" type="pres">
      <dgm:prSet presAssocID="{831D0509-1012-4BB9-80DC-C1182DBB461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2D23C72-5BD5-412A-AEE2-4A0876BAEB9C}" type="presOf" srcId="{1C78AB57-216C-452F-8692-EFDC727A6AE5}" destId="{64369093-85E3-48A3-8891-1613543854D4}" srcOrd="0" destOrd="0" presId="urn:microsoft.com/office/officeart/2018/2/layout/IconVerticalSolidList"/>
    <dgm:cxn modelId="{BDFBAB52-053C-453B-91D4-E3647FAF1694}" srcId="{25A2FAFC-B12C-49AE-997D-AA970AB17E32}" destId="{C55F4B50-403C-4AAE-8AB2-2F606D47114E}" srcOrd="0" destOrd="0" parTransId="{C2DA357F-3C40-4C2D-879E-EFA2564DB56D}" sibTransId="{9460CCB8-D515-465B-8F02-9173312CDCD0}"/>
    <dgm:cxn modelId="{7D000F8A-F45F-44B4-9D8E-0C45EABD8A5C}" srcId="{25A2FAFC-B12C-49AE-997D-AA970AB17E32}" destId="{1C78AB57-216C-452F-8692-EFDC727A6AE5}" srcOrd="1" destOrd="0" parTransId="{641EE621-389C-4D2A-9A73-80B4C89F8CA0}" sibTransId="{C7ACB744-A74D-4B12-AB72-CED9ED121660}"/>
    <dgm:cxn modelId="{EE987DA7-AEB4-4CB6-9130-BA4491D152DA}" srcId="{25A2FAFC-B12C-49AE-997D-AA970AB17E32}" destId="{831D0509-1012-4BB9-80DC-C1182DBB4612}" srcOrd="2" destOrd="0" parTransId="{8068F152-EC4D-40F2-A375-965A793F11C8}" sibTransId="{2432022E-43A5-4B12-B30D-75F0A0D8122E}"/>
    <dgm:cxn modelId="{50EF17CF-45FC-4082-9C50-F07F30E952FB}" type="presOf" srcId="{C55F4B50-403C-4AAE-8AB2-2F606D47114E}" destId="{5BAA7B96-DD8D-42AB-8312-090C77B49A78}" srcOrd="0" destOrd="0" presId="urn:microsoft.com/office/officeart/2018/2/layout/IconVerticalSolidList"/>
    <dgm:cxn modelId="{B870E1D1-28D3-4416-8ACA-89CDACD5E07E}" type="presOf" srcId="{25A2FAFC-B12C-49AE-997D-AA970AB17E32}" destId="{72DAD7B9-C635-4DAB-BD19-63CCA216574D}" srcOrd="0" destOrd="0" presId="urn:microsoft.com/office/officeart/2018/2/layout/IconVerticalSolidList"/>
    <dgm:cxn modelId="{01DE42D9-11DB-4EE0-9D4A-3E6B852E3585}" type="presOf" srcId="{831D0509-1012-4BB9-80DC-C1182DBB4612}" destId="{95B5F6B6-B7B1-4373-8DFE-24DC0DC6F4CD}" srcOrd="0" destOrd="0" presId="urn:microsoft.com/office/officeart/2018/2/layout/IconVerticalSolidList"/>
    <dgm:cxn modelId="{DF8196DD-27E8-42C3-9AF7-2EF6A3206CCD}" type="presParOf" srcId="{72DAD7B9-C635-4DAB-BD19-63CCA216574D}" destId="{3BCA593A-2CCA-4075-8DC1-C228E9D11BE3}" srcOrd="0" destOrd="0" presId="urn:microsoft.com/office/officeart/2018/2/layout/IconVerticalSolidList"/>
    <dgm:cxn modelId="{2C277BA9-88DC-42CE-8433-FB99C7A30CA6}" type="presParOf" srcId="{3BCA593A-2CCA-4075-8DC1-C228E9D11BE3}" destId="{E8CAB722-166A-4F1C-8FB8-B5F4986BE639}" srcOrd="0" destOrd="0" presId="urn:microsoft.com/office/officeart/2018/2/layout/IconVerticalSolidList"/>
    <dgm:cxn modelId="{17B46B5E-5F81-4876-8189-96F31AD028A7}" type="presParOf" srcId="{3BCA593A-2CCA-4075-8DC1-C228E9D11BE3}" destId="{79974679-BE88-4E25-AF9F-5C7796C49552}" srcOrd="1" destOrd="0" presId="urn:microsoft.com/office/officeart/2018/2/layout/IconVerticalSolidList"/>
    <dgm:cxn modelId="{9A07146F-8719-481D-A637-7B90FC15FD25}" type="presParOf" srcId="{3BCA593A-2CCA-4075-8DC1-C228E9D11BE3}" destId="{236F4790-A587-4AC0-96D1-A79282F544B7}" srcOrd="2" destOrd="0" presId="urn:microsoft.com/office/officeart/2018/2/layout/IconVerticalSolidList"/>
    <dgm:cxn modelId="{2A6BE0DD-3BB5-49A5-AF1D-AA4687375123}" type="presParOf" srcId="{3BCA593A-2CCA-4075-8DC1-C228E9D11BE3}" destId="{5BAA7B96-DD8D-42AB-8312-090C77B49A78}" srcOrd="3" destOrd="0" presId="urn:microsoft.com/office/officeart/2018/2/layout/IconVerticalSolidList"/>
    <dgm:cxn modelId="{C922A999-7558-42EE-ADD3-E2B436756DE6}" type="presParOf" srcId="{72DAD7B9-C635-4DAB-BD19-63CCA216574D}" destId="{4FC00851-8C64-4E0C-867F-DF957A5EB9A6}" srcOrd="1" destOrd="0" presId="urn:microsoft.com/office/officeart/2018/2/layout/IconVerticalSolidList"/>
    <dgm:cxn modelId="{92BE351B-FB2A-477A-8BB5-57D23725ED36}" type="presParOf" srcId="{72DAD7B9-C635-4DAB-BD19-63CCA216574D}" destId="{E1745880-B30C-45F2-90EB-A97A4FB9DC6F}" srcOrd="2" destOrd="0" presId="urn:microsoft.com/office/officeart/2018/2/layout/IconVerticalSolidList"/>
    <dgm:cxn modelId="{0C9203DA-F4C7-4897-BD8D-FF00E5F50090}" type="presParOf" srcId="{E1745880-B30C-45F2-90EB-A97A4FB9DC6F}" destId="{F6BDA9A5-4F14-4954-929D-D86BA26A762C}" srcOrd="0" destOrd="0" presId="urn:microsoft.com/office/officeart/2018/2/layout/IconVerticalSolidList"/>
    <dgm:cxn modelId="{8E06DF87-8216-4F72-AAB6-057F94E420B7}" type="presParOf" srcId="{E1745880-B30C-45F2-90EB-A97A4FB9DC6F}" destId="{54883C4C-8B36-4499-8CE6-66E21564304E}" srcOrd="1" destOrd="0" presId="urn:microsoft.com/office/officeart/2018/2/layout/IconVerticalSolidList"/>
    <dgm:cxn modelId="{D419D986-DDC4-4503-95B3-4A37B7B7EACE}" type="presParOf" srcId="{E1745880-B30C-45F2-90EB-A97A4FB9DC6F}" destId="{1A096030-AD20-43AF-86FC-1D2EAC5EF448}" srcOrd="2" destOrd="0" presId="urn:microsoft.com/office/officeart/2018/2/layout/IconVerticalSolidList"/>
    <dgm:cxn modelId="{123FF1C4-638F-4E55-9A69-930B715254A5}" type="presParOf" srcId="{E1745880-B30C-45F2-90EB-A97A4FB9DC6F}" destId="{64369093-85E3-48A3-8891-1613543854D4}" srcOrd="3" destOrd="0" presId="urn:microsoft.com/office/officeart/2018/2/layout/IconVerticalSolidList"/>
    <dgm:cxn modelId="{918CC3E2-4E8D-48FB-97BE-4B6F775B6F5D}" type="presParOf" srcId="{72DAD7B9-C635-4DAB-BD19-63CCA216574D}" destId="{D166048A-7B22-4CF8-AB8F-2FC6BA8F802A}" srcOrd="3" destOrd="0" presId="urn:microsoft.com/office/officeart/2018/2/layout/IconVerticalSolidList"/>
    <dgm:cxn modelId="{20D2AC3E-1E78-444F-8FBC-1991AFA7FD35}" type="presParOf" srcId="{72DAD7B9-C635-4DAB-BD19-63CCA216574D}" destId="{768717E3-F104-4268-8035-8FE207D82D88}" srcOrd="4" destOrd="0" presId="urn:microsoft.com/office/officeart/2018/2/layout/IconVerticalSolidList"/>
    <dgm:cxn modelId="{B3921936-DDE3-4A4B-9662-CAF61D6DAC3F}" type="presParOf" srcId="{768717E3-F104-4268-8035-8FE207D82D88}" destId="{17ED72BA-460E-4975-B6D4-60AAF759E031}" srcOrd="0" destOrd="0" presId="urn:microsoft.com/office/officeart/2018/2/layout/IconVerticalSolidList"/>
    <dgm:cxn modelId="{8D2D100C-6BBF-4CAD-A5A8-15178ED4051B}" type="presParOf" srcId="{768717E3-F104-4268-8035-8FE207D82D88}" destId="{1648C91C-926C-4F66-B7D0-66396C709F3E}" srcOrd="1" destOrd="0" presId="urn:microsoft.com/office/officeart/2018/2/layout/IconVerticalSolidList"/>
    <dgm:cxn modelId="{4651CAF3-590C-4CF8-A006-51A04657E50F}" type="presParOf" srcId="{768717E3-F104-4268-8035-8FE207D82D88}" destId="{AFD16652-F13F-4AEF-B0DC-8962914EE61C}" srcOrd="2" destOrd="0" presId="urn:microsoft.com/office/officeart/2018/2/layout/IconVerticalSolidList"/>
    <dgm:cxn modelId="{B9D8E642-E0C2-4BAD-9E8E-7552D2FACBFA}" type="presParOf" srcId="{768717E3-F104-4268-8035-8FE207D82D88}" destId="{95B5F6B6-B7B1-4373-8DFE-24DC0DC6F4C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95E792-3E64-4DDD-83E3-13E2AFBDD27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D81A270-ECA3-4EE7-8183-0E88E7996AD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Hohe Rechenleistung durch starke Prozessoren (z. B. Intel i7/i9, AMD Ryzen 7/9)</a:t>
          </a:r>
        </a:p>
      </dgm:t>
    </dgm:pt>
    <dgm:pt modelId="{24CA4988-B88F-470D-B5CD-FF4B7BF48B8C}" type="parTrans" cxnId="{F33A519B-E6F0-440B-91A7-40E583626CA6}">
      <dgm:prSet/>
      <dgm:spPr/>
      <dgm:t>
        <a:bodyPr/>
        <a:lstStyle/>
        <a:p>
          <a:endParaRPr lang="en-US"/>
        </a:p>
      </dgm:t>
    </dgm:pt>
    <dgm:pt modelId="{99001C56-2184-4419-8930-0E8EA7798146}" type="sibTrans" cxnId="{F33A519B-E6F0-440B-91A7-40E583626CA6}">
      <dgm:prSet/>
      <dgm:spPr/>
      <dgm:t>
        <a:bodyPr/>
        <a:lstStyle/>
        <a:p>
          <a:endParaRPr lang="en-US"/>
        </a:p>
      </dgm:t>
    </dgm:pt>
    <dgm:pt modelId="{EA3B7612-0209-4C8A-8DD8-03EEE33D861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 err="1"/>
            <a:t>Erweiterbar</a:t>
          </a:r>
          <a:r>
            <a:rPr lang="en-US" sz="1800" dirty="0"/>
            <a:t> </a:t>
          </a:r>
          <a:r>
            <a:rPr lang="en-US" sz="1800" dirty="0" err="1"/>
            <a:t>mit</a:t>
          </a:r>
          <a:r>
            <a:rPr lang="en-US" sz="1800" dirty="0"/>
            <a:t> </a:t>
          </a:r>
          <a:r>
            <a:rPr lang="en-US" sz="1800" dirty="0" err="1"/>
            <a:t>leistungsfähigen</a:t>
          </a:r>
          <a:r>
            <a:rPr lang="en-US" sz="1800" dirty="0"/>
            <a:t> </a:t>
          </a:r>
          <a:r>
            <a:rPr lang="en-US" sz="1800" dirty="0" err="1"/>
            <a:t>Grafikkarten</a:t>
          </a:r>
          <a:r>
            <a:rPr lang="en-US" sz="1800" dirty="0"/>
            <a:t> (z. B. NVIDIA RTX, AMD Radeon)</a:t>
          </a:r>
        </a:p>
      </dgm:t>
    </dgm:pt>
    <dgm:pt modelId="{F99E32F1-E8AD-45C0-AFD6-C931B185C2A6}" type="parTrans" cxnId="{A73AA1E6-F10A-4C20-B794-692E602C94E1}">
      <dgm:prSet/>
      <dgm:spPr/>
      <dgm:t>
        <a:bodyPr/>
        <a:lstStyle/>
        <a:p>
          <a:endParaRPr lang="en-US"/>
        </a:p>
      </dgm:t>
    </dgm:pt>
    <dgm:pt modelId="{E8C989AF-C7FC-4D00-BB98-CCC189BAD6BC}" type="sibTrans" cxnId="{A73AA1E6-F10A-4C20-B794-692E602C94E1}">
      <dgm:prSet/>
      <dgm:spPr/>
      <dgm:t>
        <a:bodyPr/>
        <a:lstStyle/>
        <a:p>
          <a:endParaRPr lang="en-US"/>
        </a:p>
      </dgm:t>
    </dgm:pt>
    <dgm:pt modelId="{2E30078D-BDD9-4F63-9DD6-DF391E07463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Große Arbeitsspeicher (16–64 GB RAM) für Multitasking und komplexe Anwendungen</a:t>
          </a:r>
          <a:endParaRPr lang="en-US" sz="1800" dirty="0"/>
        </a:p>
      </dgm:t>
    </dgm:pt>
    <dgm:pt modelId="{ABF03B9A-CAC3-4127-B32D-5AC02D57CFD8}" type="parTrans" cxnId="{3E42205B-6B94-4052-BB34-BD0268F144CA}">
      <dgm:prSet/>
      <dgm:spPr/>
      <dgm:t>
        <a:bodyPr/>
        <a:lstStyle/>
        <a:p>
          <a:endParaRPr lang="en-US"/>
        </a:p>
      </dgm:t>
    </dgm:pt>
    <dgm:pt modelId="{8E9150A2-0202-4C00-801E-821923A02076}" type="sibTrans" cxnId="{3E42205B-6B94-4052-BB34-BD0268F144CA}">
      <dgm:prSet/>
      <dgm:spPr/>
      <dgm:t>
        <a:bodyPr/>
        <a:lstStyle/>
        <a:p>
          <a:endParaRPr lang="en-US"/>
        </a:p>
      </dgm:t>
    </dgm:pt>
    <dgm:pt modelId="{AED200CB-DE3B-42B7-9F59-D73334A1CB46}" type="pres">
      <dgm:prSet presAssocID="{3F95E792-3E64-4DDD-83E3-13E2AFBDD270}" presName="root" presStyleCnt="0">
        <dgm:presLayoutVars>
          <dgm:dir/>
          <dgm:resizeHandles val="exact"/>
        </dgm:presLayoutVars>
      </dgm:prSet>
      <dgm:spPr/>
    </dgm:pt>
    <dgm:pt modelId="{46157533-3B8C-4491-AC7A-EF0290ED04CC}" type="pres">
      <dgm:prSet presAssocID="{CD81A270-ECA3-4EE7-8183-0E88E7996ADA}" presName="compNode" presStyleCnt="0"/>
      <dgm:spPr/>
    </dgm:pt>
    <dgm:pt modelId="{1FC54541-8ABE-4AC5-82D2-6190582766D2}" type="pres">
      <dgm:prSet presAssocID="{CD81A270-ECA3-4EE7-8183-0E88E7996ADA}" presName="bgRect" presStyleLbl="bgShp" presStyleIdx="0" presStyleCnt="3"/>
      <dgm:spPr/>
    </dgm:pt>
    <dgm:pt modelId="{86F9CBEF-77D6-4F75-955F-F61A3558C3AB}" type="pres">
      <dgm:prSet presAssocID="{CD81A270-ECA3-4EE7-8183-0E88E7996A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89C55F70-7D3C-4EC9-8AD0-0FA29BF06FBC}" type="pres">
      <dgm:prSet presAssocID="{CD81A270-ECA3-4EE7-8183-0E88E7996ADA}" presName="spaceRect" presStyleCnt="0"/>
      <dgm:spPr/>
    </dgm:pt>
    <dgm:pt modelId="{B95494D1-2D43-449B-ACC0-222F42513BE4}" type="pres">
      <dgm:prSet presAssocID="{CD81A270-ECA3-4EE7-8183-0E88E7996ADA}" presName="parTx" presStyleLbl="revTx" presStyleIdx="0" presStyleCnt="3">
        <dgm:presLayoutVars>
          <dgm:chMax val="0"/>
          <dgm:chPref val="0"/>
        </dgm:presLayoutVars>
      </dgm:prSet>
      <dgm:spPr/>
    </dgm:pt>
    <dgm:pt modelId="{A04DDC96-E7CC-499C-8E4D-E7DE66B715F5}" type="pres">
      <dgm:prSet presAssocID="{99001C56-2184-4419-8930-0E8EA7798146}" presName="sibTrans" presStyleCnt="0"/>
      <dgm:spPr/>
    </dgm:pt>
    <dgm:pt modelId="{5FE36C3C-BBB1-4CDC-9EBC-C881CC2978FA}" type="pres">
      <dgm:prSet presAssocID="{EA3B7612-0209-4C8A-8DD8-03EEE33D8617}" presName="compNode" presStyleCnt="0"/>
      <dgm:spPr/>
    </dgm:pt>
    <dgm:pt modelId="{7C9C58EF-8F85-4860-ACD6-AB71F0E1D847}" type="pres">
      <dgm:prSet presAssocID="{EA3B7612-0209-4C8A-8DD8-03EEE33D8617}" presName="bgRect" presStyleLbl="bgShp" presStyleIdx="1" presStyleCnt="3"/>
      <dgm:spPr/>
    </dgm:pt>
    <dgm:pt modelId="{0A38D6F4-E775-49FD-897D-7CDCC1DC9C21}" type="pres">
      <dgm:prSet presAssocID="{EA3B7612-0209-4C8A-8DD8-03EEE33D86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ximieren"/>
        </a:ext>
      </dgm:extLst>
    </dgm:pt>
    <dgm:pt modelId="{464BE1C9-A67A-4C95-9D04-4D1A7E4C9C7A}" type="pres">
      <dgm:prSet presAssocID="{EA3B7612-0209-4C8A-8DD8-03EEE33D8617}" presName="spaceRect" presStyleCnt="0"/>
      <dgm:spPr/>
    </dgm:pt>
    <dgm:pt modelId="{76A22156-44EF-489D-8ECF-F77B79C285CE}" type="pres">
      <dgm:prSet presAssocID="{EA3B7612-0209-4C8A-8DD8-03EEE33D8617}" presName="parTx" presStyleLbl="revTx" presStyleIdx="1" presStyleCnt="3">
        <dgm:presLayoutVars>
          <dgm:chMax val="0"/>
          <dgm:chPref val="0"/>
        </dgm:presLayoutVars>
      </dgm:prSet>
      <dgm:spPr/>
    </dgm:pt>
    <dgm:pt modelId="{6981AC79-8B2A-45EB-BAFC-844139FC4903}" type="pres">
      <dgm:prSet presAssocID="{E8C989AF-C7FC-4D00-BB98-CCC189BAD6BC}" presName="sibTrans" presStyleCnt="0"/>
      <dgm:spPr/>
    </dgm:pt>
    <dgm:pt modelId="{832F74C6-BF0F-4D69-838D-0799B78F12FE}" type="pres">
      <dgm:prSet presAssocID="{2E30078D-BDD9-4F63-9DD6-DF391E07463E}" presName="compNode" presStyleCnt="0"/>
      <dgm:spPr/>
    </dgm:pt>
    <dgm:pt modelId="{9B451C33-765D-4860-9F2C-E39191C8A12F}" type="pres">
      <dgm:prSet presAssocID="{2E30078D-BDD9-4F63-9DD6-DF391E07463E}" presName="bgRect" presStyleLbl="bgShp" presStyleIdx="2" presStyleCnt="3"/>
      <dgm:spPr/>
    </dgm:pt>
    <dgm:pt modelId="{1F1E3D5F-349F-43DF-9243-975164F0F9D0}" type="pres">
      <dgm:prSet presAssocID="{2E30078D-BDD9-4F63-9DD6-DF391E07463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145FB02-CD90-4D9A-9DCC-ADC112170377}" type="pres">
      <dgm:prSet presAssocID="{2E30078D-BDD9-4F63-9DD6-DF391E07463E}" presName="spaceRect" presStyleCnt="0"/>
      <dgm:spPr/>
    </dgm:pt>
    <dgm:pt modelId="{37BC6561-49CC-4080-9FB8-DFBF3C3AACB8}" type="pres">
      <dgm:prSet presAssocID="{2E30078D-BDD9-4F63-9DD6-DF391E07463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075E405-6399-4815-9090-FA220EFB5B57}" type="presOf" srcId="{EA3B7612-0209-4C8A-8DD8-03EEE33D8617}" destId="{76A22156-44EF-489D-8ECF-F77B79C285CE}" srcOrd="0" destOrd="0" presId="urn:microsoft.com/office/officeart/2018/2/layout/IconVerticalSolidList"/>
    <dgm:cxn modelId="{3E42205B-6B94-4052-BB34-BD0268F144CA}" srcId="{3F95E792-3E64-4DDD-83E3-13E2AFBDD270}" destId="{2E30078D-BDD9-4F63-9DD6-DF391E07463E}" srcOrd="2" destOrd="0" parTransId="{ABF03B9A-CAC3-4127-B32D-5AC02D57CFD8}" sibTransId="{8E9150A2-0202-4C00-801E-821923A02076}"/>
    <dgm:cxn modelId="{1E82A443-DDA4-4192-882D-BC1D97F20771}" type="presOf" srcId="{3F95E792-3E64-4DDD-83E3-13E2AFBDD270}" destId="{AED200CB-DE3B-42B7-9F59-D73334A1CB46}" srcOrd="0" destOrd="0" presId="urn:microsoft.com/office/officeart/2018/2/layout/IconVerticalSolidList"/>
    <dgm:cxn modelId="{F33A519B-E6F0-440B-91A7-40E583626CA6}" srcId="{3F95E792-3E64-4DDD-83E3-13E2AFBDD270}" destId="{CD81A270-ECA3-4EE7-8183-0E88E7996ADA}" srcOrd="0" destOrd="0" parTransId="{24CA4988-B88F-470D-B5CD-FF4B7BF48B8C}" sibTransId="{99001C56-2184-4419-8930-0E8EA7798146}"/>
    <dgm:cxn modelId="{CBAFABAD-AE54-47C1-9419-C767D95543F3}" type="presOf" srcId="{2E30078D-BDD9-4F63-9DD6-DF391E07463E}" destId="{37BC6561-49CC-4080-9FB8-DFBF3C3AACB8}" srcOrd="0" destOrd="0" presId="urn:microsoft.com/office/officeart/2018/2/layout/IconVerticalSolidList"/>
    <dgm:cxn modelId="{D65DDAB2-5964-4CBF-B991-532AB816E99A}" type="presOf" srcId="{CD81A270-ECA3-4EE7-8183-0E88E7996ADA}" destId="{B95494D1-2D43-449B-ACC0-222F42513BE4}" srcOrd="0" destOrd="0" presId="urn:microsoft.com/office/officeart/2018/2/layout/IconVerticalSolidList"/>
    <dgm:cxn modelId="{A73AA1E6-F10A-4C20-B794-692E602C94E1}" srcId="{3F95E792-3E64-4DDD-83E3-13E2AFBDD270}" destId="{EA3B7612-0209-4C8A-8DD8-03EEE33D8617}" srcOrd="1" destOrd="0" parTransId="{F99E32F1-E8AD-45C0-AFD6-C931B185C2A6}" sibTransId="{E8C989AF-C7FC-4D00-BB98-CCC189BAD6BC}"/>
    <dgm:cxn modelId="{D42DF8AF-F74E-4939-936E-C9CA7BE915F7}" type="presParOf" srcId="{AED200CB-DE3B-42B7-9F59-D73334A1CB46}" destId="{46157533-3B8C-4491-AC7A-EF0290ED04CC}" srcOrd="0" destOrd="0" presId="urn:microsoft.com/office/officeart/2018/2/layout/IconVerticalSolidList"/>
    <dgm:cxn modelId="{FF2C4E44-20E8-4244-BBD5-FA1BEAC7690D}" type="presParOf" srcId="{46157533-3B8C-4491-AC7A-EF0290ED04CC}" destId="{1FC54541-8ABE-4AC5-82D2-6190582766D2}" srcOrd="0" destOrd="0" presId="urn:microsoft.com/office/officeart/2018/2/layout/IconVerticalSolidList"/>
    <dgm:cxn modelId="{94DFAC7A-461F-4D9A-9536-B95CA59E6BDC}" type="presParOf" srcId="{46157533-3B8C-4491-AC7A-EF0290ED04CC}" destId="{86F9CBEF-77D6-4F75-955F-F61A3558C3AB}" srcOrd="1" destOrd="0" presId="urn:microsoft.com/office/officeart/2018/2/layout/IconVerticalSolidList"/>
    <dgm:cxn modelId="{E5FDCDC6-2238-4B73-B4FE-43A86800E363}" type="presParOf" srcId="{46157533-3B8C-4491-AC7A-EF0290ED04CC}" destId="{89C55F70-7D3C-4EC9-8AD0-0FA29BF06FBC}" srcOrd="2" destOrd="0" presId="urn:microsoft.com/office/officeart/2018/2/layout/IconVerticalSolidList"/>
    <dgm:cxn modelId="{8ED3AB0F-E97D-4FF3-BF13-3D4B0D242918}" type="presParOf" srcId="{46157533-3B8C-4491-AC7A-EF0290ED04CC}" destId="{B95494D1-2D43-449B-ACC0-222F42513BE4}" srcOrd="3" destOrd="0" presId="urn:microsoft.com/office/officeart/2018/2/layout/IconVerticalSolidList"/>
    <dgm:cxn modelId="{ED670857-6E9A-4A6F-8215-D1CE01AB5B0F}" type="presParOf" srcId="{AED200CB-DE3B-42B7-9F59-D73334A1CB46}" destId="{A04DDC96-E7CC-499C-8E4D-E7DE66B715F5}" srcOrd="1" destOrd="0" presId="urn:microsoft.com/office/officeart/2018/2/layout/IconVerticalSolidList"/>
    <dgm:cxn modelId="{C67FF440-0DD7-46EC-B921-22FFC51D3450}" type="presParOf" srcId="{AED200CB-DE3B-42B7-9F59-D73334A1CB46}" destId="{5FE36C3C-BBB1-4CDC-9EBC-C881CC2978FA}" srcOrd="2" destOrd="0" presId="urn:microsoft.com/office/officeart/2018/2/layout/IconVerticalSolidList"/>
    <dgm:cxn modelId="{84D10273-D67F-4F2F-9EF8-7EC5A8789F38}" type="presParOf" srcId="{5FE36C3C-BBB1-4CDC-9EBC-C881CC2978FA}" destId="{7C9C58EF-8F85-4860-ACD6-AB71F0E1D847}" srcOrd="0" destOrd="0" presId="urn:microsoft.com/office/officeart/2018/2/layout/IconVerticalSolidList"/>
    <dgm:cxn modelId="{CA9F67BF-7C85-4DD6-B174-52D43F7B7E74}" type="presParOf" srcId="{5FE36C3C-BBB1-4CDC-9EBC-C881CC2978FA}" destId="{0A38D6F4-E775-49FD-897D-7CDCC1DC9C21}" srcOrd="1" destOrd="0" presId="urn:microsoft.com/office/officeart/2018/2/layout/IconVerticalSolidList"/>
    <dgm:cxn modelId="{2AFCBF38-8B05-4229-B15F-EF4B4D2D05A3}" type="presParOf" srcId="{5FE36C3C-BBB1-4CDC-9EBC-C881CC2978FA}" destId="{464BE1C9-A67A-4C95-9D04-4D1A7E4C9C7A}" srcOrd="2" destOrd="0" presId="urn:microsoft.com/office/officeart/2018/2/layout/IconVerticalSolidList"/>
    <dgm:cxn modelId="{20790E0C-FAAE-478D-86D1-575736AC8998}" type="presParOf" srcId="{5FE36C3C-BBB1-4CDC-9EBC-C881CC2978FA}" destId="{76A22156-44EF-489D-8ECF-F77B79C285CE}" srcOrd="3" destOrd="0" presId="urn:microsoft.com/office/officeart/2018/2/layout/IconVerticalSolidList"/>
    <dgm:cxn modelId="{E6D9DC38-7CC6-41F7-B44B-953BCA636B24}" type="presParOf" srcId="{AED200CB-DE3B-42B7-9F59-D73334A1CB46}" destId="{6981AC79-8B2A-45EB-BAFC-844139FC4903}" srcOrd="3" destOrd="0" presId="urn:microsoft.com/office/officeart/2018/2/layout/IconVerticalSolidList"/>
    <dgm:cxn modelId="{3693F66D-7556-44D0-BB33-D39BB484C44B}" type="presParOf" srcId="{AED200CB-DE3B-42B7-9F59-D73334A1CB46}" destId="{832F74C6-BF0F-4D69-838D-0799B78F12FE}" srcOrd="4" destOrd="0" presId="urn:microsoft.com/office/officeart/2018/2/layout/IconVerticalSolidList"/>
    <dgm:cxn modelId="{6905D518-BD5F-4DD4-9C3E-1A05FD91E1EE}" type="presParOf" srcId="{832F74C6-BF0F-4D69-838D-0799B78F12FE}" destId="{9B451C33-765D-4860-9F2C-E39191C8A12F}" srcOrd="0" destOrd="0" presId="urn:microsoft.com/office/officeart/2018/2/layout/IconVerticalSolidList"/>
    <dgm:cxn modelId="{49605FE3-E038-432B-8185-A4208513DB2A}" type="presParOf" srcId="{832F74C6-BF0F-4D69-838D-0799B78F12FE}" destId="{1F1E3D5F-349F-43DF-9243-975164F0F9D0}" srcOrd="1" destOrd="0" presId="urn:microsoft.com/office/officeart/2018/2/layout/IconVerticalSolidList"/>
    <dgm:cxn modelId="{CAFF5C6E-62F7-452B-BF2C-DEA716433D6E}" type="presParOf" srcId="{832F74C6-BF0F-4D69-838D-0799B78F12FE}" destId="{9145FB02-CD90-4D9A-9DCC-ADC112170377}" srcOrd="2" destOrd="0" presId="urn:microsoft.com/office/officeart/2018/2/layout/IconVerticalSolidList"/>
    <dgm:cxn modelId="{2BFAC446-7604-4B2B-96FD-072AF8FB9706}" type="presParOf" srcId="{832F74C6-BF0F-4D69-838D-0799B78F12FE}" destId="{37BC6561-49CC-4080-9FB8-DFBF3C3AAC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D15D57-BDDD-4717-90B1-917E06E3D2FD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E017501-FFC1-4123-BACD-8AA052F454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Hohe </a:t>
          </a:r>
          <a:r>
            <a:rPr lang="en-US" dirty="0" err="1"/>
            <a:t>Leistung</a:t>
          </a:r>
          <a:endParaRPr lang="en-US" dirty="0"/>
        </a:p>
      </dgm:t>
    </dgm:pt>
    <dgm:pt modelId="{0A52BC09-8BE8-4158-AB98-FFF96320859D}" type="parTrans" cxnId="{C6286193-118D-4909-A3A5-8169E0799503}">
      <dgm:prSet/>
      <dgm:spPr/>
      <dgm:t>
        <a:bodyPr/>
        <a:lstStyle/>
        <a:p>
          <a:endParaRPr lang="en-US"/>
        </a:p>
      </dgm:t>
    </dgm:pt>
    <dgm:pt modelId="{24218267-CC02-45EC-8B6B-F7F5EC320165}" type="sibTrans" cxnId="{C6286193-118D-4909-A3A5-8169E0799503}">
      <dgm:prSet/>
      <dgm:spPr/>
      <dgm:t>
        <a:bodyPr/>
        <a:lstStyle/>
        <a:p>
          <a:endParaRPr lang="en-US"/>
        </a:p>
      </dgm:t>
    </dgm:pt>
    <dgm:pt modelId="{FA855AD1-FB9C-4AE1-AABA-CC4D8A42EB9B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Aufrüstbar und leicht reparierbar</a:t>
          </a:r>
          <a:endParaRPr lang="en-US" dirty="0"/>
        </a:p>
      </dgm:t>
    </dgm:pt>
    <dgm:pt modelId="{7C50D733-4252-4730-B585-8823369D4465}" type="parTrans" cxnId="{C1D9774E-1DE9-46A7-A168-2B0CBEABE4D4}">
      <dgm:prSet/>
      <dgm:spPr/>
      <dgm:t>
        <a:bodyPr/>
        <a:lstStyle/>
        <a:p>
          <a:endParaRPr lang="de-DE"/>
        </a:p>
      </dgm:t>
    </dgm:pt>
    <dgm:pt modelId="{FB8A1836-0CEE-4873-BA65-8313B67D43CC}" type="sibTrans" cxnId="{C1D9774E-1DE9-46A7-A168-2B0CBEABE4D4}">
      <dgm:prSet/>
      <dgm:spPr/>
      <dgm:t>
        <a:bodyPr/>
        <a:lstStyle/>
        <a:p>
          <a:endParaRPr lang="de-DE"/>
        </a:p>
      </dgm:t>
    </dgm:pt>
    <dgm:pt modelId="{C58AAFCD-E0F5-4B42-BD2F-2EE7AAC0E72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Viele Anschlüsse: USB, HDMI, DisplayPort, Ethernet, Audio</a:t>
          </a:r>
          <a:endParaRPr lang="en-US" dirty="0"/>
        </a:p>
      </dgm:t>
    </dgm:pt>
    <dgm:pt modelId="{B181762B-7BB4-433D-AC31-F8E698B1E8C2}" type="parTrans" cxnId="{76EFDD8A-6C53-4348-89C1-C6AC960CD847}">
      <dgm:prSet/>
      <dgm:spPr/>
      <dgm:t>
        <a:bodyPr/>
        <a:lstStyle/>
        <a:p>
          <a:endParaRPr lang="de-DE"/>
        </a:p>
      </dgm:t>
    </dgm:pt>
    <dgm:pt modelId="{BFD8FEB0-321F-440B-944C-C1632AA72129}" type="sibTrans" cxnId="{76EFDD8A-6C53-4348-89C1-C6AC960CD847}">
      <dgm:prSet/>
      <dgm:spPr/>
      <dgm:t>
        <a:bodyPr/>
        <a:lstStyle/>
        <a:p>
          <a:endParaRPr lang="de-DE"/>
        </a:p>
      </dgm:t>
    </dgm:pt>
    <dgm:pt modelId="{11176C28-6720-4C2E-AD73-B0FA80DAFB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Bessere</a:t>
          </a:r>
          <a:r>
            <a:rPr lang="en-US" dirty="0"/>
            <a:t> </a:t>
          </a:r>
          <a:r>
            <a:rPr lang="en-US" dirty="0" err="1"/>
            <a:t>Kühlung</a:t>
          </a:r>
          <a:r>
            <a:rPr lang="en-US" dirty="0"/>
            <a:t> und </a:t>
          </a:r>
          <a:r>
            <a:rPr lang="en-US" dirty="0" err="1"/>
            <a:t>Ergonomie</a:t>
          </a:r>
          <a:r>
            <a:rPr lang="en-US" dirty="0"/>
            <a:t> </a:t>
          </a:r>
          <a:r>
            <a:rPr lang="en-US" dirty="0" err="1"/>
            <a:t>durch</a:t>
          </a:r>
          <a:r>
            <a:rPr lang="en-US" dirty="0"/>
            <a:t> separate </a:t>
          </a:r>
          <a:r>
            <a:rPr lang="en-US" dirty="0" err="1"/>
            <a:t>Komponenten</a:t>
          </a:r>
          <a:endParaRPr lang="en-US" dirty="0"/>
        </a:p>
      </dgm:t>
    </dgm:pt>
    <dgm:pt modelId="{7D7BAFE1-966C-4C24-991B-B5062D6DA227}" type="parTrans" cxnId="{E0AEFF39-D4FE-490D-99C3-3A3477282A14}">
      <dgm:prSet/>
      <dgm:spPr/>
      <dgm:t>
        <a:bodyPr/>
        <a:lstStyle/>
        <a:p>
          <a:endParaRPr lang="de-DE"/>
        </a:p>
      </dgm:t>
    </dgm:pt>
    <dgm:pt modelId="{631C1E3B-5B30-4447-A46C-0B459F9A4534}" type="sibTrans" cxnId="{E0AEFF39-D4FE-490D-99C3-3A3477282A14}">
      <dgm:prSet/>
      <dgm:spPr/>
      <dgm:t>
        <a:bodyPr/>
        <a:lstStyle/>
        <a:p>
          <a:endParaRPr lang="de-DE"/>
        </a:p>
      </dgm:t>
    </dgm:pt>
    <dgm:pt modelId="{9D0B6071-D49A-4998-BB42-4E93A81764BA}" type="pres">
      <dgm:prSet presAssocID="{B9D15D57-BDDD-4717-90B1-917E06E3D2FD}" presName="root" presStyleCnt="0">
        <dgm:presLayoutVars>
          <dgm:dir/>
          <dgm:resizeHandles val="exact"/>
        </dgm:presLayoutVars>
      </dgm:prSet>
      <dgm:spPr/>
    </dgm:pt>
    <dgm:pt modelId="{AC7A60BE-CBCA-44C9-AF66-AEC5D0487C87}" type="pres">
      <dgm:prSet presAssocID="{2E017501-FFC1-4123-BACD-8AA052F45485}" presName="compNode" presStyleCnt="0"/>
      <dgm:spPr/>
    </dgm:pt>
    <dgm:pt modelId="{BE4F93B5-8D71-43B7-8A34-51862F5F0229}" type="pres">
      <dgm:prSet presAssocID="{2E017501-FFC1-4123-BACD-8AA052F45485}" presName="bgRect" presStyleLbl="bgShp" presStyleIdx="0" presStyleCnt="4"/>
      <dgm:spPr/>
    </dgm:pt>
    <dgm:pt modelId="{35BFE797-013F-41F6-8D07-68BCCE305EE8}" type="pres">
      <dgm:prSet presAssocID="{2E017501-FFC1-4123-BACD-8AA052F454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lühlampe"/>
        </a:ext>
      </dgm:extLst>
    </dgm:pt>
    <dgm:pt modelId="{E2F2FFFE-BFF2-4699-B59B-37936D13D3E3}" type="pres">
      <dgm:prSet presAssocID="{2E017501-FFC1-4123-BACD-8AA052F45485}" presName="spaceRect" presStyleCnt="0"/>
      <dgm:spPr/>
    </dgm:pt>
    <dgm:pt modelId="{05216AD8-F8C8-46CC-81ED-4952382EDD38}" type="pres">
      <dgm:prSet presAssocID="{2E017501-FFC1-4123-BACD-8AA052F45485}" presName="parTx" presStyleLbl="revTx" presStyleIdx="0" presStyleCnt="4">
        <dgm:presLayoutVars>
          <dgm:chMax val="0"/>
          <dgm:chPref val="0"/>
        </dgm:presLayoutVars>
      </dgm:prSet>
      <dgm:spPr/>
    </dgm:pt>
    <dgm:pt modelId="{E46B9B02-D9AB-43F4-80F3-245B399555E8}" type="pres">
      <dgm:prSet presAssocID="{24218267-CC02-45EC-8B6B-F7F5EC320165}" presName="sibTrans" presStyleCnt="0"/>
      <dgm:spPr/>
    </dgm:pt>
    <dgm:pt modelId="{1BEE0016-E540-42A9-8FE4-B55BCB13B714}" type="pres">
      <dgm:prSet presAssocID="{11176C28-6720-4C2E-AD73-B0FA80DAFB9F}" presName="compNode" presStyleCnt="0"/>
      <dgm:spPr/>
    </dgm:pt>
    <dgm:pt modelId="{CBA3805C-EC24-408C-85F7-321B1805E1FA}" type="pres">
      <dgm:prSet presAssocID="{11176C28-6720-4C2E-AD73-B0FA80DAFB9F}" presName="bgRect" presStyleLbl="bgShp" presStyleIdx="1" presStyleCnt="4"/>
      <dgm:spPr/>
    </dgm:pt>
    <dgm:pt modelId="{9A42CEDE-4C07-4594-99BF-1818155649C0}" type="pres">
      <dgm:prSet presAssocID="{11176C28-6720-4C2E-AD73-B0FA80DAFB9F}" presName="iconRect" presStyleLbl="node1" presStyleIdx="1" presStyleCnt="4"/>
      <dgm:spPr/>
    </dgm:pt>
    <dgm:pt modelId="{5B9F0EC9-59CA-493B-A136-46AD8CF884D9}" type="pres">
      <dgm:prSet presAssocID="{11176C28-6720-4C2E-AD73-B0FA80DAFB9F}" presName="spaceRect" presStyleCnt="0"/>
      <dgm:spPr/>
    </dgm:pt>
    <dgm:pt modelId="{62A97E21-B89A-42FC-B6D1-96C9731BEB5E}" type="pres">
      <dgm:prSet presAssocID="{11176C28-6720-4C2E-AD73-B0FA80DAFB9F}" presName="parTx" presStyleLbl="revTx" presStyleIdx="1" presStyleCnt="4">
        <dgm:presLayoutVars>
          <dgm:chMax val="0"/>
          <dgm:chPref val="0"/>
        </dgm:presLayoutVars>
      </dgm:prSet>
      <dgm:spPr/>
    </dgm:pt>
    <dgm:pt modelId="{6212EFF7-61BE-49F9-8EF0-9236653B2490}" type="pres">
      <dgm:prSet presAssocID="{631C1E3B-5B30-4447-A46C-0B459F9A4534}" presName="sibTrans" presStyleCnt="0"/>
      <dgm:spPr/>
    </dgm:pt>
    <dgm:pt modelId="{03224A6B-024B-470D-931F-DFAA8334A996}" type="pres">
      <dgm:prSet presAssocID="{FA855AD1-FB9C-4AE1-AABA-CC4D8A42EB9B}" presName="compNode" presStyleCnt="0"/>
      <dgm:spPr/>
    </dgm:pt>
    <dgm:pt modelId="{B7373A07-85D2-4FC9-95B2-D8610500871D}" type="pres">
      <dgm:prSet presAssocID="{FA855AD1-FB9C-4AE1-AABA-CC4D8A42EB9B}" presName="bgRect" presStyleLbl="bgShp" presStyleIdx="2" presStyleCnt="4"/>
      <dgm:spPr/>
    </dgm:pt>
    <dgm:pt modelId="{A61A22F8-AF4D-4926-994A-994243AB3E0B}" type="pres">
      <dgm:prSet presAssocID="{FA855AD1-FB9C-4AE1-AABA-CC4D8A42EB9B}" presName="iconRect" presStyleLbl="node1" presStyleIdx="2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ahnrad Silhouette"/>
        </a:ext>
      </dgm:extLst>
    </dgm:pt>
    <dgm:pt modelId="{A245B2D5-6A39-49F0-9D36-58188695754B}" type="pres">
      <dgm:prSet presAssocID="{FA855AD1-FB9C-4AE1-AABA-CC4D8A42EB9B}" presName="spaceRect" presStyleCnt="0"/>
      <dgm:spPr/>
    </dgm:pt>
    <dgm:pt modelId="{F3E679BF-7B93-4002-AAB7-EDE11B422FF3}" type="pres">
      <dgm:prSet presAssocID="{FA855AD1-FB9C-4AE1-AABA-CC4D8A42EB9B}" presName="parTx" presStyleLbl="revTx" presStyleIdx="2" presStyleCnt="4">
        <dgm:presLayoutVars>
          <dgm:chMax val="0"/>
          <dgm:chPref val="0"/>
        </dgm:presLayoutVars>
      </dgm:prSet>
      <dgm:spPr/>
    </dgm:pt>
    <dgm:pt modelId="{3365706C-A940-4093-9D1A-12D770FD581E}" type="pres">
      <dgm:prSet presAssocID="{FB8A1836-0CEE-4873-BA65-8313B67D43CC}" presName="sibTrans" presStyleCnt="0"/>
      <dgm:spPr/>
    </dgm:pt>
    <dgm:pt modelId="{5B5B4AF3-2E6F-4AC9-9610-18431ABE381E}" type="pres">
      <dgm:prSet presAssocID="{C58AAFCD-E0F5-4B42-BD2F-2EE7AAC0E722}" presName="compNode" presStyleCnt="0"/>
      <dgm:spPr/>
    </dgm:pt>
    <dgm:pt modelId="{C03823D4-651C-4326-88A0-C6A315EA41D1}" type="pres">
      <dgm:prSet presAssocID="{C58AAFCD-E0F5-4B42-BD2F-2EE7AAC0E722}" presName="bgRect" presStyleLbl="bgShp" presStyleIdx="3" presStyleCnt="4"/>
      <dgm:spPr/>
    </dgm:pt>
    <dgm:pt modelId="{052C4AED-C840-4FF3-9C5C-379D91FC39D3}" type="pres">
      <dgm:prSet presAssocID="{C58AAFCD-E0F5-4B42-BD2F-2EE7AAC0E722}" presName="iconRect" presStyleLbl="node1" presStyleIdx="3" presStyleCnt="4"/>
      <dgm:spPr/>
    </dgm:pt>
    <dgm:pt modelId="{B69E30A4-A4C0-4B02-B8C3-F4757086069A}" type="pres">
      <dgm:prSet presAssocID="{C58AAFCD-E0F5-4B42-BD2F-2EE7AAC0E722}" presName="spaceRect" presStyleCnt="0"/>
      <dgm:spPr/>
    </dgm:pt>
    <dgm:pt modelId="{9498E150-846B-4D48-956A-37ADB30ED669}" type="pres">
      <dgm:prSet presAssocID="{C58AAFCD-E0F5-4B42-BD2F-2EE7AAC0E72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62D3B17-347E-4EC4-943B-1D854F6F386F}" type="presOf" srcId="{C58AAFCD-E0F5-4B42-BD2F-2EE7AAC0E722}" destId="{9498E150-846B-4D48-956A-37ADB30ED669}" srcOrd="0" destOrd="0" presId="urn:microsoft.com/office/officeart/2018/2/layout/IconVerticalSolidList"/>
    <dgm:cxn modelId="{E0AEFF39-D4FE-490D-99C3-3A3477282A14}" srcId="{B9D15D57-BDDD-4717-90B1-917E06E3D2FD}" destId="{11176C28-6720-4C2E-AD73-B0FA80DAFB9F}" srcOrd="1" destOrd="0" parTransId="{7D7BAFE1-966C-4C24-991B-B5062D6DA227}" sibTransId="{631C1E3B-5B30-4447-A46C-0B459F9A4534}"/>
    <dgm:cxn modelId="{28338040-F126-4B2D-AE97-400FBE2A9512}" type="presOf" srcId="{2E017501-FFC1-4123-BACD-8AA052F45485}" destId="{05216AD8-F8C8-46CC-81ED-4952382EDD38}" srcOrd="0" destOrd="0" presId="urn:microsoft.com/office/officeart/2018/2/layout/IconVerticalSolidList"/>
    <dgm:cxn modelId="{C1D9774E-1DE9-46A7-A168-2B0CBEABE4D4}" srcId="{B9D15D57-BDDD-4717-90B1-917E06E3D2FD}" destId="{FA855AD1-FB9C-4AE1-AABA-CC4D8A42EB9B}" srcOrd="2" destOrd="0" parTransId="{7C50D733-4252-4730-B585-8823369D4465}" sibTransId="{FB8A1836-0CEE-4873-BA65-8313B67D43CC}"/>
    <dgm:cxn modelId="{76EFDD8A-6C53-4348-89C1-C6AC960CD847}" srcId="{B9D15D57-BDDD-4717-90B1-917E06E3D2FD}" destId="{C58AAFCD-E0F5-4B42-BD2F-2EE7AAC0E722}" srcOrd="3" destOrd="0" parTransId="{B181762B-7BB4-433D-AC31-F8E698B1E8C2}" sibTransId="{BFD8FEB0-321F-440B-944C-C1632AA72129}"/>
    <dgm:cxn modelId="{C6286193-118D-4909-A3A5-8169E0799503}" srcId="{B9D15D57-BDDD-4717-90B1-917E06E3D2FD}" destId="{2E017501-FFC1-4123-BACD-8AA052F45485}" srcOrd="0" destOrd="0" parTransId="{0A52BC09-8BE8-4158-AB98-FFF96320859D}" sibTransId="{24218267-CC02-45EC-8B6B-F7F5EC320165}"/>
    <dgm:cxn modelId="{3B4623A3-4ECD-4DED-9D82-A02904F93621}" type="presOf" srcId="{11176C28-6720-4C2E-AD73-B0FA80DAFB9F}" destId="{62A97E21-B89A-42FC-B6D1-96C9731BEB5E}" srcOrd="0" destOrd="0" presId="urn:microsoft.com/office/officeart/2018/2/layout/IconVerticalSolidList"/>
    <dgm:cxn modelId="{2271B9A9-BDCD-4A83-8BD6-058B022109EC}" type="presOf" srcId="{FA855AD1-FB9C-4AE1-AABA-CC4D8A42EB9B}" destId="{F3E679BF-7B93-4002-AAB7-EDE11B422FF3}" srcOrd="0" destOrd="0" presId="urn:microsoft.com/office/officeart/2018/2/layout/IconVerticalSolidList"/>
    <dgm:cxn modelId="{9EF9FBE0-B64D-4D65-89AC-5A584353F7D4}" type="presOf" srcId="{B9D15D57-BDDD-4717-90B1-917E06E3D2FD}" destId="{9D0B6071-D49A-4998-BB42-4E93A81764BA}" srcOrd="0" destOrd="0" presId="urn:microsoft.com/office/officeart/2018/2/layout/IconVerticalSolidList"/>
    <dgm:cxn modelId="{9C73206B-41C4-4C23-AF36-23F5698FAAEF}" type="presParOf" srcId="{9D0B6071-D49A-4998-BB42-4E93A81764BA}" destId="{AC7A60BE-CBCA-44C9-AF66-AEC5D0487C87}" srcOrd="0" destOrd="0" presId="urn:microsoft.com/office/officeart/2018/2/layout/IconVerticalSolidList"/>
    <dgm:cxn modelId="{18B3C92A-D0C9-4750-9B35-39231898D8A0}" type="presParOf" srcId="{AC7A60BE-CBCA-44C9-AF66-AEC5D0487C87}" destId="{BE4F93B5-8D71-43B7-8A34-51862F5F0229}" srcOrd="0" destOrd="0" presId="urn:microsoft.com/office/officeart/2018/2/layout/IconVerticalSolidList"/>
    <dgm:cxn modelId="{45D78F07-D1BB-4DA7-9035-67FAC33C5A75}" type="presParOf" srcId="{AC7A60BE-CBCA-44C9-AF66-AEC5D0487C87}" destId="{35BFE797-013F-41F6-8D07-68BCCE305EE8}" srcOrd="1" destOrd="0" presId="urn:microsoft.com/office/officeart/2018/2/layout/IconVerticalSolidList"/>
    <dgm:cxn modelId="{8B27968A-3B1D-43C3-B134-9D707738EB82}" type="presParOf" srcId="{AC7A60BE-CBCA-44C9-AF66-AEC5D0487C87}" destId="{E2F2FFFE-BFF2-4699-B59B-37936D13D3E3}" srcOrd="2" destOrd="0" presId="urn:microsoft.com/office/officeart/2018/2/layout/IconVerticalSolidList"/>
    <dgm:cxn modelId="{A420AAD8-5C09-4174-9C1A-D3A9C6DCD5D7}" type="presParOf" srcId="{AC7A60BE-CBCA-44C9-AF66-AEC5D0487C87}" destId="{05216AD8-F8C8-46CC-81ED-4952382EDD38}" srcOrd="3" destOrd="0" presId="urn:microsoft.com/office/officeart/2018/2/layout/IconVerticalSolidList"/>
    <dgm:cxn modelId="{5626B546-59FD-42C3-99A2-8DF5F563FAAD}" type="presParOf" srcId="{9D0B6071-D49A-4998-BB42-4E93A81764BA}" destId="{E46B9B02-D9AB-43F4-80F3-245B399555E8}" srcOrd="1" destOrd="0" presId="urn:microsoft.com/office/officeart/2018/2/layout/IconVerticalSolidList"/>
    <dgm:cxn modelId="{F9228DF3-E6F5-469B-B4AB-6266FBFC91B6}" type="presParOf" srcId="{9D0B6071-D49A-4998-BB42-4E93A81764BA}" destId="{1BEE0016-E540-42A9-8FE4-B55BCB13B714}" srcOrd="2" destOrd="0" presId="urn:microsoft.com/office/officeart/2018/2/layout/IconVerticalSolidList"/>
    <dgm:cxn modelId="{17020F04-D161-49AC-92E6-48678112A40F}" type="presParOf" srcId="{1BEE0016-E540-42A9-8FE4-B55BCB13B714}" destId="{CBA3805C-EC24-408C-85F7-321B1805E1FA}" srcOrd="0" destOrd="0" presId="urn:microsoft.com/office/officeart/2018/2/layout/IconVerticalSolidList"/>
    <dgm:cxn modelId="{3491BDEE-A3D5-46F4-BCE9-ECA62AD4E52A}" type="presParOf" srcId="{1BEE0016-E540-42A9-8FE4-B55BCB13B714}" destId="{9A42CEDE-4C07-4594-99BF-1818155649C0}" srcOrd="1" destOrd="0" presId="urn:microsoft.com/office/officeart/2018/2/layout/IconVerticalSolidList"/>
    <dgm:cxn modelId="{A4D1C6DC-BECF-4E1F-8C09-437B66D3B458}" type="presParOf" srcId="{1BEE0016-E540-42A9-8FE4-B55BCB13B714}" destId="{5B9F0EC9-59CA-493B-A136-46AD8CF884D9}" srcOrd="2" destOrd="0" presId="urn:microsoft.com/office/officeart/2018/2/layout/IconVerticalSolidList"/>
    <dgm:cxn modelId="{CC45B4E5-9EED-464A-A674-0684EC617E1A}" type="presParOf" srcId="{1BEE0016-E540-42A9-8FE4-B55BCB13B714}" destId="{62A97E21-B89A-42FC-B6D1-96C9731BEB5E}" srcOrd="3" destOrd="0" presId="urn:microsoft.com/office/officeart/2018/2/layout/IconVerticalSolidList"/>
    <dgm:cxn modelId="{7A559A61-A935-4D3F-B62F-E596D5312894}" type="presParOf" srcId="{9D0B6071-D49A-4998-BB42-4E93A81764BA}" destId="{6212EFF7-61BE-49F9-8EF0-9236653B2490}" srcOrd="3" destOrd="0" presId="urn:microsoft.com/office/officeart/2018/2/layout/IconVerticalSolidList"/>
    <dgm:cxn modelId="{33A3A04F-A3BD-47A2-9774-25D9A0D015A6}" type="presParOf" srcId="{9D0B6071-D49A-4998-BB42-4E93A81764BA}" destId="{03224A6B-024B-470D-931F-DFAA8334A996}" srcOrd="4" destOrd="0" presId="urn:microsoft.com/office/officeart/2018/2/layout/IconVerticalSolidList"/>
    <dgm:cxn modelId="{2D19159A-498E-4B30-AE00-0032A5429072}" type="presParOf" srcId="{03224A6B-024B-470D-931F-DFAA8334A996}" destId="{B7373A07-85D2-4FC9-95B2-D8610500871D}" srcOrd="0" destOrd="0" presId="urn:microsoft.com/office/officeart/2018/2/layout/IconVerticalSolidList"/>
    <dgm:cxn modelId="{3F55ADD2-78D1-4FE5-8856-BF469D9AD050}" type="presParOf" srcId="{03224A6B-024B-470D-931F-DFAA8334A996}" destId="{A61A22F8-AF4D-4926-994A-994243AB3E0B}" srcOrd="1" destOrd="0" presId="urn:microsoft.com/office/officeart/2018/2/layout/IconVerticalSolidList"/>
    <dgm:cxn modelId="{D239A368-7781-4A5A-AE51-32C9A7ECCDF4}" type="presParOf" srcId="{03224A6B-024B-470D-931F-DFAA8334A996}" destId="{A245B2D5-6A39-49F0-9D36-58188695754B}" srcOrd="2" destOrd="0" presId="urn:microsoft.com/office/officeart/2018/2/layout/IconVerticalSolidList"/>
    <dgm:cxn modelId="{4E6BD92C-3D12-4B0C-83F0-FA19B067052D}" type="presParOf" srcId="{03224A6B-024B-470D-931F-DFAA8334A996}" destId="{F3E679BF-7B93-4002-AAB7-EDE11B422FF3}" srcOrd="3" destOrd="0" presId="urn:microsoft.com/office/officeart/2018/2/layout/IconVerticalSolidList"/>
    <dgm:cxn modelId="{C448BEA3-985E-492B-B94F-63FBCBDDD362}" type="presParOf" srcId="{9D0B6071-D49A-4998-BB42-4E93A81764BA}" destId="{3365706C-A940-4093-9D1A-12D770FD581E}" srcOrd="5" destOrd="0" presId="urn:microsoft.com/office/officeart/2018/2/layout/IconVerticalSolidList"/>
    <dgm:cxn modelId="{84860FBE-7E93-4752-AC40-C88F43448B34}" type="presParOf" srcId="{9D0B6071-D49A-4998-BB42-4E93A81764BA}" destId="{5B5B4AF3-2E6F-4AC9-9610-18431ABE381E}" srcOrd="6" destOrd="0" presId="urn:microsoft.com/office/officeart/2018/2/layout/IconVerticalSolidList"/>
    <dgm:cxn modelId="{21E0C6E3-B0F7-4149-A51C-84AD570C75F2}" type="presParOf" srcId="{5B5B4AF3-2E6F-4AC9-9610-18431ABE381E}" destId="{C03823D4-651C-4326-88A0-C6A315EA41D1}" srcOrd="0" destOrd="0" presId="urn:microsoft.com/office/officeart/2018/2/layout/IconVerticalSolidList"/>
    <dgm:cxn modelId="{6875BF8A-1C24-44E0-9861-1CE13524B0B9}" type="presParOf" srcId="{5B5B4AF3-2E6F-4AC9-9610-18431ABE381E}" destId="{052C4AED-C840-4FF3-9C5C-379D91FC39D3}" srcOrd="1" destOrd="0" presId="urn:microsoft.com/office/officeart/2018/2/layout/IconVerticalSolidList"/>
    <dgm:cxn modelId="{07C58C79-A7F2-4ADC-A2D6-EF0BB45FCDD0}" type="presParOf" srcId="{5B5B4AF3-2E6F-4AC9-9610-18431ABE381E}" destId="{B69E30A4-A4C0-4B02-B8C3-F4757086069A}" srcOrd="2" destOrd="0" presId="urn:microsoft.com/office/officeart/2018/2/layout/IconVerticalSolidList"/>
    <dgm:cxn modelId="{DE513EBC-4C8D-4AEA-B634-E331901FCBB3}" type="presParOf" srcId="{5B5B4AF3-2E6F-4AC9-9610-18431ABE381E}" destId="{9498E150-846B-4D48-956A-37ADB30ED6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9D15D57-BDDD-4717-90B1-917E06E3D2FD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E017501-FFC1-4123-BACD-8AA052F454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Hoher </a:t>
          </a:r>
          <a:r>
            <a:rPr lang="en-US" dirty="0" err="1"/>
            <a:t>Energieverbrauch</a:t>
          </a:r>
          <a:endParaRPr lang="en-US" dirty="0"/>
        </a:p>
      </dgm:t>
    </dgm:pt>
    <dgm:pt modelId="{0A52BC09-8BE8-4158-AB98-FFF96320859D}" type="parTrans" cxnId="{C6286193-118D-4909-A3A5-8169E0799503}">
      <dgm:prSet/>
      <dgm:spPr/>
      <dgm:t>
        <a:bodyPr/>
        <a:lstStyle/>
        <a:p>
          <a:endParaRPr lang="en-US"/>
        </a:p>
      </dgm:t>
    </dgm:pt>
    <dgm:pt modelId="{24218267-CC02-45EC-8B6B-F7F5EC320165}" type="sibTrans" cxnId="{C6286193-118D-4909-A3A5-8169E0799503}">
      <dgm:prSet/>
      <dgm:spPr/>
      <dgm:t>
        <a:bodyPr/>
        <a:lstStyle/>
        <a:p>
          <a:endParaRPr lang="en-US"/>
        </a:p>
      </dgm:t>
    </dgm:pt>
    <dgm:pt modelId="{91FD6B59-3CA4-462D-AB1E-DA93F7BD37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Relativ</a:t>
          </a:r>
          <a:r>
            <a:rPr lang="en-US" dirty="0"/>
            <a:t> </a:t>
          </a:r>
          <a:r>
            <a:rPr lang="en-US" dirty="0" err="1"/>
            <a:t>hoher</a:t>
          </a:r>
          <a:r>
            <a:rPr lang="en-US" dirty="0"/>
            <a:t> </a:t>
          </a:r>
          <a:r>
            <a:rPr lang="en-US" dirty="0" err="1"/>
            <a:t>Platzverbrauch</a:t>
          </a:r>
          <a:endParaRPr lang="en-US" b="0" dirty="0"/>
        </a:p>
      </dgm:t>
    </dgm:pt>
    <dgm:pt modelId="{0C7CF449-92D1-4531-B485-3A71FAA77612}" type="parTrans" cxnId="{650A06CA-8278-4B7A-96C5-C6229AB58392}">
      <dgm:prSet/>
      <dgm:spPr/>
      <dgm:t>
        <a:bodyPr/>
        <a:lstStyle/>
        <a:p>
          <a:endParaRPr lang="de-DE"/>
        </a:p>
      </dgm:t>
    </dgm:pt>
    <dgm:pt modelId="{2A5B1D25-EA90-4ED3-B684-9DE1A30A95D0}" type="sibTrans" cxnId="{650A06CA-8278-4B7A-96C5-C6229AB58392}">
      <dgm:prSet/>
      <dgm:spPr/>
      <dgm:t>
        <a:bodyPr/>
        <a:lstStyle/>
        <a:p>
          <a:endParaRPr lang="de-DE"/>
        </a:p>
      </dgm:t>
    </dgm:pt>
    <dgm:pt modelId="{8777739C-C101-4A40-B812-76C103AFA7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Für </a:t>
          </a:r>
          <a:r>
            <a:rPr lang="en-US" dirty="0" err="1"/>
            <a:t>feste</a:t>
          </a:r>
          <a:r>
            <a:rPr lang="en-US" dirty="0"/>
            <a:t> </a:t>
          </a:r>
          <a:r>
            <a:rPr lang="en-US" dirty="0" err="1"/>
            <a:t>Arbeitsplätze</a:t>
          </a:r>
          <a:r>
            <a:rPr lang="en-US" dirty="0"/>
            <a:t> </a:t>
          </a:r>
          <a:r>
            <a:rPr lang="en-US" dirty="0" err="1"/>
            <a:t>gedacht</a:t>
          </a:r>
          <a:endParaRPr lang="en-US" dirty="0"/>
        </a:p>
      </dgm:t>
    </dgm:pt>
    <dgm:pt modelId="{FFB7A558-E075-4B9B-9C42-87E903794699}" type="parTrans" cxnId="{04597AA0-59D9-4765-8F3A-48965F684FE3}">
      <dgm:prSet/>
      <dgm:spPr/>
      <dgm:t>
        <a:bodyPr/>
        <a:lstStyle/>
        <a:p>
          <a:endParaRPr lang="de-DE"/>
        </a:p>
      </dgm:t>
    </dgm:pt>
    <dgm:pt modelId="{C44D1D5E-8D2E-4C28-80AD-361A2766D54A}" type="sibTrans" cxnId="{04597AA0-59D9-4765-8F3A-48965F684FE3}">
      <dgm:prSet/>
      <dgm:spPr/>
      <dgm:t>
        <a:bodyPr/>
        <a:lstStyle/>
        <a:p>
          <a:endParaRPr lang="de-DE"/>
        </a:p>
      </dgm:t>
    </dgm:pt>
    <dgm:pt modelId="{5EB27BA2-3D43-42CC-A340-B2AD60787E4C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/>
            <a:t>Braucht zusätzliche Komponenten oder Geräte</a:t>
          </a:r>
          <a:endParaRPr lang="en-US" dirty="0"/>
        </a:p>
      </dgm:t>
    </dgm:pt>
    <dgm:pt modelId="{777DB64E-4C84-4C5B-A210-19676D4A8DF0}" type="parTrans" cxnId="{38D84F27-B70D-42B8-B621-51CB29EDB15C}">
      <dgm:prSet/>
      <dgm:spPr/>
      <dgm:t>
        <a:bodyPr/>
        <a:lstStyle/>
        <a:p>
          <a:endParaRPr lang="de-DE"/>
        </a:p>
      </dgm:t>
    </dgm:pt>
    <dgm:pt modelId="{A7A0E003-7F89-44BD-A629-26F8F50ED08E}" type="sibTrans" cxnId="{38D84F27-B70D-42B8-B621-51CB29EDB15C}">
      <dgm:prSet/>
      <dgm:spPr/>
      <dgm:t>
        <a:bodyPr/>
        <a:lstStyle/>
        <a:p>
          <a:endParaRPr lang="de-DE"/>
        </a:p>
      </dgm:t>
    </dgm:pt>
    <dgm:pt modelId="{87930D6E-DC9C-4ED1-87F8-EA7031E72890}" type="pres">
      <dgm:prSet presAssocID="{B9D15D57-BDDD-4717-90B1-917E06E3D2FD}" presName="linear" presStyleCnt="0">
        <dgm:presLayoutVars>
          <dgm:animLvl val="lvl"/>
          <dgm:resizeHandles val="exact"/>
        </dgm:presLayoutVars>
      </dgm:prSet>
      <dgm:spPr/>
    </dgm:pt>
    <dgm:pt modelId="{65F8E0DD-C4D6-4646-87A0-4F57D7499676}" type="pres">
      <dgm:prSet presAssocID="{91FD6B59-3CA4-462D-AB1E-DA93F7BD37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6A9FC9-8B2B-4CB0-9FF6-DDE0737AA9CB}" type="pres">
      <dgm:prSet presAssocID="{2A5B1D25-EA90-4ED3-B684-9DE1A30A95D0}" presName="spacer" presStyleCnt="0"/>
      <dgm:spPr/>
    </dgm:pt>
    <dgm:pt modelId="{E761E026-9B36-45EC-80B8-8C472B27F1F3}" type="pres">
      <dgm:prSet presAssocID="{2E017501-FFC1-4123-BACD-8AA052F4548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41B85D1-3E25-4FB5-9480-BCAAA8CD03CC}" type="pres">
      <dgm:prSet presAssocID="{24218267-CC02-45EC-8B6B-F7F5EC320165}" presName="spacer" presStyleCnt="0"/>
      <dgm:spPr/>
    </dgm:pt>
    <dgm:pt modelId="{35F29F6E-1D23-4A27-B906-EE3D12828AAC}" type="pres">
      <dgm:prSet presAssocID="{8777739C-C101-4A40-B812-76C103AFA7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604F6E3-F41A-4AD0-8343-ECE922B30B1B}" type="pres">
      <dgm:prSet presAssocID="{C44D1D5E-8D2E-4C28-80AD-361A2766D54A}" presName="spacer" presStyleCnt="0"/>
      <dgm:spPr/>
    </dgm:pt>
    <dgm:pt modelId="{72F764E5-963F-402F-A991-159D1891F545}" type="pres">
      <dgm:prSet presAssocID="{5EB27BA2-3D43-42CC-A340-B2AD60787E4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8D84F27-B70D-42B8-B621-51CB29EDB15C}" srcId="{B9D15D57-BDDD-4717-90B1-917E06E3D2FD}" destId="{5EB27BA2-3D43-42CC-A340-B2AD60787E4C}" srcOrd="3" destOrd="0" parTransId="{777DB64E-4C84-4C5B-A210-19676D4A8DF0}" sibTransId="{A7A0E003-7F89-44BD-A629-26F8F50ED08E}"/>
    <dgm:cxn modelId="{957DEC3C-91A5-4102-9D08-F7CA892C1F7A}" type="presOf" srcId="{2E017501-FFC1-4123-BACD-8AA052F45485}" destId="{E761E026-9B36-45EC-80B8-8C472B27F1F3}" srcOrd="0" destOrd="0" presId="urn:microsoft.com/office/officeart/2005/8/layout/vList2"/>
    <dgm:cxn modelId="{4F674441-AD7F-423A-A59B-B3A723F9178E}" type="presOf" srcId="{B9D15D57-BDDD-4717-90B1-917E06E3D2FD}" destId="{87930D6E-DC9C-4ED1-87F8-EA7031E72890}" srcOrd="0" destOrd="0" presId="urn:microsoft.com/office/officeart/2005/8/layout/vList2"/>
    <dgm:cxn modelId="{C6286193-118D-4909-A3A5-8169E0799503}" srcId="{B9D15D57-BDDD-4717-90B1-917E06E3D2FD}" destId="{2E017501-FFC1-4123-BACD-8AA052F45485}" srcOrd="1" destOrd="0" parTransId="{0A52BC09-8BE8-4158-AB98-FFF96320859D}" sibTransId="{24218267-CC02-45EC-8B6B-F7F5EC320165}"/>
    <dgm:cxn modelId="{04597AA0-59D9-4765-8F3A-48965F684FE3}" srcId="{B9D15D57-BDDD-4717-90B1-917E06E3D2FD}" destId="{8777739C-C101-4A40-B812-76C103AFA758}" srcOrd="2" destOrd="0" parTransId="{FFB7A558-E075-4B9B-9C42-87E903794699}" sibTransId="{C44D1D5E-8D2E-4C28-80AD-361A2766D54A}"/>
    <dgm:cxn modelId="{3D4D21BA-CF97-4518-9F22-028ADB337932}" type="presOf" srcId="{91FD6B59-3CA4-462D-AB1E-DA93F7BD374A}" destId="{65F8E0DD-C4D6-4646-87A0-4F57D7499676}" srcOrd="0" destOrd="0" presId="urn:microsoft.com/office/officeart/2005/8/layout/vList2"/>
    <dgm:cxn modelId="{A9FD7BBF-B3AA-44B6-B4C1-9990B0A93FCF}" type="presOf" srcId="{8777739C-C101-4A40-B812-76C103AFA758}" destId="{35F29F6E-1D23-4A27-B906-EE3D12828AAC}" srcOrd="0" destOrd="0" presId="urn:microsoft.com/office/officeart/2005/8/layout/vList2"/>
    <dgm:cxn modelId="{650A06CA-8278-4B7A-96C5-C6229AB58392}" srcId="{B9D15D57-BDDD-4717-90B1-917E06E3D2FD}" destId="{91FD6B59-3CA4-462D-AB1E-DA93F7BD374A}" srcOrd="0" destOrd="0" parTransId="{0C7CF449-92D1-4531-B485-3A71FAA77612}" sibTransId="{2A5B1D25-EA90-4ED3-B684-9DE1A30A95D0}"/>
    <dgm:cxn modelId="{E9BAD4D4-AADF-491A-8B1D-53B10736390D}" type="presOf" srcId="{5EB27BA2-3D43-42CC-A340-B2AD60787E4C}" destId="{72F764E5-963F-402F-A991-159D1891F545}" srcOrd="0" destOrd="0" presId="urn:microsoft.com/office/officeart/2005/8/layout/vList2"/>
    <dgm:cxn modelId="{1399C928-6E8D-4725-B024-BA21C9D7A23D}" type="presParOf" srcId="{87930D6E-DC9C-4ED1-87F8-EA7031E72890}" destId="{65F8E0DD-C4D6-4646-87A0-4F57D7499676}" srcOrd="0" destOrd="0" presId="urn:microsoft.com/office/officeart/2005/8/layout/vList2"/>
    <dgm:cxn modelId="{8B1D65F2-802E-4EFE-9ABF-01959B8F5FF2}" type="presParOf" srcId="{87930D6E-DC9C-4ED1-87F8-EA7031E72890}" destId="{B66A9FC9-8B2B-4CB0-9FF6-DDE0737AA9CB}" srcOrd="1" destOrd="0" presId="urn:microsoft.com/office/officeart/2005/8/layout/vList2"/>
    <dgm:cxn modelId="{2CFF3598-8467-4DF7-9E8E-15FCAE7DBA8F}" type="presParOf" srcId="{87930D6E-DC9C-4ED1-87F8-EA7031E72890}" destId="{E761E026-9B36-45EC-80B8-8C472B27F1F3}" srcOrd="2" destOrd="0" presId="urn:microsoft.com/office/officeart/2005/8/layout/vList2"/>
    <dgm:cxn modelId="{A047B66E-AB56-4699-A2D7-D124D7760F32}" type="presParOf" srcId="{87930D6E-DC9C-4ED1-87F8-EA7031E72890}" destId="{F41B85D1-3E25-4FB5-9480-BCAAA8CD03CC}" srcOrd="3" destOrd="0" presId="urn:microsoft.com/office/officeart/2005/8/layout/vList2"/>
    <dgm:cxn modelId="{CFA073E9-7B33-4502-A11A-770F232C3CB8}" type="presParOf" srcId="{87930D6E-DC9C-4ED1-87F8-EA7031E72890}" destId="{35F29F6E-1D23-4A27-B906-EE3D12828AAC}" srcOrd="4" destOrd="0" presId="urn:microsoft.com/office/officeart/2005/8/layout/vList2"/>
    <dgm:cxn modelId="{E944002B-F9C0-469F-874E-F65E8AD7BE5F}" type="presParOf" srcId="{87930D6E-DC9C-4ED1-87F8-EA7031E72890}" destId="{0604F6E3-F41A-4AD0-8343-ECE922B30B1B}" srcOrd="5" destOrd="0" presId="urn:microsoft.com/office/officeart/2005/8/layout/vList2"/>
    <dgm:cxn modelId="{678E58C3-6428-4300-B44C-83F6A33A9E50}" type="presParOf" srcId="{87930D6E-DC9C-4ED1-87F8-EA7031E72890}" destId="{72F764E5-963F-402F-A991-159D1891F54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03098F-92AA-4B9D-B7E9-F6C1CE6330E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09FDFC5-ED2B-41BA-8CA5-98DE78595897}">
      <dgm:prSet/>
      <dgm:spPr/>
      <dgm:t>
        <a:bodyPr/>
        <a:lstStyle/>
        <a:p>
          <a:pPr>
            <a:defRPr cap="all"/>
          </a:pPr>
          <a:r>
            <a:rPr lang="en-US"/>
            <a:t>Einstieg: ca. 500–800 € für Office-PCs</a:t>
          </a:r>
        </a:p>
      </dgm:t>
    </dgm:pt>
    <dgm:pt modelId="{753BCE37-AB8C-434A-A1F4-32AFB387E98E}" type="parTrans" cxnId="{2E702B61-C7A8-44C4-B83A-1B3F386D4059}">
      <dgm:prSet/>
      <dgm:spPr/>
      <dgm:t>
        <a:bodyPr/>
        <a:lstStyle/>
        <a:p>
          <a:endParaRPr lang="en-US"/>
        </a:p>
      </dgm:t>
    </dgm:pt>
    <dgm:pt modelId="{CD041FED-DC31-4DE7-B878-9AB91D1636B6}" type="sibTrans" cxnId="{2E702B61-C7A8-44C4-B83A-1B3F386D4059}">
      <dgm:prSet/>
      <dgm:spPr/>
      <dgm:t>
        <a:bodyPr/>
        <a:lstStyle/>
        <a:p>
          <a:endParaRPr lang="en-US"/>
        </a:p>
      </dgm:t>
    </dgm:pt>
    <dgm:pt modelId="{1020B41E-1EB8-411A-A1EF-E2D1D783CAD0}">
      <dgm:prSet/>
      <dgm:spPr/>
      <dgm:t>
        <a:bodyPr/>
        <a:lstStyle/>
        <a:p>
          <a:pPr>
            <a:defRPr cap="all"/>
          </a:pPr>
          <a:r>
            <a:rPr lang="en-US"/>
            <a:t>Mittelklasse: 800–1.500 € für Multimedia und CAD</a:t>
          </a:r>
        </a:p>
      </dgm:t>
    </dgm:pt>
    <dgm:pt modelId="{EB865D80-6065-4FA3-BD80-2D4B39BC3F9E}" type="parTrans" cxnId="{7E4072B2-74A8-4778-B6AB-98031E6193AE}">
      <dgm:prSet/>
      <dgm:spPr/>
      <dgm:t>
        <a:bodyPr/>
        <a:lstStyle/>
        <a:p>
          <a:endParaRPr lang="en-US"/>
        </a:p>
      </dgm:t>
    </dgm:pt>
    <dgm:pt modelId="{C29299C3-8B8E-49DB-A4F3-53C476CB6F2C}" type="sibTrans" cxnId="{7E4072B2-74A8-4778-B6AB-98031E6193AE}">
      <dgm:prSet/>
      <dgm:spPr/>
      <dgm:t>
        <a:bodyPr/>
        <a:lstStyle/>
        <a:p>
          <a:endParaRPr lang="en-US"/>
        </a:p>
      </dgm:t>
    </dgm:pt>
    <dgm:pt modelId="{3ED98087-ED22-4BA5-B6EC-75AB97D89FD2}">
      <dgm:prSet/>
      <dgm:spPr/>
      <dgm:t>
        <a:bodyPr/>
        <a:lstStyle/>
        <a:p>
          <a:pPr>
            <a:defRPr cap="all"/>
          </a:pPr>
          <a:r>
            <a:rPr lang="en-US"/>
            <a:t>High-End: ab 1.500 € für Gaming, 3D-Design oder KI-Anwendungen</a:t>
          </a:r>
        </a:p>
      </dgm:t>
    </dgm:pt>
    <dgm:pt modelId="{5297D42C-91D5-4C31-8F8E-EF03C821D738}" type="parTrans" cxnId="{A20AB6C9-C09D-4871-A2AD-C713AE95A13B}">
      <dgm:prSet/>
      <dgm:spPr/>
      <dgm:t>
        <a:bodyPr/>
        <a:lstStyle/>
        <a:p>
          <a:endParaRPr lang="en-US"/>
        </a:p>
      </dgm:t>
    </dgm:pt>
    <dgm:pt modelId="{F725BAA6-C69C-4974-980B-FE5A29B69CD9}" type="sibTrans" cxnId="{A20AB6C9-C09D-4871-A2AD-C713AE95A13B}">
      <dgm:prSet/>
      <dgm:spPr/>
      <dgm:t>
        <a:bodyPr/>
        <a:lstStyle/>
        <a:p>
          <a:endParaRPr lang="en-US"/>
        </a:p>
      </dgm:t>
    </dgm:pt>
    <dgm:pt modelId="{1A4EBE6D-645E-46E2-8D1A-4D377A93A407}" type="pres">
      <dgm:prSet presAssocID="{B003098F-92AA-4B9D-B7E9-F6C1CE6330E4}" presName="root" presStyleCnt="0">
        <dgm:presLayoutVars>
          <dgm:dir/>
          <dgm:resizeHandles val="exact"/>
        </dgm:presLayoutVars>
      </dgm:prSet>
      <dgm:spPr/>
    </dgm:pt>
    <dgm:pt modelId="{6A5745D4-769E-44B0-9E1E-A6D067988C25}" type="pres">
      <dgm:prSet presAssocID="{E09FDFC5-ED2B-41BA-8CA5-98DE78595897}" presName="compNode" presStyleCnt="0"/>
      <dgm:spPr/>
    </dgm:pt>
    <dgm:pt modelId="{FB4D6A74-42CD-4814-82B9-593E6B0D13F6}" type="pres">
      <dgm:prSet presAssocID="{E09FDFC5-ED2B-41BA-8CA5-98DE78595897}" presName="iconBgRect" presStyleLbl="bgShp" presStyleIdx="0" presStyleCnt="3"/>
      <dgm:spPr/>
    </dgm:pt>
    <dgm:pt modelId="{FD78CD2A-C1FE-468B-96E4-C69BA77C97E9}" type="pres">
      <dgm:prSet presAssocID="{E09FDFC5-ED2B-41BA-8CA5-98DE7859589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13D12EF-64D2-465B-AEB0-59B719656FC0}" type="pres">
      <dgm:prSet presAssocID="{E09FDFC5-ED2B-41BA-8CA5-98DE78595897}" presName="spaceRect" presStyleCnt="0"/>
      <dgm:spPr/>
    </dgm:pt>
    <dgm:pt modelId="{0A29DB66-AA13-4BE9-83A4-F16AE8007C59}" type="pres">
      <dgm:prSet presAssocID="{E09FDFC5-ED2B-41BA-8CA5-98DE78595897}" presName="textRect" presStyleLbl="revTx" presStyleIdx="0" presStyleCnt="3">
        <dgm:presLayoutVars>
          <dgm:chMax val="1"/>
          <dgm:chPref val="1"/>
        </dgm:presLayoutVars>
      </dgm:prSet>
      <dgm:spPr/>
    </dgm:pt>
    <dgm:pt modelId="{A5B21F6D-0A53-4C1F-AAF8-420BF5CCBAF9}" type="pres">
      <dgm:prSet presAssocID="{CD041FED-DC31-4DE7-B878-9AB91D1636B6}" presName="sibTrans" presStyleCnt="0"/>
      <dgm:spPr/>
    </dgm:pt>
    <dgm:pt modelId="{A842F216-09B3-4493-86B4-BC72A00CD98C}" type="pres">
      <dgm:prSet presAssocID="{1020B41E-1EB8-411A-A1EF-E2D1D783CAD0}" presName="compNode" presStyleCnt="0"/>
      <dgm:spPr/>
    </dgm:pt>
    <dgm:pt modelId="{CD6B06AD-00E6-4942-9465-9313697C1B5D}" type="pres">
      <dgm:prSet presAssocID="{1020B41E-1EB8-411A-A1EF-E2D1D783CAD0}" presName="iconBgRect" presStyleLbl="bgShp" presStyleIdx="1" presStyleCnt="3"/>
      <dgm:spPr/>
    </dgm:pt>
    <dgm:pt modelId="{00ADFE44-CC95-4A3F-8E8D-AC133DDA9D53}" type="pres">
      <dgm:prSet presAssocID="{1020B41E-1EB8-411A-A1EF-E2D1D783CAD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edergabe"/>
        </a:ext>
      </dgm:extLst>
    </dgm:pt>
    <dgm:pt modelId="{BE158C8B-2857-48E8-8CAF-409D64499565}" type="pres">
      <dgm:prSet presAssocID="{1020B41E-1EB8-411A-A1EF-E2D1D783CAD0}" presName="spaceRect" presStyleCnt="0"/>
      <dgm:spPr/>
    </dgm:pt>
    <dgm:pt modelId="{AF6B4C63-85C1-4371-ADFD-93CC0ECC38CF}" type="pres">
      <dgm:prSet presAssocID="{1020B41E-1EB8-411A-A1EF-E2D1D783CAD0}" presName="textRect" presStyleLbl="revTx" presStyleIdx="1" presStyleCnt="3">
        <dgm:presLayoutVars>
          <dgm:chMax val="1"/>
          <dgm:chPref val="1"/>
        </dgm:presLayoutVars>
      </dgm:prSet>
      <dgm:spPr/>
    </dgm:pt>
    <dgm:pt modelId="{6F362437-E1CF-48A5-87BD-FB43B80137B6}" type="pres">
      <dgm:prSet presAssocID="{C29299C3-8B8E-49DB-A4F3-53C476CB6F2C}" presName="sibTrans" presStyleCnt="0"/>
      <dgm:spPr/>
    </dgm:pt>
    <dgm:pt modelId="{DA0CE9FF-3C4B-4538-BDDC-1C3A692E77A6}" type="pres">
      <dgm:prSet presAssocID="{3ED98087-ED22-4BA5-B6EC-75AB97D89FD2}" presName="compNode" presStyleCnt="0"/>
      <dgm:spPr/>
    </dgm:pt>
    <dgm:pt modelId="{0E942521-CC3A-4B10-9CD7-97AA26FE026B}" type="pres">
      <dgm:prSet presAssocID="{3ED98087-ED22-4BA5-B6EC-75AB97D89FD2}" presName="iconBgRect" presStyleLbl="bgShp" presStyleIdx="2" presStyleCnt="3"/>
      <dgm:spPr/>
    </dgm:pt>
    <dgm:pt modelId="{A21CAB03-1668-4A78-8F9E-F14ECB89367D}" type="pres">
      <dgm:prSet presAssocID="{3ED98087-ED22-4BA5-B6EC-75AB97D89FD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A27FF990-DB4B-42D5-8847-18985F26F682}" type="pres">
      <dgm:prSet presAssocID="{3ED98087-ED22-4BA5-B6EC-75AB97D89FD2}" presName="spaceRect" presStyleCnt="0"/>
      <dgm:spPr/>
    </dgm:pt>
    <dgm:pt modelId="{84D896FA-B70A-4B62-8776-2C4424B817CA}" type="pres">
      <dgm:prSet presAssocID="{3ED98087-ED22-4BA5-B6EC-75AB97D89FD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D120B33-892E-47C8-BBB8-B426BC5E23DA}" type="presOf" srcId="{E09FDFC5-ED2B-41BA-8CA5-98DE78595897}" destId="{0A29DB66-AA13-4BE9-83A4-F16AE8007C59}" srcOrd="0" destOrd="0" presId="urn:microsoft.com/office/officeart/2018/5/layout/IconCircleLabelList"/>
    <dgm:cxn modelId="{6C99D13A-A2C4-48BD-9DE9-8C052856F024}" type="presOf" srcId="{3ED98087-ED22-4BA5-B6EC-75AB97D89FD2}" destId="{84D896FA-B70A-4B62-8776-2C4424B817CA}" srcOrd="0" destOrd="0" presId="urn:microsoft.com/office/officeart/2018/5/layout/IconCircleLabelList"/>
    <dgm:cxn modelId="{2E702B61-C7A8-44C4-B83A-1B3F386D4059}" srcId="{B003098F-92AA-4B9D-B7E9-F6C1CE6330E4}" destId="{E09FDFC5-ED2B-41BA-8CA5-98DE78595897}" srcOrd="0" destOrd="0" parTransId="{753BCE37-AB8C-434A-A1F4-32AFB387E98E}" sibTransId="{CD041FED-DC31-4DE7-B878-9AB91D1636B6}"/>
    <dgm:cxn modelId="{2383184D-9748-4356-B3E2-21D8506BA583}" type="presOf" srcId="{1020B41E-1EB8-411A-A1EF-E2D1D783CAD0}" destId="{AF6B4C63-85C1-4371-ADFD-93CC0ECC38CF}" srcOrd="0" destOrd="0" presId="urn:microsoft.com/office/officeart/2018/5/layout/IconCircleLabelList"/>
    <dgm:cxn modelId="{7C414EA3-437D-4132-949B-D04E01DBF955}" type="presOf" srcId="{B003098F-92AA-4B9D-B7E9-F6C1CE6330E4}" destId="{1A4EBE6D-645E-46E2-8D1A-4D377A93A407}" srcOrd="0" destOrd="0" presId="urn:microsoft.com/office/officeart/2018/5/layout/IconCircleLabelList"/>
    <dgm:cxn modelId="{7E4072B2-74A8-4778-B6AB-98031E6193AE}" srcId="{B003098F-92AA-4B9D-B7E9-F6C1CE6330E4}" destId="{1020B41E-1EB8-411A-A1EF-E2D1D783CAD0}" srcOrd="1" destOrd="0" parTransId="{EB865D80-6065-4FA3-BD80-2D4B39BC3F9E}" sibTransId="{C29299C3-8B8E-49DB-A4F3-53C476CB6F2C}"/>
    <dgm:cxn modelId="{A20AB6C9-C09D-4871-A2AD-C713AE95A13B}" srcId="{B003098F-92AA-4B9D-B7E9-F6C1CE6330E4}" destId="{3ED98087-ED22-4BA5-B6EC-75AB97D89FD2}" srcOrd="2" destOrd="0" parTransId="{5297D42C-91D5-4C31-8F8E-EF03C821D738}" sibTransId="{F725BAA6-C69C-4974-980B-FE5A29B69CD9}"/>
    <dgm:cxn modelId="{4009C4AA-0929-46AB-86F8-15010E22E9ED}" type="presParOf" srcId="{1A4EBE6D-645E-46E2-8D1A-4D377A93A407}" destId="{6A5745D4-769E-44B0-9E1E-A6D067988C25}" srcOrd="0" destOrd="0" presId="urn:microsoft.com/office/officeart/2018/5/layout/IconCircleLabelList"/>
    <dgm:cxn modelId="{27ACAA3B-E9DA-4110-AC57-268F875C8098}" type="presParOf" srcId="{6A5745D4-769E-44B0-9E1E-A6D067988C25}" destId="{FB4D6A74-42CD-4814-82B9-593E6B0D13F6}" srcOrd="0" destOrd="0" presId="urn:microsoft.com/office/officeart/2018/5/layout/IconCircleLabelList"/>
    <dgm:cxn modelId="{9E0C6834-55C1-4C6B-AC71-3AADFE15B7AF}" type="presParOf" srcId="{6A5745D4-769E-44B0-9E1E-A6D067988C25}" destId="{FD78CD2A-C1FE-468B-96E4-C69BA77C97E9}" srcOrd="1" destOrd="0" presId="urn:microsoft.com/office/officeart/2018/5/layout/IconCircleLabelList"/>
    <dgm:cxn modelId="{02727F09-8AEE-47A7-968A-43C1DA3A1386}" type="presParOf" srcId="{6A5745D4-769E-44B0-9E1E-A6D067988C25}" destId="{913D12EF-64D2-465B-AEB0-59B719656FC0}" srcOrd="2" destOrd="0" presId="urn:microsoft.com/office/officeart/2018/5/layout/IconCircleLabelList"/>
    <dgm:cxn modelId="{3F1B6407-A28A-46FD-B099-2D8627EEEEED}" type="presParOf" srcId="{6A5745D4-769E-44B0-9E1E-A6D067988C25}" destId="{0A29DB66-AA13-4BE9-83A4-F16AE8007C59}" srcOrd="3" destOrd="0" presId="urn:microsoft.com/office/officeart/2018/5/layout/IconCircleLabelList"/>
    <dgm:cxn modelId="{D81C4256-6CFF-47F6-8745-E51F31A1BD4C}" type="presParOf" srcId="{1A4EBE6D-645E-46E2-8D1A-4D377A93A407}" destId="{A5B21F6D-0A53-4C1F-AAF8-420BF5CCBAF9}" srcOrd="1" destOrd="0" presId="urn:microsoft.com/office/officeart/2018/5/layout/IconCircleLabelList"/>
    <dgm:cxn modelId="{90210E07-64AC-44A3-BCBF-1CDC2E8AD4F9}" type="presParOf" srcId="{1A4EBE6D-645E-46E2-8D1A-4D377A93A407}" destId="{A842F216-09B3-4493-86B4-BC72A00CD98C}" srcOrd="2" destOrd="0" presId="urn:microsoft.com/office/officeart/2018/5/layout/IconCircleLabelList"/>
    <dgm:cxn modelId="{89AC5ECC-6C0E-4AF4-80BB-3DD19C44F6DA}" type="presParOf" srcId="{A842F216-09B3-4493-86B4-BC72A00CD98C}" destId="{CD6B06AD-00E6-4942-9465-9313697C1B5D}" srcOrd="0" destOrd="0" presId="urn:microsoft.com/office/officeart/2018/5/layout/IconCircleLabelList"/>
    <dgm:cxn modelId="{631A5A43-6E4D-4431-ADF2-0E9222EA2664}" type="presParOf" srcId="{A842F216-09B3-4493-86B4-BC72A00CD98C}" destId="{00ADFE44-CC95-4A3F-8E8D-AC133DDA9D53}" srcOrd="1" destOrd="0" presId="urn:microsoft.com/office/officeart/2018/5/layout/IconCircleLabelList"/>
    <dgm:cxn modelId="{4E3E0CC2-780D-4693-9C2B-6A1AD683DCCD}" type="presParOf" srcId="{A842F216-09B3-4493-86B4-BC72A00CD98C}" destId="{BE158C8B-2857-48E8-8CAF-409D64499565}" srcOrd="2" destOrd="0" presId="urn:microsoft.com/office/officeart/2018/5/layout/IconCircleLabelList"/>
    <dgm:cxn modelId="{E8111B41-30CF-46B6-A7A1-DBA0BD28D3F7}" type="presParOf" srcId="{A842F216-09B3-4493-86B4-BC72A00CD98C}" destId="{AF6B4C63-85C1-4371-ADFD-93CC0ECC38CF}" srcOrd="3" destOrd="0" presId="urn:microsoft.com/office/officeart/2018/5/layout/IconCircleLabelList"/>
    <dgm:cxn modelId="{F481568C-6C8A-4AFA-A394-963A99AD8C44}" type="presParOf" srcId="{1A4EBE6D-645E-46E2-8D1A-4D377A93A407}" destId="{6F362437-E1CF-48A5-87BD-FB43B80137B6}" srcOrd="3" destOrd="0" presId="urn:microsoft.com/office/officeart/2018/5/layout/IconCircleLabelList"/>
    <dgm:cxn modelId="{DEEDD6AC-A6FB-4906-A370-6E3317126BF2}" type="presParOf" srcId="{1A4EBE6D-645E-46E2-8D1A-4D377A93A407}" destId="{DA0CE9FF-3C4B-4538-BDDC-1C3A692E77A6}" srcOrd="4" destOrd="0" presId="urn:microsoft.com/office/officeart/2018/5/layout/IconCircleLabelList"/>
    <dgm:cxn modelId="{0EA19F49-8C83-4248-916F-71751FA42BA3}" type="presParOf" srcId="{DA0CE9FF-3C4B-4538-BDDC-1C3A692E77A6}" destId="{0E942521-CC3A-4B10-9CD7-97AA26FE026B}" srcOrd="0" destOrd="0" presId="urn:microsoft.com/office/officeart/2018/5/layout/IconCircleLabelList"/>
    <dgm:cxn modelId="{B7D0DEA5-D2B8-4A58-8AD4-0B927DB4C8FA}" type="presParOf" srcId="{DA0CE9FF-3C4B-4538-BDDC-1C3A692E77A6}" destId="{A21CAB03-1668-4A78-8F9E-F14ECB89367D}" srcOrd="1" destOrd="0" presId="urn:microsoft.com/office/officeart/2018/5/layout/IconCircleLabelList"/>
    <dgm:cxn modelId="{FF484469-473A-43EE-A526-27819E6F86A8}" type="presParOf" srcId="{DA0CE9FF-3C4B-4538-BDDC-1C3A692E77A6}" destId="{A27FF990-DB4B-42D5-8847-18985F26F682}" srcOrd="2" destOrd="0" presId="urn:microsoft.com/office/officeart/2018/5/layout/IconCircleLabelList"/>
    <dgm:cxn modelId="{1E72EB04-C176-4BCE-B361-E58799CF7145}" type="presParOf" srcId="{DA0CE9FF-3C4B-4538-BDDC-1C3A692E77A6}" destId="{84D896FA-B70A-4B62-8776-2C4424B817C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9610CC-3454-4186-93FA-F49B62A3CE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A3733A-5B93-4A16-A718-37AC57DAF4EF}">
      <dgm:prSet/>
      <dgm:spPr/>
      <dgm:t>
        <a:bodyPr/>
        <a:lstStyle/>
        <a:p>
          <a:r>
            <a:rPr lang="de-DE"/>
            <a:t>Desktop-PCs sind ideal für leistungsstarke, stationäre Arbeitsplätze</a:t>
          </a:r>
          <a:endParaRPr lang="en-US"/>
        </a:p>
      </dgm:t>
    </dgm:pt>
    <dgm:pt modelId="{4D62CDFA-3239-4D83-8C09-E87709A37193}" type="parTrans" cxnId="{6B9FDB47-F99F-4E48-819F-A153227BB113}">
      <dgm:prSet/>
      <dgm:spPr/>
      <dgm:t>
        <a:bodyPr/>
        <a:lstStyle/>
        <a:p>
          <a:endParaRPr lang="en-US"/>
        </a:p>
      </dgm:t>
    </dgm:pt>
    <dgm:pt modelId="{2ECA3C8E-1F7B-4844-84BC-4D5F51CD4BA2}" type="sibTrans" cxnId="{6B9FDB47-F99F-4E48-819F-A153227BB113}">
      <dgm:prSet/>
      <dgm:spPr/>
      <dgm:t>
        <a:bodyPr/>
        <a:lstStyle/>
        <a:p>
          <a:endParaRPr lang="en-US"/>
        </a:p>
      </dgm:t>
    </dgm:pt>
    <dgm:pt modelId="{879AF0A2-3446-4BBE-8ADF-D5D429FBDED9}">
      <dgm:prSet/>
      <dgm:spPr/>
      <dgm:t>
        <a:bodyPr/>
        <a:lstStyle/>
        <a:p>
          <a:r>
            <a:rPr lang="de-DE"/>
            <a:t>Sie bieten maximale Flexibilität, Erweiterbarkeit und Stabilität</a:t>
          </a:r>
          <a:endParaRPr lang="en-US"/>
        </a:p>
      </dgm:t>
    </dgm:pt>
    <dgm:pt modelId="{260036D4-7FD4-478A-8AE4-AF9440EB2F0F}" type="parTrans" cxnId="{4D00EA3D-81B3-4A0C-83D6-C5FCD9967CED}">
      <dgm:prSet/>
      <dgm:spPr/>
      <dgm:t>
        <a:bodyPr/>
        <a:lstStyle/>
        <a:p>
          <a:endParaRPr lang="en-US"/>
        </a:p>
      </dgm:t>
    </dgm:pt>
    <dgm:pt modelId="{966A1F63-FF50-4A75-9587-C2C695896A68}" type="sibTrans" cxnId="{4D00EA3D-81B3-4A0C-83D6-C5FCD9967CED}">
      <dgm:prSet/>
      <dgm:spPr/>
      <dgm:t>
        <a:bodyPr/>
        <a:lstStyle/>
        <a:p>
          <a:endParaRPr lang="en-US"/>
        </a:p>
      </dgm:t>
    </dgm:pt>
    <dgm:pt modelId="{26C13EBF-1FDE-4BA4-9155-06E88B4B0997}">
      <dgm:prSet/>
      <dgm:spPr/>
      <dgm:t>
        <a:bodyPr/>
        <a:lstStyle/>
        <a:p>
          <a:r>
            <a:rPr lang="de-DE"/>
            <a:t>Für mobile Nutzung sind andere Rechnerformen besser geeignet</a:t>
          </a:r>
          <a:endParaRPr lang="en-US"/>
        </a:p>
      </dgm:t>
    </dgm:pt>
    <dgm:pt modelId="{08541E96-F722-4A13-92F0-5FF2D6253D75}" type="parTrans" cxnId="{704E7A86-C621-4824-B0E5-1D299B633BF3}">
      <dgm:prSet/>
      <dgm:spPr/>
      <dgm:t>
        <a:bodyPr/>
        <a:lstStyle/>
        <a:p>
          <a:endParaRPr lang="en-US"/>
        </a:p>
      </dgm:t>
    </dgm:pt>
    <dgm:pt modelId="{0266F74E-53EE-40BB-A354-0559614F93F9}" type="sibTrans" cxnId="{704E7A86-C621-4824-B0E5-1D299B633BF3}">
      <dgm:prSet/>
      <dgm:spPr/>
      <dgm:t>
        <a:bodyPr/>
        <a:lstStyle/>
        <a:p>
          <a:endParaRPr lang="en-US"/>
        </a:p>
      </dgm:t>
    </dgm:pt>
    <dgm:pt modelId="{875A67FF-5F31-42AA-8500-6F928A04D5EA}" type="pres">
      <dgm:prSet presAssocID="{249610CC-3454-4186-93FA-F49B62A3CE04}" presName="linear" presStyleCnt="0">
        <dgm:presLayoutVars>
          <dgm:animLvl val="lvl"/>
          <dgm:resizeHandles val="exact"/>
        </dgm:presLayoutVars>
      </dgm:prSet>
      <dgm:spPr/>
    </dgm:pt>
    <dgm:pt modelId="{F893FC67-2E64-4736-9EC0-1A6C07037A8D}" type="pres">
      <dgm:prSet presAssocID="{51A3733A-5B93-4A16-A718-37AC57DAF4E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53FB037-17F7-4C1F-BAD8-06E6236B2363}" type="pres">
      <dgm:prSet presAssocID="{2ECA3C8E-1F7B-4844-84BC-4D5F51CD4BA2}" presName="spacer" presStyleCnt="0"/>
      <dgm:spPr/>
    </dgm:pt>
    <dgm:pt modelId="{5314CD4D-A43E-4175-A1A6-8AF30582B102}" type="pres">
      <dgm:prSet presAssocID="{879AF0A2-3446-4BBE-8ADF-D5D429FBDED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5B40A7-E9A7-471E-BB17-D620D7BFD56F}" type="pres">
      <dgm:prSet presAssocID="{966A1F63-FF50-4A75-9587-C2C695896A68}" presName="spacer" presStyleCnt="0"/>
      <dgm:spPr/>
    </dgm:pt>
    <dgm:pt modelId="{D7729ACE-65AE-4CCE-8C86-C029D822747E}" type="pres">
      <dgm:prSet presAssocID="{26C13EBF-1FDE-4BA4-9155-06E88B4B099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0C513C-7953-4533-943D-0232357207AA}" type="presOf" srcId="{879AF0A2-3446-4BBE-8ADF-D5D429FBDED9}" destId="{5314CD4D-A43E-4175-A1A6-8AF30582B102}" srcOrd="0" destOrd="0" presId="urn:microsoft.com/office/officeart/2005/8/layout/vList2"/>
    <dgm:cxn modelId="{4D00EA3D-81B3-4A0C-83D6-C5FCD9967CED}" srcId="{249610CC-3454-4186-93FA-F49B62A3CE04}" destId="{879AF0A2-3446-4BBE-8ADF-D5D429FBDED9}" srcOrd="1" destOrd="0" parTransId="{260036D4-7FD4-478A-8AE4-AF9440EB2F0F}" sibTransId="{966A1F63-FF50-4A75-9587-C2C695896A68}"/>
    <dgm:cxn modelId="{6B9FDB47-F99F-4E48-819F-A153227BB113}" srcId="{249610CC-3454-4186-93FA-F49B62A3CE04}" destId="{51A3733A-5B93-4A16-A718-37AC57DAF4EF}" srcOrd="0" destOrd="0" parTransId="{4D62CDFA-3239-4D83-8C09-E87709A37193}" sibTransId="{2ECA3C8E-1F7B-4844-84BC-4D5F51CD4BA2}"/>
    <dgm:cxn modelId="{704E7A86-C621-4824-B0E5-1D299B633BF3}" srcId="{249610CC-3454-4186-93FA-F49B62A3CE04}" destId="{26C13EBF-1FDE-4BA4-9155-06E88B4B0997}" srcOrd="2" destOrd="0" parTransId="{08541E96-F722-4A13-92F0-5FF2D6253D75}" sibTransId="{0266F74E-53EE-40BB-A354-0559614F93F9}"/>
    <dgm:cxn modelId="{BD54968F-BB32-488D-9FE0-BAB405DF6A73}" type="presOf" srcId="{51A3733A-5B93-4A16-A718-37AC57DAF4EF}" destId="{F893FC67-2E64-4736-9EC0-1A6C07037A8D}" srcOrd="0" destOrd="0" presId="urn:microsoft.com/office/officeart/2005/8/layout/vList2"/>
    <dgm:cxn modelId="{2A141192-CD8F-4F44-A070-4C734B82AB68}" type="presOf" srcId="{249610CC-3454-4186-93FA-F49B62A3CE04}" destId="{875A67FF-5F31-42AA-8500-6F928A04D5EA}" srcOrd="0" destOrd="0" presId="urn:microsoft.com/office/officeart/2005/8/layout/vList2"/>
    <dgm:cxn modelId="{226759C3-D722-4393-B7F4-41ED9A1BDF22}" type="presOf" srcId="{26C13EBF-1FDE-4BA4-9155-06E88B4B0997}" destId="{D7729ACE-65AE-4CCE-8C86-C029D822747E}" srcOrd="0" destOrd="0" presId="urn:microsoft.com/office/officeart/2005/8/layout/vList2"/>
    <dgm:cxn modelId="{1A386C9D-13BB-4674-96D6-AF8327B2316A}" type="presParOf" srcId="{875A67FF-5F31-42AA-8500-6F928A04D5EA}" destId="{F893FC67-2E64-4736-9EC0-1A6C07037A8D}" srcOrd="0" destOrd="0" presId="urn:microsoft.com/office/officeart/2005/8/layout/vList2"/>
    <dgm:cxn modelId="{802BEF4D-73CD-477B-8AAE-2E190193F54A}" type="presParOf" srcId="{875A67FF-5F31-42AA-8500-6F928A04D5EA}" destId="{E53FB037-17F7-4C1F-BAD8-06E6236B2363}" srcOrd="1" destOrd="0" presId="urn:microsoft.com/office/officeart/2005/8/layout/vList2"/>
    <dgm:cxn modelId="{9A384347-C062-47A3-9E55-02C11B568C78}" type="presParOf" srcId="{875A67FF-5F31-42AA-8500-6F928A04D5EA}" destId="{5314CD4D-A43E-4175-A1A6-8AF30582B102}" srcOrd="2" destOrd="0" presId="urn:microsoft.com/office/officeart/2005/8/layout/vList2"/>
    <dgm:cxn modelId="{6F8C1C0E-03F4-40C7-A6D1-842588DB9ECA}" type="presParOf" srcId="{875A67FF-5F31-42AA-8500-6F928A04D5EA}" destId="{B85B40A7-E9A7-471E-BB17-D620D7BFD56F}" srcOrd="3" destOrd="0" presId="urn:microsoft.com/office/officeart/2005/8/layout/vList2"/>
    <dgm:cxn modelId="{4198CF29-11A0-4976-B6E2-58C85EB6DEDA}" type="presParOf" srcId="{875A67FF-5F31-42AA-8500-6F928A04D5EA}" destId="{D7729ACE-65AE-4CCE-8C86-C029D822747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CAB722-166A-4F1C-8FB8-B5F4986BE639}">
      <dsp:nvSpPr>
        <dsp:cNvPr id="0" name=""/>
        <dsp:cNvSpPr/>
      </dsp:nvSpPr>
      <dsp:spPr>
        <a:xfrm>
          <a:off x="0" y="511"/>
          <a:ext cx="8195871" cy="11976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974679-BE88-4E25-AF9F-5C7796C49552}">
      <dsp:nvSpPr>
        <dsp:cNvPr id="0" name=""/>
        <dsp:cNvSpPr/>
      </dsp:nvSpPr>
      <dsp:spPr>
        <a:xfrm>
          <a:off x="362289" y="269983"/>
          <a:ext cx="658708" cy="658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A7B96-DD8D-42AB-8312-090C77B49A78}">
      <dsp:nvSpPr>
        <dsp:cNvPr id="0" name=""/>
        <dsp:cNvSpPr/>
      </dsp:nvSpPr>
      <dsp:spPr>
        <a:xfrm>
          <a:off x="1383287" y="511"/>
          <a:ext cx="681258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Stationärer Computer mit separatem Monitor, Tastatur und Maus</a:t>
          </a:r>
        </a:p>
      </dsp:txBody>
      <dsp:txXfrm>
        <a:off x="1383287" y="511"/>
        <a:ext cx="6812583" cy="1197651"/>
      </dsp:txXfrm>
    </dsp:sp>
    <dsp:sp modelId="{F6BDA9A5-4F14-4954-929D-D86BA26A762C}">
      <dsp:nvSpPr>
        <dsp:cNvPr id="0" name=""/>
        <dsp:cNvSpPr/>
      </dsp:nvSpPr>
      <dsp:spPr>
        <a:xfrm>
          <a:off x="0" y="1497576"/>
          <a:ext cx="8195871" cy="11976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83C4C-8B36-4499-8CE6-66E21564304E}">
      <dsp:nvSpPr>
        <dsp:cNvPr id="0" name=""/>
        <dsp:cNvSpPr/>
      </dsp:nvSpPr>
      <dsp:spPr>
        <a:xfrm>
          <a:off x="362289" y="1767048"/>
          <a:ext cx="658708" cy="658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69093-85E3-48A3-8891-1613543854D4}">
      <dsp:nvSpPr>
        <dsp:cNvPr id="0" name=""/>
        <dsp:cNvSpPr/>
      </dsp:nvSpPr>
      <dsp:spPr>
        <a:xfrm>
          <a:off x="1383287" y="1497576"/>
          <a:ext cx="681258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Modular aufgebaut: Komponenten wie CPU, GPU, RAM, Festplatte sind austauschbar</a:t>
          </a:r>
        </a:p>
      </dsp:txBody>
      <dsp:txXfrm>
        <a:off x="1383287" y="1497576"/>
        <a:ext cx="6812583" cy="1197651"/>
      </dsp:txXfrm>
    </dsp:sp>
    <dsp:sp modelId="{17ED72BA-460E-4975-B6D4-60AAF759E031}">
      <dsp:nvSpPr>
        <dsp:cNvPr id="0" name=""/>
        <dsp:cNvSpPr/>
      </dsp:nvSpPr>
      <dsp:spPr>
        <a:xfrm>
          <a:off x="0" y="2994641"/>
          <a:ext cx="8195871" cy="11976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48C91C-926C-4F66-B7D0-66396C709F3E}">
      <dsp:nvSpPr>
        <dsp:cNvPr id="0" name=""/>
        <dsp:cNvSpPr/>
      </dsp:nvSpPr>
      <dsp:spPr>
        <a:xfrm>
          <a:off x="362289" y="3264113"/>
          <a:ext cx="658708" cy="658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5F6B6-B7B1-4373-8DFE-24DC0DC6F4CD}">
      <dsp:nvSpPr>
        <dsp:cNvPr id="0" name=""/>
        <dsp:cNvSpPr/>
      </dsp:nvSpPr>
      <dsp:spPr>
        <a:xfrm>
          <a:off x="1383287" y="2994641"/>
          <a:ext cx="681258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Ideal für leistungsintensive Aufgaben im Büro, Design oder Technik</a:t>
          </a:r>
        </a:p>
      </dsp:txBody>
      <dsp:txXfrm>
        <a:off x="1383287" y="2994641"/>
        <a:ext cx="6812583" cy="11976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54541-8ABE-4AC5-82D2-6190582766D2}">
      <dsp:nvSpPr>
        <dsp:cNvPr id="0" name=""/>
        <dsp:cNvSpPr/>
      </dsp:nvSpPr>
      <dsp:spPr>
        <a:xfrm>
          <a:off x="0" y="511"/>
          <a:ext cx="8195871" cy="11976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9CBEF-77D6-4F75-955F-F61A3558C3AB}">
      <dsp:nvSpPr>
        <dsp:cNvPr id="0" name=""/>
        <dsp:cNvSpPr/>
      </dsp:nvSpPr>
      <dsp:spPr>
        <a:xfrm>
          <a:off x="362289" y="269983"/>
          <a:ext cx="658708" cy="6587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494D1-2D43-449B-ACC0-222F42513BE4}">
      <dsp:nvSpPr>
        <dsp:cNvPr id="0" name=""/>
        <dsp:cNvSpPr/>
      </dsp:nvSpPr>
      <dsp:spPr>
        <a:xfrm>
          <a:off x="1383287" y="511"/>
          <a:ext cx="681258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Hohe Rechenleistung durch starke Prozessoren (z. B. Intel i7/i9, AMD Ryzen 7/9)</a:t>
          </a:r>
        </a:p>
      </dsp:txBody>
      <dsp:txXfrm>
        <a:off x="1383287" y="511"/>
        <a:ext cx="6812583" cy="1197651"/>
      </dsp:txXfrm>
    </dsp:sp>
    <dsp:sp modelId="{7C9C58EF-8F85-4860-ACD6-AB71F0E1D847}">
      <dsp:nvSpPr>
        <dsp:cNvPr id="0" name=""/>
        <dsp:cNvSpPr/>
      </dsp:nvSpPr>
      <dsp:spPr>
        <a:xfrm>
          <a:off x="0" y="1497576"/>
          <a:ext cx="8195871" cy="11976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38D6F4-E775-49FD-897D-7CDCC1DC9C21}">
      <dsp:nvSpPr>
        <dsp:cNvPr id="0" name=""/>
        <dsp:cNvSpPr/>
      </dsp:nvSpPr>
      <dsp:spPr>
        <a:xfrm>
          <a:off x="362289" y="1767048"/>
          <a:ext cx="658708" cy="6587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22156-44EF-489D-8ECF-F77B79C285CE}">
      <dsp:nvSpPr>
        <dsp:cNvPr id="0" name=""/>
        <dsp:cNvSpPr/>
      </dsp:nvSpPr>
      <dsp:spPr>
        <a:xfrm>
          <a:off x="1383287" y="1497576"/>
          <a:ext cx="681258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Erweiterbar</a:t>
          </a:r>
          <a:r>
            <a:rPr lang="en-US" sz="1800" kern="1200" dirty="0"/>
            <a:t> </a:t>
          </a:r>
          <a:r>
            <a:rPr lang="en-US" sz="1800" kern="1200" dirty="0" err="1"/>
            <a:t>mit</a:t>
          </a:r>
          <a:r>
            <a:rPr lang="en-US" sz="1800" kern="1200" dirty="0"/>
            <a:t> </a:t>
          </a:r>
          <a:r>
            <a:rPr lang="en-US" sz="1800" kern="1200" dirty="0" err="1"/>
            <a:t>leistungsfähigen</a:t>
          </a:r>
          <a:r>
            <a:rPr lang="en-US" sz="1800" kern="1200" dirty="0"/>
            <a:t> </a:t>
          </a:r>
          <a:r>
            <a:rPr lang="en-US" sz="1800" kern="1200" dirty="0" err="1"/>
            <a:t>Grafikkarten</a:t>
          </a:r>
          <a:r>
            <a:rPr lang="en-US" sz="1800" kern="1200" dirty="0"/>
            <a:t> (z. B. NVIDIA RTX, AMD Radeon)</a:t>
          </a:r>
        </a:p>
      </dsp:txBody>
      <dsp:txXfrm>
        <a:off x="1383287" y="1497576"/>
        <a:ext cx="6812583" cy="1197651"/>
      </dsp:txXfrm>
    </dsp:sp>
    <dsp:sp modelId="{9B451C33-765D-4860-9F2C-E39191C8A12F}">
      <dsp:nvSpPr>
        <dsp:cNvPr id="0" name=""/>
        <dsp:cNvSpPr/>
      </dsp:nvSpPr>
      <dsp:spPr>
        <a:xfrm>
          <a:off x="0" y="2994641"/>
          <a:ext cx="8195871" cy="11976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E3D5F-349F-43DF-9243-975164F0F9D0}">
      <dsp:nvSpPr>
        <dsp:cNvPr id="0" name=""/>
        <dsp:cNvSpPr/>
      </dsp:nvSpPr>
      <dsp:spPr>
        <a:xfrm>
          <a:off x="362289" y="3264113"/>
          <a:ext cx="658708" cy="6587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C6561-49CC-4080-9FB8-DFBF3C3AACB8}">
      <dsp:nvSpPr>
        <dsp:cNvPr id="0" name=""/>
        <dsp:cNvSpPr/>
      </dsp:nvSpPr>
      <dsp:spPr>
        <a:xfrm>
          <a:off x="1383287" y="2994641"/>
          <a:ext cx="6812583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Große Arbeitsspeicher (16–64 GB RAM) für Multitasking und komplexe Anwendungen</a:t>
          </a:r>
          <a:endParaRPr lang="en-US" sz="1800" kern="1200" dirty="0"/>
        </a:p>
      </dsp:txBody>
      <dsp:txXfrm>
        <a:off x="1383287" y="2994641"/>
        <a:ext cx="6812583" cy="11976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F93B5-8D71-43B7-8A34-51862F5F0229}">
      <dsp:nvSpPr>
        <dsp:cNvPr id="0" name=""/>
        <dsp:cNvSpPr/>
      </dsp:nvSpPr>
      <dsp:spPr>
        <a:xfrm>
          <a:off x="0" y="1531"/>
          <a:ext cx="8195871" cy="77607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FE797-013F-41F6-8D07-68BCCE305EE8}">
      <dsp:nvSpPr>
        <dsp:cNvPr id="0" name=""/>
        <dsp:cNvSpPr/>
      </dsp:nvSpPr>
      <dsp:spPr>
        <a:xfrm>
          <a:off x="234761" y="176147"/>
          <a:ext cx="426839" cy="4268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16AD8-F8C8-46CC-81ED-4952382EDD38}">
      <dsp:nvSpPr>
        <dsp:cNvPr id="0" name=""/>
        <dsp:cNvSpPr/>
      </dsp:nvSpPr>
      <dsp:spPr>
        <a:xfrm>
          <a:off x="896363" y="1531"/>
          <a:ext cx="7299507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Hohe </a:t>
          </a:r>
          <a:r>
            <a:rPr lang="en-US" sz="2200" kern="1200" dirty="0" err="1"/>
            <a:t>Leistung</a:t>
          </a:r>
          <a:endParaRPr lang="en-US" sz="2200" kern="1200" dirty="0"/>
        </a:p>
      </dsp:txBody>
      <dsp:txXfrm>
        <a:off x="896363" y="1531"/>
        <a:ext cx="7299507" cy="776072"/>
      </dsp:txXfrm>
    </dsp:sp>
    <dsp:sp modelId="{CBA3805C-EC24-408C-85F7-321B1805E1FA}">
      <dsp:nvSpPr>
        <dsp:cNvPr id="0" name=""/>
        <dsp:cNvSpPr/>
      </dsp:nvSpPr>
      <dsp:spPr>
        <a:xfrm>
          <a:off x="0" y="971621"/>
          <a:ext cx="8195871" cy="77607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42CEDE-4C07-4594-99BF-1818155649C0}">
      <dsp:nvSpPr>
        <dsp:cNvPr id="0" name=""/>
        <dsp:cNvSpPr/>
      </dsp:nvSpPr>
      <dsp:spPr>
        <a:xfrm>
          <a:off x="234761" y="1146237"/>
          <a:ext cx="426839" cy="426839"/>
        </a:xfrm>
        <a:prstGeom prst="rect">
          <a:avLst/>
        </a:prstGeom>
        <a:solidFill>
          <a:schemeClr val="accent3">
            <a:hueOff val="3750088"/>
            <a:satOff val="-5627"/>
            <a:lumOff val="-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97E21-B89A-42FC-B6D1-96C9731BEB5E}">
      <dsp:nvSpPr>
        <dsp:cNvPr id="0" name=""/>
        <dsp:cNvSpPr/>
      </dsp:nvSpPr>
      <dsp:spPr>
        <a:xfrm>
          <a:off x="896363" y="971621"/>
          <a:ext cx="7299507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Bessere</a:t>
          </a:r>
          <a:r>
            <a:rPr lang="en-US" sz="2200" kern="1200" dirty="0"/>
            <a:t> </a:t>
          </a:r>
          <a:r>
            <a:rPr lang="en-US" sz="2200" kern="1200" dirty="0" err="1"/>
            <a:t>Kühlung</a:t>
          </a:r>
          <a:r>
            <a:rPr lang="en-US" sz="2200" kern="1200" dirty="0"/>
            <a:t> und </a:t>
          </a:r>
          <a:r>
            <a:rPr lang="en-US" sz="2200" kern="1200" dirty="0" err="1"/>
            <a:t>Ergonomie</a:t>
          </a:r>
          <a:r>
            <a:rPr lang="en-US" sz="2200" kern="1200" dirty="0"/>
            <a:t> </a:t>
          </a:r>
          <a:r>
            <a:rPr lang="en-US" sz="2200" kern="1200" dirty="0" err="1"/>
            <a:t>durch</a:t>
          </a:r>
          <a:r>
            <a:rPr lang="en-US" sz="2200" kern="1200" dirty="0"/>
            <a:t> separate </a:t>
          </a:r>
          <a:r>
            <a:rPr lang="en-US" sz="2200" kern="1200" dirty="0" err="1"/>
            <a:t>Komponenten</a:t>
          </a:r>
          <a:endParaRPr lang="en-US" sz="2200" kern="1200" dirty="0"/>
        </a:p>
      </dsp:txBody>
      <dsp:txXfrm>
        <a:off x="896363" y="971621"/>
        <a:ext cx="7299507" cy="776072"/>
      </dsp:txXfrm>
    </dsp:sp>
    <dsp:sp modelId="{B7373A07-85D2-4FC9-95B2-D8610500871D}">
      <dsp:nvSpPr>
        <dsp:cNvPr id="0" name=""/>
        <dsp:cNvSpPr/>
      </dsp:nvSpPr>
      <dsp:spPr>
        <a:xfrm>
          <a:off x="0" y="1941711"/>
          <a:ext cx="8195871" cy="77607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A22F8-AF4D-4926-994A-994243AB3E0B}">
      <dsp:nvSpPr>
        <dsp:cNvPr id="0" name=""/>
        <dsp:cNvSpPr/>
      </dsp:nvSpPr>
      <dsp:spPr>
        <a:xfrm>
          <a:off x="234761" y="2116327"/>
          <a:ext cx="426839" cy="4268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679BF-7B93-4002-AAB7-EDE11B422FF3}">
      <dsp:nvSpPr>
        <dsp:cNvPr id="0" name=""/>
        <dsp:cNvSpPr/>
      </dsp:nvSpPr>
      <dsp:spPr>
        <a:xfrm>
          <a:off x="896363" y="1941711"/>
          <a:ext cx="7299507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Aufrüstbar und leicht reparierbar</a:t>
          </a:r>
          <a:endParaRPr lang="en-US" sz="2200" kern="1200" dirty="0"/>
        </a:p>
      </dsp:txBody>
      <dsp:txXfrm>
        <a:off x="896363" y="1941711"/>
        <a:ext cx="7299507" cy="776072"/>
      </dsp:txXfrm>
    </dsp:sp>
    <dsp:sp modelId="{C03823D4-651C-4326-88A0-C6A315EA41D1}">
      <dsp:nvSpPr>
        <dsp:cNvPr id="0" name=""/>
        <dsp:cNvSpPr/>
      </dsp:nvSpPr>
      <dsp:spPr>
        <a:xfrm>
          <a:off x="0" y="2911801"/>
          <a:ext cx="8195871" cy="77607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2C4AED-C840-4FF3-9C5C-379D91FC39D3}">
      <dsp:nvSpPr>
        <dsp:cNvPr id="0" name=""/>
        <dsp:cNvSpPr/>
      </dsp:nvSpPr>
      <dsp:spPr>
        <a:xfrm>
          <a:off x="234761" y="3086417"/>
          <a:ext cx="426839" cy="426839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8E150-846B-4D48-956A-37ADB30ED669}">
      <dsp:nvSpPr>
        <dsp:cNvPr id="0" name=""/>
        <dsp:cNvSpPr/>
      </dsp:nvSpPr>
      <dsp:spPr>
        <a:xfrm>
          <a:off x="896363" y="2911801"/>
          <a:ext cx="7299507" cy="776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34" tIns="82134" rIns="82134" bIns="821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Viele Anschlüsse: USB, HDMI, DisplayPort, Ethernet, Audio</a:t>
          </a:r>
          <a:endParaRPr lang="en-US" sz="2200" kern="1200" dirty="0"/>
        </a:p>
      </dsp:txBody>
      <dsp:txXfrm>
        <a:off x="896363" y="2911801"/>
        <a:ext cx="7299507" cy="7760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F8E0DD-C4D6-4646-87A0-4F57D7499676}">
      <dsp:nvSpPr>
        <dsp:cNvPr id="0" name=""/>
        <dsp:cNvSpPr/>
      </dsp:nvSpPr>
      <dsp:spPr>
        <a:xfrm>
          <a:off x="0" y="59102"/>
          <a:ext cx="8195871" cy="823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Relativ</a:t>
          </a:r>
          <a:r>
            <a:rPr lang="en-US" sz="3200" kern="1200" dirty="0"/>
            <a:t> </a:t>
          </a:r>
          <a:r>
            <a:rPr lang="en-US" sz="3200" kern="1200" dirty="0" err="1"/>
            <a:t>hoher</a:t>
          </a:r>
          <a:r>
            <a:rPr lang="en-US" sz="3200" kern="1200" dirty="0"/>
            <a:t> </a:t>
          </a:r>
          <a:r>
            <a:rPr lang="en-US" sz="3200" kern="1200" dirty="0" err="1"/>
            <a:t>Platzverbrauch</a:t>
          </a:r>
          <a:endParaRPr lang="en-US" sz="3200" b="0" kern="1200" dirty="0"/>
        </a:p>
      </dsp:txBody>
      <dsp:txXfrm>
        <a:off x="40209" y="99311"/>
        <a:ext cx="8115453" cy="743262"/>
      </dsp:txXfrm>
    </dsp:sp>
    <dsp:sp modelId="{E761E026-9B36-45EC-80B8-8C472B27F1F3}">
      <dsp:nvSpPr>
        <dsp:cNvPr id="0" name=""/>
        <dsp:cNvSpPr/>
      </dsp:nvSpPr>
      <dsp:spPr>
        <a:xfrm>
          <a:off x="0" y="974942"/>
          <a:ext cx="8195871" cy="823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Hoher </a:t>
          </a:r>
          <a:r>
            <a:rPr lang="en-US" sz="3200" kern="1200" dirty="0" err="1"/>
            <a:t>Energieverbrauch</a:t>
          </a:r>
          <a:endParaRPr lang="en-US" sz="3200" kern="1200" dirty="0"/>
        </a:p>
      </dsp:txBody>
      <dsp:txXfrm>
        <a:off x="40209" y="1015151"/>
        <a:ext cx="8115453" cy="743262"/>
      </dsp:txXfrm>
    </dsp:sp>
    <dsp:sp modelId="{35F29F6E-1D23-4A27-B906-EE3D12828AAC}">
      <dsp:nvSpPr>
        <dsp:cNvPr id="0" name=""/>
        <dsp:cNvSpPr/>
      </dsp:nvSpPr>
      <dsp:spPr>
        <a:xfrm>
          <a:off x="0" y="1890782"/>
          <a:ext cx="8195871" cy="823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Für </a:t>
          </a:r>
          <a:r>
            <a:rPr lang="en-US" sz="3200" kern="1200" dirty="0" err="1"/>
            <a:t>feste</a:t>
          </a:r>
          <a:r>
            <a:rPr lang="en-US" sz="3200" kern="1200" dirty="0"/>
            <a:t> </a:t>
          </a:r>
          <a:r>
            <a:rPr lang="en-US" sz="3200" kern="1200" dirty="0" err="1"/>
            <a:t>Arbeitsplätze</a:t>
          </a:r>
          <a:r>
            <a:rPr lang="en-US" sz="3200" kern="1200" dirty="0"/>
            <a:t> </a:t>
          </a:r>
          <a:r>
            <a:rPr lang="en-US" sz="3200" kern="1200" dirty="0" err="1"/>
            <a:t>gedacht</a:t>
          </a:r>
          <a:endParaRPr lang="en-US" sz="3200" kern="1200" dirty="0"/>
        </a:p>
      </dsp:txBody>
      <dsp:txXfrm>
        <a:off x="40209" y="1930991"/>
        <a:ext cx="8115453" cy="743262"/>
      </dsp:txXfrm>
    </dsp:sp>
    <dsp:sp modelId="{72F764E5-963F-402F-A991-159D1891F545}">
      <dsp:nvSpPr>
        <dsp:cNvPr id="0" name=""/>
        <dsp:cNvSpPr/>
      </dsp:nvSpPr>
      <dsp:spPr>
        <a:xfrm>
          <a:off x="0" y="2806622"/>
          <a:ext cx="8195871" cy="823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b="0" i="0" kern="1200"/>
            <a:t>Braucht zusätzliche Komponenten oder Geräte</a:t>
          </a:r>
          <a:endParaRPr lang="en-US" sz="3200" kern="1200" dirty="0"/>
        </a:p>
      </dsp:txBody>
      <dsp:txXfrm>
        <a:off x="40209" y="2846831"/>
        <a:ext cx="8115453" cy="7432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D6A74-42CD-4814-82B9-593E6B0D13F6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78CD2A-C1FE-468B-96E4-C69BA77C97E9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9DB66-AA13-4BE9-83A4-F16AE8007C59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Einstieg: ca. 500–800 € für Office-PCs</a:t>
          </a:r>
        </a:p>
      </dsp:txBody>
      <dsp:txXfrm>
        <a:off x="46529" y="2703902"/>
        <a:ext cx="2418750" cy="720000"/>
      </dsp:txXfrm>
    </dsp:sp>
    <dsp:sp modelId="{CD6B06AD-00E6-4942-9465-9313697C1B5D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ADFE44-CC95-4A3F-8E8D-AC133DDA9D53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B4C63-85C1-4371-ADFD-93CC0ECC38CF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Mittelklasse: 800–1.500 € für Multimedia und CAD</a:t>
          </a:r>
        </a:p>
      </dsp:txBody>
      <dsp:txXfrm>
        <a:off x="2888560" y="2703902"/>
        <a:ext cx="2418750" cy="720000"/>
      </dsp:txXfrm>
    </dsp:sp>
    <dsp:sp modelId="{0E942521-CC3A-4B10-9CD7-97AA26FE026B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1CAB03-1668-4A78-8F9E-F14ECB89367D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896FA-B70A-4B62-8776-2C4424B817CA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High-End: ab 1.500 € für Gaming, 3D-Design oder KI-Anwendungen</a:t>
          </a:r>
        </a:p>
      </dsp:txBody>
      <dsp:txXfrm>
        <a:off x="5730591" y="2703902"/>
        <a:ext cx="24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3FC67-2E64-4736-9EC0-1A6C07037A8D}">
      <dsp:nvSpPr>
        <dsp:cNvPr id="0" name=""/>
        <dsp:cNvSpPr/>
      </dsp:nvSpPr>
      <dsp:spPr>
        <a:xfrm>
          <a:off x="0" y="13909"/>
          <a:ext cx="3485179" cy="1154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Desktop-PCs sind ideal für leistungsstarke, stationäre Arbeitsplätze</a:t>
          </a:r>
          <a:endParaRPr lang="en-US" sz="2100" kern="1200"/>
        </a:p>
      </dsp:txBody>
      <dsp:txXfrm>
        <a:off x="56372" y="70281"/>
        <a:ext cx="3372435" cy="1042045"/>
      </dsp:txXfrm>
    </dsp:sp>
    <dsp:sp modelId="{5314CD4D-A43E-4175-A1A6-8AF30582B102}">
      <dsp:nvSpPr>
        <dsp:cNvPr id="0" name=""/>
        <dsp:cNvSpPr/>
      </dsp:nvSpPr>
      <dsp:spPr>
        <a:xfrm>
          <a:off x="0" y="1229179"/>
          <a:ext cx="3485179" cy="1154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Sie bieten maximale Flexibilität, Erweiterbarkeit und Stabilität</a:t>
          </a:r>
          <a:endParaRPr lang="en-US" sz="2100" kern="1200"/>
        </a:p>
      </dsp:txBody>
      <dsp:txXfrm>
        <a:off x="56372" y="1285551"/>
        <a:ext cx="3372435" cy="1042045"/>
      </dsp:txXfrm>
    </dsp:sp>
    <dsp:sp modelId="{D7729ACE-65AE-4CCE-8C86-C029D822747E}">
      <dsp:nvSpPr>
        <dsp:cNvPr id="0" name=""/>
        <dsp:cNvSpPr/>
      </dsp:nvSpPr>
      <dsp:spPr>
        <a:xfrm>
          <a:off x="0" y="2444449"/>
          <a:ext cx="3485179" cy="1154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/>
            <a:t>Für mobile Nutzung sind andere Rechnerformen besser geeignet</a:t>
          </a:r>
          <a:endParaRPr lang="en-US" sz="2100" kern="1200"/>
        </a:p>
      </dsp:txBody>
      <dsp:txXfrm>
        <a:off x="56372" y="2500821"/>
        <a:ext cx="3372435" cy="1042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0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16216" y="552182"/>
            <a:ext cx="4499130" cy="3343135"/>
          </a:xfrm>
          <a:noFill/>
        </p:spPr>
        <p:txBody>
          <a:bodyPr>
            <a:normAutofit/>
          </a:bodyPr>
          <a:lstStyle/>
          <a:p>
            <a:pPr algn="l"/>
            <a:r>
              <a:rPr lang="de-DE" sz="4500" dirty="0"/>
              <a:t>Desktop-PC am Arbeitsplatz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16216" y="4067032"/>
            <a:ext cx="4499130" cy="2067068"/>
          </a:xfrm>
          <a:noFill/>
        </p:spPr>
        <p:txBody>
          <a:bodyPr>
            <a:normAutofit/>
          </a:bodyPr>
          <a:lstStyle/>
          <a:p>
            <a:pPr algn="l"/>
            <a:r>
              <a:rPr lang="de-DE" dirty="0"/>
              <a:t>Farid, Florian und Dima</a:t>
            </a:r>
          </a:p>
        </p:txBody>
      </p:sp>
      <p:pic>
        <p:nvPicPr>
          <p:cNvPr id="5" name="Picture 4" descr="Büro mit Computer">
            <a:extLst>
              <a:ext uri="{FF2B5EF4-FFF2-40B4-BE49-F238E27FC236}">
                <a16:creationId xmlns:a16="http://schemas.microsoft.com/office/drawing/2014/main" id="{ED0E783D-CF9A-FEF2-3059-5B3600C3E6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46" r="40601"/>
          <a:stretch>
            <a:fillRect/>
          </a:stretch>
        </p:blipFill>
        <p:spPr>
          <a:xfrm>
            <a:off x="20" y="10"/>
            <a:ext cx="3744733" cy="6857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de-DE" sz="3500">
                <a:solidFill>
                  <a:srgbClr val="FFFFFF"/>
                </a:solidFill>
              </a:rPr>
              <a:t>Was ist ein Desktop-PC?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2F7A352-1104-E0EC-CF94-B3EDA3BC5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177740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de-DE" sz="3500" dirty="0">
                <a:solidFill>
                  <a:srgbClr val="FFFFFF"/>
                </a:solidFill>
              </a:rPr>
              <a:t> Leistungsfähigkeit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604027-2C01-ACB9-2AE0-1F8794BAB0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80658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de-DE" sz="4000" dirty="0">
                <a:solidFill>
                  <a:srgbClr val="FFFFFF"/>
                </a:solidFill>
              </a:rPr>
              <a:t>Vorteile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7B29C2-F4A5-85F5-ABFB-02B787BFC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23664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5E3545-2700-8CA7-7443-EA7A8CC1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C02464B-9AB7-5EED-B5BB-130B615EE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FC126A-2F94-E8EA-540B-FA09EC2C8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888DEF-83D0-5095-5252-115C6121A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78EF9E-F55C-8E38-E40E-94A140D63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1F1A2-EB6B-B3DA-3927-6B3DCB7E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Nachteile</a:t>
            </a:r>
            <a:endParaRPr lang="de-DE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16060E-73EA-4FC3-CBA2-2322A24F91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78490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5429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de-DE" sz="3500" dirty="0">
                <a:solidFill>
                  <a:srgbClr val="FFFFFF"/>
                </a:solidFill>
              </a:rPr>
              <a:t>Kosten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6C581F-2510-797E-BC54-4A2A6CDCD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79756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6" name="Rectangle 2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de-DE" sz="3500"/>
              <a:t>✅ Fazit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E350E1BC-3692-D65F-B920-44A1AEBC9F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1351" y="2743200"/>
          <a:ext cx="3485179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Picture 14" descr="Hände auf Tastatur und Maus">
            <a:extLst>
              <a:ext uri="{FF2B5EF4-FFF2-40B4-BE49-F238E27FC236}">
                <a16:creationId xmlns:a16="http://schemas.microsoft.com/office/drawing/2014/main" id="{A697C065-2D28-0C5D-F248-F73D9D46F4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750" r="19699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189</Words>
  <Application>Microsoft Office PowerPoint</Application>
  <PresentationFormat>Bildschirmpräsentation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Desktop-PC am Arbeitsplatz</vt:lpstr>
      <vt:lpstr>Was ist ein Desktop-PC?</vt:lpstr>
      <vt:lpstr> Leistungsfähigkeit</vt:lpstr>
      <vt:lpstr>Vorteile</vt:lpstr>
      <vt:lpstr>Nachteile</vt:lpstr>
      <vt:lpstr>Kosten</vt:lpstr>
      <vt:lpstr>✅ 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Dima Becker</dc:creator>
  <cp:keywords/>
  <dc:description>generated using python-pptx</dc:description>
  <cp:lastModifiedBy>Dima Becker</cp:lastModifiedBy>
  <cp:revision>13</cp:revision>
  <dcterms:created xsi:type="dcterms:W3CDTF">2013-01-27T09:14:16Z</dcterms:created>
  <dcterms:modified xsi:type="dcterms:W3CDTF">2025-11-04T09:01:56Z</dcterms:modified>
  <cp:category/>
</cp:coreProperties>
</file>