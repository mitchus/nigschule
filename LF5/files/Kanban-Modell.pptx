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63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A7B52A-13BF-4E0A-85DF-DC01FA6E6531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072A31-D0D8-4EF0-9559-E616C8D4D7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Kanban </a:t>
          </a:r>
          <a:r>
            <a:rPr lang="en-US" dirty="0" err="1"/>
            <a:t>ist</a:t>
          </a:r>
          <a:r>
            <a:rPr lang="en-US" dirty="0"/>
            <a:t> </a:t>
          </a:r>
          <a:r>
            <a:rPr lang="en-US" dirty="0" err="1"/>
            <a:t>eine</a:t>
          </a:r>
          <a:r>
            <a:rPr lang="en-US" dirty="0"/>
            <a:t> Methode, um </a:t>
          </a:r>
          <a:r>
            <a:rPr lang="en-US" dirty="0" err="1"/>
            <a:t>Arbeitsabläufe</a:t>
          </a:r>
          <a:r>
            <a:rPr lang="en-US" dirty="0"/>
            <a:t> </a:t>
          </a:r>
          <a:r>
            <a:rPr lang="en-US" dirty="0" err="1"/>
            <a:t>zu</a:t>
          </a:r>
          <a:r>
            <a:rPr lang="en-US" dirty="0"/>
            <a:t> </a:t>
          </a:r>
          <a:r>
            <a:rPr lang="en-US" dirty="0" err="1"/>
            <a:t>verbessern</a:t>
          </a:r>
          <a:endParaRPr lang="en-US" dirty="0"/>
        </a:p>
      </dgm:t>
    </dgm:pt>
    <dgm:pt modelId="{ADF6FBCD-86D3-483E-BA6D-F022FE086760}" type="parTrans" cxnId="{C9C4826A-B152-4CF1-B6ED-2DB1D36B0563}">
      <dgm:prSet/>
      <dgm:spPr/>
      <dgm:t>
        <a:bodyPr/>
        <a:lstStyle/>
        <a:p>
          <a:endParaRPr lang="en-US"/>
        </a:p>
      </dgm:t>
    </dgm:pt>
    <dgm:pt modelId="{66BAE9C5-5EFD-41F4-955B-D9CD6B188271}" type="sibTrans" cxnId="{C9C4826A-B152-4CF1-B6ED-2DB1D36B0563}">
      <dgm:prSet/>
      <dgm:spPr/>
      <dgm:t>
        <a:bodyPr/>
        <a:lstStyle/>
        <a:p>
          <a:endParaRPr lang="en-US"/>
        </a:p>
      </dgm:t>
    </dgm:pt>
    <dgm:pt modelId="{A8F2E29E-F1DA-4F17-BE9F-B7453CADF5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der </a:t>
          </a:r>
          <a:r>
            <a:rPr lang="en-US" dirty="0" err="1"/>
            <a:t>japanischen</a:t>
          </a:r>
          <a:r>
            <a:rPr lang="en-US" dirty="0"/>
            <a:t> </a:t>
          </a:r>
          <a:r>
            <a:rPr lang="en-US" dirty="0" err="1"/>
            <a:t>Automobilindustrie</a:t>
          </a:r>
          <a:r>
            <a:rPr lang="en-US" dirty="0"/>
            <a:t> </a:t>
          </a:r>
          <a:r>
            <a:rPr lang="en-US" dirty="0" err="1"/>
            <a:t>entwickelt</a:t>
          </a:r>
          <a:endParaRPr lang="en-US" dirty="0"/>
        </a:p>
      </dgm:t>
    </dgm:pt>
    <dgm:pt modelId="{29177957-F4D2-41E5-982F-1AD31B257FA6}" type="parTrans" cxnId="{D72BF1F0-E715-4EC3-939A-1B03BFA994BB}">
      <dgm:prSet/>
      <dgm:spPr/>
      <dgm:t>
        <a:bodyPr/>
        <a:lstStyle/>
        <a:p>
          <a:endParaRPr lang="en-US"/>
        </a:p>
      </dgm:t>
    </dgm:pt>
    <dgm:pt modelId="{72CA4043-4D38-4832-AFC4-59736A2F8BE4}" type="sibTrans" cxnId="{D72BF1F0-E715-4EC3-939A-1B03BFA994BB}">
      <dgm:prSet/>
      <dgm:spPr/>
      <dgm:t>
        <a:bodyPr/>
        <a:lstStyle/>
        <a:p>
          <a:endParaRPr lang="en-US"/>
        </a:p>
      </dgm:t>
    </dgm:pt>
    <dgm:pt modelId="{7A7A518A-D147-4A95-B144-22659F2FF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Heute weit verbreitet in der Softwareentwicklung und im Projektmanagement</a:t>
          </a:r>
        </a:p>
      </dgm:t>
    </dgm:pt>
    <dgm:pt modelId="{5F2C5AD8-2AFE-4767-A5BD-02191629CB36}" type="parTrans" cxnId="{B7B631B0-5F61-48B3-8341-12D80B53D270}">
      <dgm:prSet/>
      <dgm:spPr/>
      <dgm:t>
        <a:bodyPr/>
        <a:lstStyle/>
        <a:p>
          <a:endParaRPr lang="en-US"/>
        </a:p>
      </dgm:t>
    </dgm:pt>
    <dgm:pt modelId="{86C22178-C27E-423E-B0B5-2C2BAB9BEDA3}" type="sibTrans" cxnId="{B7B631B0-5F61-48B3-8341-12D80B53D270}">
      <dgm:prSet/>
      <dgm:spPr/>
      <dgm:t>
        <a:bodyPr/>
        <a:lstStyle/>
        <a:p>
          <a:endParaRPr lang="en-US"/>
        </a:p>
      </dgm:t>
    </dgm:pt>
    <dgm:pt modelId="{7BB9BBAD-BFBD-4A97-B5A5-7B48B39157D9}" type="pres">
      <dgm:prSet presAssocID="{32A7B52A-13BF-4E0A-85DF-DC01FA6E6531}" presName="root" presStyleCnt="0">
        <dgm:presLayoutVars>
          <dgm:dir/>
          <dgm:resizeHandles val="exact"/>
        </dgm:presLayoutVars>
      </dgm:prSet>
      <dgm:spPr/>
    </dgm:pt>
    <dgm:pt modelId="{8E996993-96B1-45C2-A8F4-CC138731D412}" type="pres">
      <dgm:prSet presAssocID="{35072A31-D0D8-4EF0-9559-E616C8D4D76E}" presName="compNode" presStyleCnt="0"/>
      <dgm:spPr/>
    </dgm:pt>
    <dgm:pt modelId="{07A3BE98-CF26-4DD9-96C0-FEB888D0CAF9}" type="pres">
      <dgm:prSet presAssocID="{35072A31-D0D8-4EF0-9559-E616C8D4D76E}" presName="bgRect" presStyleLbl="bgShp" presStyleIdx="0" presStyleCnt="3"/>
      <dgm:spPr>
        <a:solidFill>
          <a:schemeClr val="accent1">
            <a:lumMod val="60000"/>
            <a:lumOff val="40000"/>
          </a:schemeClr>
        </a:solidFill>
      </dgm:spPr>
    </dgm:pt>
    <dgm:pt modelId="{855E0096-315D-4F85-985E-D2427A39C08D}" type="pres">
      <dgm:prSet presAssocID="{35072A31-D0D8-4EF0-9559-E616C8D4D7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B780CC23-3E22-4CDC-B905-C76ADAA96D0E}" type="pres">
      <dgm:prSet presAssocID="{35072A31-D0D8-4EF0-9559-E616C8D4D76E}" presName="spaceRect" presStyleCnt="0"/>
      <dgm:spPr/>
    </dgm:pt>
    <dgm:pt modelId="{0CC7AF58-5ADD-4EFD-A061-84453EC796E6}" type="pres">
      <dgm:prSet presAssocID="{35072A31-D0D8-4EF0-9559-E616C8D4D76E}" presName="parTx" presStyleLbl="revTx" presStyleIdx="0" presStyleCnt="3">
        <dgm:presLayoutVars>
          <dgm:chMax val="0"/>
          <dgm:chPref val="0"/>
        </dgm:presLayoutVars>
      </dgm:prSet>
      <dgm:spPr/>
    </dgm:pt>
    <dgm:pt modelId="{84353642-009C-49D8-988C-E39C6FD4FC22}" type="pres">
      <dgm:prSet presAssocID="{66BAE9C5-5EFD-41F4-955B-D9CD6B188271}" presName="sibTrans" presStyleCnt="0"/>
      <dgm:spPr/>
    </dgm:pt>
    <dgm:pt modelId="{B8E1A2B3-5BAD-4481-BF4F-EC773278E716}" type="pres">
      <dgm:prSet presAssocID="{A8F2E29E-F1DA-4F17-BE9F-B7453CADF514}" presName="compNode" presStyleCnt="0"/>
      <dgm:spPr/>
    </dgm:pt>
    <dgm:pt modelId="{D53A1231-1E92-46C8-B167-A9A73716EEE9}" type="pres">
      <dgm:prSet presAssocID="{A8F2E29E-F1DA-4F17-BE9F-B7453CADF514}" presName="bgRect" presStyleLbl="bgShp" presStyleIdx="1" presStyleCnt="3"/>
      <dgm:spPr>
        <a:solidFill>
          <a:schemeClr val="accent1">
            <a:lumMod val="60000"/>
            <a:lumOff val="40000"/>
          </a:schemeClr>
        </a:solidFill>
      </dgm:spPr>
    </dgm:pt>
    <dgm:pt modelId="{A536EBDE-FC99-441B-A67A-23DB416D1E74}" type="pres">
      <dgm:prSet presAssocID="{A8F2E29E-F1DA-4F17-BE9F-B7453CADF5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"/>
        </a:ext>
      </dgm:extLst>
    </dgm:pt>
    <dgm:pt modelId="{ADF74C2B-B942-4F9B-8D85-4504B17E7028}" type="pres">
      <dgm:prSet presAssocID="{A8F2E29E-F1DA-4F17-BE9F-B7453CADF514}" presName="spaceRect" presStyleCnt="0"/>
      <dgm:spPr/>
    </dgm:pt>
    <dgm:pt modelId="{435E1627-A01F-4826-B7D9-33DD43659E79}" type="pres">
      <dgm:prSet presAssocID="{A8F2E29E-F1DA-4F17-BE9F-B7453CADF514}" presName="parTx" presStyleLbl="revTx" presStyleIdx="1" presStyleCnt="3">
        <dgm:presLayoutVars>
          <dgm:chMax val="0"/>
          <dgm:chPref val="0"/>
        </dgm:presLayoutVars>
      </dgm:prSet>
      <dgm:spPr/>
    </dgm:pt>
    <dgm:pt modelId="{BF270671-A9FD-4A97-8429-4DCE9CF405F5}" type="pres">
      <dgm:prSet presAssocID="{72CA4043-4D38-4832-AFC4-59736A2F8BE4}" presName="sibTrans" presStyleCnt="0"/>
      <dgm:spPr/>
    </dgm:pt>
    <dgm:pt modelId="{749A9FFF-E6E2-4BDF-B12A-A8668C804DFD}" type="pres">
      <dgm:prSet presAssocID="{7A7A518A-D147-4A95-B144-22659F2FFCFA}" presName="compNode" presStyleCnt="0"/>
      <dgm:spPr/>
    </dgm:pt>
    <dgm:pt modelId="{6AA18228-F943-4D68-9D15-3DF43E7AAB8D}" type="pres">
      <dgm:prSet presAssocID="{7A7A518A-D147-4A95-B144-22659F2FFCFA}" presName="bgRect" presStyleLbl="bgShp" presStyleIdx="2" presStyleCnt="3"/>
      <dgm:spPr>
        <a:solidFill>
          <a:schemeClr val="accent1">
            <a:lumMod val="60000"/>
            <a:lumOff val="40000"/>
          </a:schemeClr>
        </a:solidFill>
      </dgm:spPr>
    </dgm:pt>
    <dgm:pt modelId="{DC28C4BA-0EF4-4659-ACF2-7FAA76D55876}" type="pres">
      <dgm:prSet presAssocID="{7A7A518A-D147-4A95-B144-22659F2FFC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B7B0ABEC-0F0E-4416-A7EC-C11A9DDB749A}" type="pres">
      <dgm:prSet presAssocID="{7A7A518A-D147-4A95-B144-22659F2FFCFA}" presName="spaceRect" presStyleCnt="0"/>
      <dgm:spPr/>
    </dgm:pt>
    <dgm:pt modelId="{2AB67EDE-56DB-43ED-A432-C56D36F5DB2B}" type="pres">
      <dgm:prSet presAssocID="{7A7A518A-D147-4A95-B144-22659F2FFC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BAC962C-FD2C-44DC-8053-869DB7CF7F02}" type="presOf" srcId="{35072A31-D0D8-4EF0-9559-E616C8D4D76E}" destId="{0CC7AF58-5ADD-4EFD-A061-84453EC796E6}" srcOrd="0" destOrd="0" presId="urn:microsoft.com/office/officeart/2018/2/layout/IconVerticalSolidList"/>
    <dgm:cxn modelId="{88B3FB62-30C2-4E6F-B329-EC398721FB72}" type="presOf" srcId="{A8F2E29E-F1DA-4F17-BE9F-B7453CADF514}" destId="{435E1627-A01F-4826-B7D9-33DD43659E79}" srcOrd="0" destOrd="0" presId="urn:microsoft.com/office/officeart/2018/2/layout/IconVerticalSolidList"/>
    <dgm:cxn modelId="{C9C4826A-B152-4CF1-B6ED-2DB1D36B0563}" srcId="{32A7B52A-13BF-4E0A-85DF-DC01FA6E6531}" destId="{35072A31-D0D8-4EF0-9559-E616C8D4D76E}" srcOrd="0" destOrd="0" parTransId="{ADF6FBCD-86D3-483E-BA6D-F022FE086760}" sibTransId="{66BAE9C5-5EFD-41F4-955B-D9CD6B188271}"/>
    <dgm:cxn modelId="{5AE45F50-382E-4171-9BA0-CE11C693CED8}" type="presOf" srcId="{32A7B52A-13BF-4E0A-85DF-DC01FA6E6531}" destId="{7BB9BBAD-BFBD-4A97-B5A5-7B48B39157D9}" srcOrd="0" destOrd="0" presId="urn:microsoft.com/office/officeart/2018/2/layout/IconVerticalSolidList"/>
    <dgm:cxn modelId="{B7B631B0-5F61-48B3-8341-12D80B53D270}" srcId="{32A7B52A-13BF-4E0A-85DF-DC01FA6E6531}" destId="{7A7A518A-D147-4A95-B144-22659F2FFCFA}" srcOrd="2" destOrd="0" parTransId="{5F2C5AD8-2AFE-4767-A5BD-02191629CB36}" sibTransId="{86C22178-C27E-423E-B0B5-2C2BAB9BEDA3}"/>
    <dgm:cxn modelId="{18BB0FBE-B246-41B8-ABCF-3F4D8E7D7A19}" type="presOf" srcId="{7A7A518A-D147-4A95-B144-22659F2FFCFA}" destId="{2AB67EDE-56DB-43ED-A432-C56D36F5DB2B}" srcOrd="0" destOrd="0" presId="urn:microsoft.com/office/officeart/2018/2/layout/IconVerticalSolidList"/>
    <dgm:cxn modelId="{D72BF1F0-E715-4EC3-939A-1B03BFA994BB}" srcId="{32A7B52A-13BF-4E0A-85DF-DC01FA6E6531}" destId="{A8F2E29E-F1DA-4F17-BE9F-B7453CADF514}" srcOrd="1" destOrd="0" parTransId="{29177957-F4D2-41E5-982F-1AD31B257FA6}" sibTransId="{72CA4043-4D38-4832-AFC4-59736A2F8BE4}"/>
    <dgm:cxn modelId="{E6615527-C63E-439B-81F2-A3AE7BC9956E}" type="presParOf" srcId="{7BB9BBAD-BFBD-4A97-B5A5-7B48B39157D9}" destId="{8E996993-96B1-45C2-A8F4-CC138731D412}" srcOrd="0" destOrd="0" presId="urn:microsoft.com/office/officeart/2018/2/layout/IconVerticalSolidList"/>
    <dgm:cxn modelId="{24A1F18F-AA85-4A89-883E-58999D99F2CA}" type="presParOf" srcId="{8E996993-96B1-45C2-A8F4-CC138731D412}" destId="{07A3BE98-CF26-4DD9-96C0-FEB888D0CAF9}" srcOrd="0" destOrd="0" presId="urn:microsoft.com/office/officeart/2018/2/layout/IconVerticalSolidList"/>
    <dgm:cxn modelId="{CAA85341-77C7-4A40-B9EE-E5E9FCEA7F90}" type="presParOf" srcId="{8E996993-96B1-45C2-A8F4-CC138731D412}" destId="{855E0096-315D-4F85-985E-D2427A39C08D}" srcOrd="1" destOrd="0" presId="urn:microsoft.com/office/officeart/2018/2/layout/IconVerticalSolidList"/>
    <dgm:cxn modelId="{67F6DEA3-19E4-4691-9FA7-E515507B23D7}" type="presParOf" srcId="{8E996993-96B1-45C2-A8F4-CC138731D412}" destId="{B780CC23-3E22-4CDC-B905-C76ADAA96D0E}" srcOrd="2" destOrd="0" presId="urn:microsoft.com/office/officeart/2018/2/layout/IconVerticalSolidList"/>
    <dgm:cxn modelId="{2873AE3B-03F7-4173-BA9C-900E4937C2BB}" type="presParOf" srcId="{8E996993-96B1-45C2-A8F4-CC138731D412}" destId="{0CC7AF58-5ADD-4EFD-A061-84453EC796E6}" srcOrd="3" destOrd="0" presId="urn:microsoft.com/office/officeart/2018/2/layout/IconVerticalSolidList"/>
    <dgm:cxn modelId="{BCB4C0EF-E219-4B1F-B6CD-C954EB85B942}" type="presParOf" srcId="{7BB9BBAD-BFBD-4A97-B5A5-7B48B39157D9}" destId="{84353642-009C-49D8-988C-E39C6FD4FC22}" srcOrd="1" destOrd="0" presId="urn:microsoft.com/office/officeart/2018/2/layout/IconVerticalSolidList"/>
    <dgm:cxn modelId="{D719BDDF-BD88-4336-94D5-8E11D5CD9670}" type="presParOf" srcId="{7BB9BBAD-BFBD-4A97-B5A5-7B48B39157D9}" destId="{B8E1A2B3-5BAD-4481-BF4F-EC773278E716}" srcOrd="2" destOrd="0" presId="urn:microsoft.com/office/officeart/2018/2/layout/IconVerticalSolidList"/>
    <dgm:cxn modelId="{6F63835B-32D6-451F-A15D-7E85CAFCB8D4}" type="presParOf" srcId="{B8E1A2B3-5BAD-4481-BF4F-EC773278E716}" destId="{D53A1231-1E92-46C8-B167-A9A73716EEE9}" srcOrd="0" destOrd="0" presId="urn:microsoft.com/office/officeart/2018/2/layout/IconVerticalSolidList"/>
    <dgm:cxn modelId="{E91CB5E6-BF36-43AD-82BB-DCCF194CD5F6}" type="presParOf" srcId="{B8E1A2B3-5BAD-4481-BF4F-EC773278E716}" destId="{A536EBDE-FC99-441B-A67A-23DB416D1E74}" srcOrd="1" destOrd="0" presId="urn:microsoft.com/office/officeart/2018/2/layout/IconVerticalSolidList"/>
    <dgm:cxn modelId="{0ABACF1D-4EEF-4B25-9D4F-49A364C8DB14}" type="presParOf" srcId="{B8E1A2B3-5BAD-4481-BF4F-EC773278E716}" destId="{ADF74C2B-B942-4F9B-8D85-4504B17E7028}" srcOrd="2" destOrd="0" presId="urn:microsoft.com/office/officeart/2018/2/layout/IconVerticalSolidList"/>
    <dgm:cxn modelId="{BE3A27A6-C197-45C2-AE03-396387C801AC}" type="presParOf" srcId="{B8E1A2B3-5BAD-4481-BF4F-EC773278E716}" destId="{435E1627-A01F-4826-B7D9-33DD43659E79}" srcOrd="3" destOrd="0" presId="urn:microsoft.com/office/officeart/2018/2/layout/IconVerticalSolidList"/>
    <dgm:cxn modelId="{17EA0263-7B2A-434F-B15D-8074C39A7671}" type="presParOf" srcId="{7BB9BBAD-BFBD-4A97-B5A5-7B48B39157D9}" destId="{BF270671-A9FD-4A97-8429-4DCE9CF405F5}" srcOrd="3" destOrd="0" presId="urn:microsoft.com/office/officeart/2018/2/layout/IconVerticalSolidList"/>
    <dgm:cxn modelId="{D544A6B1-E6C1-4294-953E-6A02254B6342}" type="presParOf" srcId="{7BB9BBAD-BFBD-4A97-B5A5-7B48B39157D9}" destId="{749A9FFF-E6E2-4BDF-B12A-A8668C804DFD}" srcOrd="4" destOrd="0" presId="urn:microsoft.com/office/officeart/2018/2/layout/IconVerticalSolidList"/>
    <dgm:cxn modelId="{3CA7A2BE-A41F-45CD-9719-742013C43F1C}" type="presParOf" srcId="{749A9FFF-E6E2-4BDF-B12A-A8668C804DFD}" destId="{6AA18228-F943-4D68-9D15-3DF43E7AAB8D}" srcOrd="0" destOrd="0" presId="urn:microsoft.com/office/officeart/2018/2/layout/IconVerticalSolidList"/>
    <dgm:cxn modelId="{DF8CA87B-CE92-4B7C-87D7-1F24EE5AA4D1}" type="presParOf" srcId="{749A9FFF-E6E2-4BDF-B12A-A8668C804DFD}" destId="{DC28C4BA-0EF4-4659-ACF2-7FAA76D55876}" srcOrd="1" destOrd="0" presId="urn:microsoft.com/office/officeart/2018/2/layout/IconVerticalSolidList"/>
    <dgm:cxn modelId="{CB90112A-9D23-4DA6-A161-5D4540541E05}" type="presParOf" srcId="{749A9FFF-E6E2-4BDF-B12A-A8668C804DFD}" destId="{B7B0ABEC-0F0E-4416-A7EC-C11A9DDB749A}" srcOrd="2" destOrd="0" presId="urn:microsoft.com/office/officeart/2018/2/layout/IconVerticalSolidList"/>
    <dgm:cxn modelId="{BA9EABA6-D7FB-4B26-94E0-23C443DC1669}" type="presParOf" srcId="{749A9FFF-E6E2-4BDF-B12A-A8668C804DFD}" destId="{2AB67EDE-56DB-43ED-A432-C56D36F5DB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CCE897-11B2-41F2-AA60-D107C3040C5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90B61AF-D1BF-4646-BA64-D532A669E493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1. </a:t>
          </a:r>
          <a:r>
            <a:rPr lang="en-US" dirty="0" err="1"/>
            <a:t>Visualisiere</a:t>
          </a:r>
          <a:r>
            <a:rPr lang="en-US" dirty="0"/>
            <a:t> die Arbeit</a:t>
          </a:r>
        </a:p>
      </dgm:t>
    </dgm:pt>
    <dgm:pt modelId="{ECF21622-B19E-4634-87EA-686DAE78848F}" type="parTrans" cxnId="{8DF5CC90-C127-4243-B7AE-6A0377FC49BD}">
      <dgm:prSet/>
      <dgm:spPr/>
      <dgm:t>
        <a:bodyPr/>
        <a:lstStyle/>
        <a:p>
          <a:endParaRPr lang="en-US"/>
        </a:p>
      </dgm:t>
    </dgm:pt>
    <dgm:pt modelId="{8BEAD2F6-2C32-4103-8497-3CD1E4641DE1}" type="sibTrans" cxnId="{8DF5CC90-C127-4243-B7AE-6A0377FC49BD}">
      <dgm:prSet/>
      <dgm:spPr/>
      <dgm:t>
        <a:bodyPr/>
        <a:lstStyle/>
        <a:p>
          <a:endParaRPr lang="en-US"/>
        </a:p>
      </dgm:t>
    </dgm:pt>
    <dgm:pt modelId="{1192381A-14D2-488C-98D1-0E086639EB89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2. </a:t>
          </a:r>
          <a:r>
            <a:rPr lang="en-US" dirty="0" err="1"/>
            <a:t>Begrenze</a:t>
          </a:r>
          <a:r>
            <a:rPr lang="en-US" dirty="0"/>
            <a:t> </a:t>
          </a:r>
          <a:r>
            <a:rPr lang="en-US" dirty="0" err="1"/>
            <a:t>parallele</a:t>
          </a:r>
          <a:r>
            <a:rPr lang="en-US" dirty="0"/>
            <a:t> </a:t>
          </a:r>
          <a:r>
            <a:rPr lang="en-US" dirty="0" err="1"/>
            <a:t>Aufgaben</a:t>
          </a:r>
          <a:r>
            <a:rPr lang="en-US" dirty="0"/>
            <a:t> </a:t>
          </a:r>
        </a:p>
      </dgm:t>
    </dgm:pt>
    <dgm:pt modelId="{6E29F8F5-8798-4342-82E6-158291CF1D7E}" type="parTrans" cxnId="{3EC4550C-4BE0-4776-8F8C-BFDFE6E05A0A}">
      <dgm:prSet/>
      <dgm:spPr/>
      <dgm:t>
        <a:bodyPr/>
        <a:lstStyle/>
        <a:p>
          <a:endParaRPr lang="en-US"/>
        </a:p>
      </dgm:t>
    </dgm:pt>
    <dgm:pt modelId="{DF4FD237-0AB5-48BC-AC82-AD08B636F75F}" type="sibTrans" cxnId="{3EC4550C-4BE0-4776-8F8C-BFDFE6E05A0A}">
      <dgm:prSet/>
      <dgm:spPr/>
      <dgm:t>
        <a:bodyPr/>
        <a:lstStyle/>
        <a:p>
          <a:endParaRPr lang="en-US"/>
        </a:p>
      </dgm:t>
    </dgm:pt>
    <dgm:pt modelId="{8EF9A043-9A02-4A18-A581-410C0900F735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3. </a:t>
          </a:r>
          <a:r>
            <a:rPr lang="en-US" dirty="0" err="1"/>
            <a:t>Steuere</a:t>
          </a:r>
          <a:r>
            <a:rPr lang="en-US" dirty="0"/>
            <a:t> den </a:t>
          </a:r>
          <a:r>
            <a:rPr lang="en-US" dirty="0" err="1"/>
            <a:t>Arbeitsfluss</a:t>
          </a:r>
          <a:endParaRPr lang="en-US" dirty="0"/>
        </a:p>
      </dgm:t>
    </dgm:pt>
    <dgm:pt modelId="{CB04E89F-6D06-467B-BEBA-2D2C675A0CC4}" type="parTrans" cxnId="{8FDE03A3-E7E5-4854-B9D9-83F2550A9511}">
      <dgm:prSet/>
      <dgm:spPr/>
      <dgm:t>
        <a:bodyPr/>
        <a:lstStyle/>
        <a:p>
          <a:endParaRPr lang="en-US"/>
        </a:p>
      </dgm:t>
    </dgm:pt>
    <dgm:pt modelId="{BA5FAA54-CD9A-498E-9E22-C8331D768BDD}" type="sibTrans" cxnId="{8FDE03A3-E7E5-4854-B9D9-83F2550A9511}">
      <dgm:prSet/>
      <dgm:spPr/>
      <dgm:t>
        <a:bodyPr/>
        <a:lstStyle/>
        <a:p>
          <a:endParaRPr lang="en-US"/>
        </a:p>
      </dgm:t>
    </dgm:pt>
    <dgm:pt modelId="{704C6976-DDB6-40FE-BB73-A7C81F2B041B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4. </a:t>
          </a:r>
          <a:r>
            <a:rPr lang="en-US" dirty="0" err="1"/>
            <a:t>Halte</a:t>
          </a:r>
          <a:r>
            <a:rPr lang="en-US" dirty="0"/>
            <a:t> </a:t>
          </a:r>
          <a:r>
            <a:rPr lang="en-US" dirty="0" err="1"/>
            <a:t>Regeln</a:t>
          </a:r>
          <a:r>
            <a:rPr lang="en-US" dirty="0"/>
            <a:t> für die Arbeit </a:t>
          </a:r>
          <a:r>
            <a:rPr lang="en-US" dirty="0" err="1"/>
            <a:t>schriftlich</a:t>
          </a:r>
          <a:r>
            <a:rPr lang="en-US" dirty="0"/>
            <a:t> fest</a:t>
          </a:r>
        </a:p>
      </dgm:t>
    </dgm:pt>
    <dgm:pt modelId="{D716BA76-B7A3-4D20-A4A8-C7426A17E76D}" type="parTrans" cxnId="{EB915F5A-2E2B-4EC4-B263-57FE8E41EAC1}">
      <dgm:prSet/>
      <dgm:spPr/>
      <dgm:t>
        <a:bodyPr/>
        <a:lstStyle/>
        <a:p>
          <a:endParaRPr lang="en-US"/>
        </a:p>
      </dgm:t>
    </dgm:pt>
    <dgm:pt modelId="{82E65713-17A4-4711-96B8-CD9A3399C8E3}" type="sibTrans" cxnId="{EB915F5A-2E2B-4EC4-B263-57FE8E41EAC1}">
      <dgm:prSet/>
      <dgm:spPr/>
      <dgm:t>
        <a:bodyPr/>
        <a:lstStyle/>
        <a:p>
          <a:endParaRPr lang="en-US"/>
        </a:p>
      </dgm:t>
    </dgm:pt>
    <dgm:pt modelId="{0A60A5F4-3F2C-4B25-BDE9-0E6ABFD38F12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5. </a:t>
          </a:r>
          <a:r>
            <a:rPr lang="de-DE" dirty="0"/>
            <a:t>Feedback</a:t>
          </a:r>
          <a:endParaRPr lang="en-US" dirty="0"/>
        </a:p>
      </dgm:t>
    </dgm:pt>
    <dgm:pt modelId="{6059C780-6033-4ECC-AAFA-79A34129E9F5}" type="sibTrans" cxnId="{EB7DB167-DBDC-42E7-A8D9-26767FE38261}">
      <dgm:prSet/>
      <dgm:spPr/>
      <dgm:t>
        <a:bodyPr/>
        <a:lstStyle/>
        <a:p>
          <a:endParaRPr lang="en-US"/>
        </a:p>
      </dgm:t>
    </dgm:pt>
    <dgm:pt modelId="{C6E7BC94-ACDF-4644-AFAA-5481D6A2D668}" type="parTrans" cxnId="{EB7DB167-DBDC-42E7-A8D9-26767FE38261}">
      <dgm:prSet/>
      <dgm:spPr/>
      <dgm:t>
        <a:bodyPr/>
        <a:lstStyle/>
        <a:p>
          <a:endParaRPr lang="en-US"/>
        </a:p>
      </dgm:t>
    </dgm:pt>
    <dgm:pt modelId="{4F533F2C-772B-4C58-9534-93C1856098E3}" type="pres">
      <dgm:prSet presAssocID="{9ECCE897-11B2-41F2-AA60-D107C3040C50}" presName="linear" presStyleCnt="0">
        <dgm:presLayoutVars>
          <dgm:animLvl val="lvl"/>
          <dgm:resizeHandles val="exact"/>
        </dgm:presLayoutVars>
      </dgm:prSet>
      <dgm:spPr/>
    </dgm:pt>
    <dgm:pt modelId="{72D13A42-772D-42A4-9ACF-B6DD5E16F9EF}" type="pres">
      <dgm:prSet presAssocID="{490B61AF-D1BF-4646-BA64-D532A669E49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A93D8D2-6369-4B7A-A3BB-7A4121D90309}" type="pres">
      <dgm:prSet presAssocID="{8BEAD2F6-2C32-4103-8497-3CD1E4641DE1}" presName="spacer" presStyleCnt="0"/>
      <dgm:spPr/>
    </dgm:pt>
    <dgm:pt modelId="{451878C1-29C2-4527-9E88-9AB2293DC604}" type="pres">
      <dgm:prSet presAssocID="{1192381A-14D2-488C-98D1-0E086639EB8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A7CAFC6-9E68-44DD-A785-66AE5FC690D9}" type="pres">
      <dgm:prSet presAssocID="{DF4FD237-0AB5-48BC-AC82-AD08B636F75F}" presName="spacer" presStyleCnt="0"/>
      <dgm:spPr/>
    </dgm:pt>
    <dgm:pt modelId="{330E4419-F251-4F25-A7A8-54712AB4B472}" type="pres">
      <dgm:prSet presAssocID="{8EF9A043-9A02-4A18-A581-410C0900F73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E189F8A-B86B-47E3-A422-B127D0E61C99}" type="pres">
      <dgm:prSet presAssocID="{BA5FAA54-CD9A-498E-9E22-C8331D768BDD}" presName="spacer" presStyleCnt="0"/>
      <dgm:spPr/>
    </dgm:pt>
    <dgm:pt modelId="{F05A46E0-2EFC-4D61-8FA9-53479464D7A2}" type="pres">
      <dgm:prSet presAssocID="{704C6976-DDB6-40FE-BB73-A7C81F2B041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C1BAA2B-FF03-4707-8450-FC50951D01A4}" type="pres">
      <dgm:prSet presAssocID="{82E65713-17A4-4711-96B8-CD9A3399C8E3}" presName="spacer" presStyleCnt="0"/>
      <dgm:spPr/>
    </dgm:pt>
    <dgm:pt modelId="{E7AD408B-03CF-43E8-B64B-0BBAACCD5029}" type="pres">
      <dgm:prSet presAssocID="{0A60A5F4-3F2C-4B25-BDE9-0E6ABFD38F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F1F1301-5CB7-41B5-A575-1ED98E01E5FE}" type="presOf" srcId="{490B61AF-D1BF-4646-BA64-D532A669E493}" destId="{72D13A42-772D-42A4-9ACF-B6DD5E16F9EF}" srcOrd="0" destOrd="0" presId="urn:microsoft.com/office/officeart/2005/8/layout/vList2"/>
    <dgm:cxn modelId="{3EC4550C-4BE0-4776-8F8C-BFDFE6E05A0A}" srcId="{9ECCE897-11B2-41F2-AA60-D107C3040C50}" destId="{1192381A-14D2-488C-98D1-0E086639EB89}" srcOrd="1" destOrd="0" parTransId="{6E29F8F5-8798-4342-82E6-158291CF1D7E}" sibTransId="{DF4FD237-0AB5-48BC-AC82-AD08B636F75F}"/>
    <dgm:cxn modelId="{09A5C927-1748-4EDE-89DE-E29DDF87AAEE}" type="presOf" srcId="{1192381A-14D2-488C-98D1-0E086639EB89}" destId="{451878C1-29C2-4527-9E88-9AB2293DC604}" srcOrd="0" destOrd="0" presId="urn:microsoft.com/office/officeart/2005/8/layout/vList2"/>
    <dgm:cxn modelId="{694A822E-8B42-43E6-8CAC-1F519B00E232}" type="presOf" srcId="{0A60A5F4-3F2C-4B25-BDE9-0E6ABFD38F12}" destId="{E7AD408B-03CF-43E8-B64B-0BBAACCD5029}" srcOrd="0" destOrd="0" presId="urn:microsoft.com/office/officeart/2005/8/layout/vList2"/>
    <dgm:cxn modelId="{D918E162-E9CF-4DB0-9517-EED60843D561}" type="presOf" srcId="{9ECCE897-11B2-41F2-AA60-D107C3040C50}" destId="{4F533F2C-772B-4C58-9534-93C1856098E3}" srcOrd="0" destOrd="0" presId="urn:microsoft.com/office/officeart/2005/8/layout/vList2"/>
    <dgm:cxn modelId="{EB7DB167-DBDC-42E7-A8D9-26767FE38261}" srcId="{9ECCE897-11B2-41F2-AA60-D107C3040C50}" destId="{0A60A5F4-3F2C-4B25-BDE9-0E6ABFD38F12}" srcOrd="4" destOrd="0" parTransId="{C6E7BC94-ACDF-4644-AFAA-5481D6A2D668}" sibTransId="{6059C780-6033-4ECC-AAFA-79A34129E9F5}"/>
    <dgm:cxn modelId="{3B94A971-486E-45E7-9A4C-BB874941DFEA}" type="presOf" srcId="{8EF9A043-9A02-4A18-A581-410C0900F735}" destId="{330E4419-F251-4F25-A7A8-54712AB4B472}" srcOrd="0" destOrd="0" presId="urn:microsoft.com/office/officeart/2005/8/layout/vList2"/>
    <dgm:cxn modelId="{EB915F5A-2E2B-4EC4-B263-57FE8E41EAC1}" srcId="{9ECCE897-11B2-41F2-AA60-D107C3040C50}" destId="{704C6976-DDB6-40FE-BB73-A7C81F2B041B}" srcOrd="3" destOrd="0" parTransId="{D716BA76-B7A3-4D20-A4A8-C7426A17E76D}" sibTransId="{82E65713-17A4-4711-96B8-CD9A3399C8E3}"/>
    <dgm:cxn modelId="{8DF5CC90-C127-4243-B7AE-6A0377FC49BD}" srcId="{9ECCE897-11B2-41F2-AA60-D107C3040C50}" destId="{490B61AF-D1BF-4646-BA64-D532A669E493}" srcOrd="0" destOrd="0" parTransId="{ECF21622-B19E-4634-87EA-686DAE78848F}" sibTransId="{8BEAD2F6-2C32-4103-8497-3CD1E4641DE1}"/>
    <dgm:cxn modelId="{8FDE03A3-E7E5-4854-B9D9-83F2550A9511}" srcId="{9ECCE897-11B2-41F2-AA60-D107C3040C50}" destId="{8EF9A043-9A02-4A18-A581-410C0900F735}" srcOrd="2" destOrd="0" parTransId="{CB04E89F-6D06-467B-BEBA-2D2C675A0CC4}" sibTransId="{BA5FAA54-CD9A-498E-9E22-C8331D768BDD}"/>
    <dgm:cxn modelId="{D6B47CF2-667B-4C54-9D98-139D2CB159DB}" type="presOf" srcId="{704C6976-DDB6-40FE-BB73-A7C81F2B041B}" destId="{F05A46E0-2EFC-4D61-8FA9-53479464D7A2}" srcOrd="0" destOrd="0" presId="urn:microsoft.com/office/officeart/2005/8/layout/vList2"/>
    <dgm:cxn modelId="{9C812989-91F3-4896-B90B-3C1B265D916D}" type="presParOf" srcId="{4F533F2C-772B-4C58-9534-93C1856098E3}" destId="{72D13A42-772D-42A4-9ACF-B6DD5E16F9EF}" srcOrd="0" destOrd="0" presId="urn:microsoft.com/office/officeart/2005/8/layout/vList2"/>
    <dgm:cxn modelId="{DF5B9F04-1317-4590-9B9E-1137B25D83B0}" type="presParOf" srcId="{4F533F2C-772B-4C58-9534-93C1856098E3}" destId="{4A93D8D2-6369-4B7A-A3BB-7A4121D90309}" srcOrd="1" destOrd="0" presId="urn:microsoft.com/office/officeart/2005/8/layout/vList2"/>
    <dgm:cxn modelId="{4AA95D3B-363A-42B1-A7AB-E48F2B87EB68}" type="presParOf" srcId="{4F533F2C-772B-4C58-9534-93C1856098E3}" destId="{451878C1-29C2-4527-9E88-9AB2293DC604}" srcOrd="2" destOrd="0" presId="urn:microsoft.com/office/officeart/2005/8/layout/vList2"/>
    <dgm:cxn modelId="{C25CD2B5-7DA4-4596-9CE5-9F017557A0C6}" type="presParOf" srcId="{4F533F2C-772B-4C58-9534-93C1856098E3}" destId="{1A7CAFC6-9E68-44DD-A785-66AE5FC690D9}" srcOrd="3" destOrd="0" presId="urn:microsoft.com/office/officeart/2005/8/layout/vList2"/>
    <dgm:cxn modelId="{6E21D3B7-3C10-4514-A3BB-65DC1A04C98F}" type="presParOf" srcId="{4F533F2C-772B-4C58-9534-93C1856098E3}" destId="{330E4419-F251-4F25-A7A8-54712AB4B472}" srcOrd="4" destOrd="0" presId="urn:microsoft.com/office/officeart/2005/8/layout/vList2"/>
    <dgm:cxn modelId="{E01BC4C0-F3D9-4A68-B7FA-DC6E1491D5D8}" type="presParOf" srcId="{4F533F2C-772B-4C58-9534-93C1856098E3}" destId="{3E189F8A-B86B-47E3-A422-B127D0E61C99}" srcOrd="5" destOrd="0" presId="urn:microsoft.com/office/officeart/2005/8/layout/vList2"/>
    <dgm:cxn modelId="{A7AA173D-5D58-40A9-BE77-68112C1494A4}" type="presParOf" srcId="{4F533F2C-772B-4C58-9534-93C1856098E3}" destId="{F05A46E0-2EFC-4D61-8FA9-53479464D7A2}" srcOrd="6" destOrd="0" presId="urn:microsoft.com/office/officeart/2005/8/layout/vList2"/>
    <dgm:cxn modelId="{F3502322-379D-4E5A-8149-FCDFB5EF5073}" type="presParOf" srcId="{4F533F2C-772B-4C58-9534-93C1856098E3}" destId="{6C1BAA2B-FF03-4707-8450-FC50951D01A4}" srcOrd="7" destOrd="0" presId="urn:microsoft.com/office/officeart/2005/8/layout/vList2"/>
    <dgm:cxn modelId="{A955C89D-DC5A-42F3-9B4A-27D1FA591237}" type="presParOf" srcId="{4F533F2C-772B-4C58-9534-93C1856098E3}" destId="{E7AD408B-03CF-43E8-B64B-0BBAACCD502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AEC7C6-E4EA-4E4B-8B4B-48A5BB44DA03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18A9FF-EF40-4CB3-9980-6B1FD498A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Guter </a:t>
          </a:r>
          <a:r>
            <a:rPr lang="en-US" dirty="0" err="1"/>
            <a:t>Überblick</a:t>
          </a:r>
          <a:r>
            <a:rPr lang="en-US" dirty="0"/>
            <a:t> </a:t>
          </a:r>
          <a:r>
            <a:rPr lang="en-US" dirty="0" err="1"/>
            <a:t>über</a:t>
          </a:r>
          <a:r>
            <a:rPr lang="en-US" dirty="0"/>
            <a:t> alle </a:t>
          </a:r>
          <a:r>
            <a:rPr lang="en-US" dirty="0" err="1"/>
            <a:t>Aufgaben</a:t>
          </a:r>
          <a:endParaRPr lang="en-US" dirty="0"/>
        </a:p>
      </dgm:t>
    </dgm:pt>
    <dgm:pt modelId="{0E60E7B8-64B5-4ABB-83EB-98BB18BA1F82}" type="parTrans" cxnId="{C70D66E8-E781-4E1E-9CE1-A39C062A401F}">
      <dgm:prSet/>
      <dgm:spPr/>
      <dgm:t>
        <a:bodyPr/>
        <a:lstStyle/>
        <a:p>
          <a:endParaRPr lang="en-US"/>
        </a:p>
      </dgm:t>
    </dgm:pt>
    <dgm:pt modelId="{1FAEE448-0A69-4601-8232-97E0F50EFEAD}" type="sibTrans" cxnId="{C70D66E8-E781-4E1E-9CE1-A39C062A401F}">
      <dgm:prSet/>
      <dgm:spPr/>
      <dgm:t>
        <a:bodyPr/>
        <a:lstStyle/>
        <a:p>
          <a:endParaRPr lang="en-US"/>
        </a:p>
      </dgm:t>
    </dgm:pt>
    <dgm:pt modelId="{58650015-8C6C-46CE-A54F-BFB71C5A9A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Besseres</a:t>
          </a:r>
          <a:r>
            <a:rPr lang="en-US" dirty="0"/>
            <a:t> </a:t>
          </a:r>
          <a:r>
            <a:rPr lang="en-US" dirty="0" err="1"/>
            <a:t>Zeitmanagement</a:t>
          </a:r>
          <a:endParaRPr lang="en-US" dirty="0"/>
        </a:p>
      </dgm:t>
    </dgm:pt>
    <dgm:pt modelId="{EDABF0A1-F7BB-4B65-ABBA-01AE043FFF0B}" type="parTrans" cxnId="{36D9A4F6-4D45-479F-97B7-2F1EAC6B75E4}">
      <dgm:prSet/>
      <dgm:spPr/>
      <dgm:t>
        <a:bodyPr/>
        <a:lstStyle/>
        <a:p>
          <a:endParaRPr lang="en-US"/>
        </a:p>
      </dgm:t>
    </dgm:pt>
    <dgm:pt modelId="{3970761B-E4A3-4E46-9801-2A5876EEFF1D}" type="sibTrans" cxnId="{36D9A4F6-4D45-479F-97B7-2F1EAC6B75E4}">
      <dgm:prSet/>
      <dgm:spPr/>
      <dgm:t>
        <a:bodyPr/>
        <a:lstStyle/>
        <a:p>
          <a:endParaRPr lang="en-US"/>
        </a:p>
      </dgm:t>
    </dgm:pt>
    <dgm:pt modelId="{C4239545-A166-48E6-AE04-262E9CAB99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Bessere</a:t>
          </a:r>
          <a:r>
            <a:rPr lang="en-US" dirty="0"/>
            <a:t> Zusammenarbeit </a:t>
          </a:r>
          <a:r>
            <a:rPr lang="en-US" dirty="0" err="1"/>
            <a:t>im</a:t>
          </a:r>
          <a:r>
            <a:rPr lang="en-US" dirty="0"/>
            <a:t> Team</a:t>
          </a:r>
        </a:p>
      </dgm:t>
    </dgm:pt>
    <dgm:pt modelId="{4914F4B2-E6F7-47F4-8C9C-CFBCFD80CC89}" type="parTrans" cxnId="{9D3FFFE5-5F49-41BA-91C3-1C18E9F73CD8}">
      <dgm:prSet/>
      <dgm:spPr/>
      <dgm:t>
        <a:bodyPr/>
        <a:lstStyle/>
        <a:p>
          <a:endParaRPr lang="en-US"/>
        </a:p>
      </dgm:t>
    </dgm:pt>
    <dgm:pt modelId="{EB4410CA-22AE-43E6-8046-F34DE196D642}" type="sibTrans" cxnId="{9D3FFFE5-5F49-41BA-91C3-1C18E9F73CD8}">
      <dgm:prSet/>
      <dgm:spPr/>
      <dgm:t>
        <a:bodyPr/>
        <a:lstStyle/>
        <a:p>
          <a:endParaRPr lang="en-US"/>
        </a:p>
      </dgm:t>
    </dgm:pt>
    <dgm:pt modelId="{634E765D-E476-4098-AAC0-668C0E969E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Einfach</a:t>
          </a:r>
          <a:r>
            <a:rPr lang="en-US" dirty="0"/>
            <a:t> </a:t>
          </a:r>
          <a:r>
            <a:rPr lang="en-US" dirty="0" err="1"/>
            <a:t>zu</a:t>
          </a:r>
          <a:r>
            <a:rPr lang="en-US" dirty="0"/>
            <a:t> </a:t>
          </a:r>
          <a:r>
            <a:rPr lang="en-US" dirty="0" err="1"/>
            <a:t>starten</a:t>
          </a:r>
          <a:r>
            <a:rPr lang="en-US" dirty="0"/>
            <a:t> und gut </a:t>
          </a:r>
          <a:r>
            <a:rPr lang="en-US" dirty="0" err="1"/>
            <a:t>anpassbar</a:t>
          </a:r>
          <a:endParaRPr lang="en-US" dirty="0"/>
        </a:p>
      </dgm:t>
    </dgm:pt>
    <dgm:pt modelId="{2C874815-3D56-443D-859F-47D29BFB8E08}" type="parTrans" cxnId="{AEF23632-E019-4D7A-9D34-7B8A2D58017B}">
      <dgm:prSet/>
      <dgm:spPr/>
      <dgm:t>
        <a:bodyPr/>
        <a:lstStyle/>
        <a:p>
          <a:endParaRPr lang="en-US"/>
        </a:p>
      </dgm:t>
    </dgm:pt>
    <dgm:pt modelId="{8DEEB183-12A7-49B3-B09E-B6A74DAE6AC1}" type="sibTrans" cxnId="{AEF23632-E019-4D7A-9D34-7B8A2D58017B}">
      <dgm:prSet/>
      <dgm:spPr/>
      <dgm:t>
        <a:bodyPr/>
        <a:lstStyle/>
        <a:p>
          <a:endParaRPr lang="en-US"/>
        </a:p>
      </dgm:t>
    </dgm:pt>
    <dgm:pt modelId="{86BA29CB-56D5-4FB7-91D9-729410DE4012}" type="pres">
      <dgm:prSet presAssocID="{46AEC7C6-E4EA-4E4B-8B4B-48A5BB44DA03}" presName="root" presStyleCnt="0">
        <dgm:presLayoutVars>
          <dgm:dir/>
          <dgm:resizeHandles val="exact"/>
        </dgm:presLayoutVars>
      </dgm:prSet>
      <dgm:spPr/>
    </dgm:pt>
    <dgm:pt modelId="{4989F900-8838-44A6-84E8-45B5CD167767}" type="pres">
      <dgm:prSet presAssocID="{A418A9FF-EF40-4CB3-9980-6B1FD498A8B3}" presName="compNode" presStyleCnt="0"/>
      <dgm:spPr/>
    </dgm:pt>
    <dgm:pt modelId="{BBA46B02-704D-424D-8E1F-F61245C64BAD}" type="pres">
      <dgm:prSet presAssocID="{A418A9FF-EF40-4CB3-9980-6B1FD498A8B3}" presName="bgRect" presStyleLbl="bgShp" presStyleIdx="0" presStyleCnt="4"/>
      <dgm:spPr/>
    </dgm:pt>
    <dgm:pt modelId="{DADE8163-1B94-4874-A487-A00BA96EF09F}" type="pres">
      <dgm:prSet presAssocID="{A418A9FF-EF40-4CB3-9980-6B1FD498A8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44D3437-C1E3-4C67-A03B-1BA6254DD3DE}" type="pres">
      <dgm:prSet presAssocID="{A418A9FF-EF40-4CB3-9980-6B1FD498A8B3}" presName="spaceRect" presStyleCnt="0"/>
      <dgm:spPr/>
    </dgm:pt>
    <dgm:pt modelId="{C655B079-9A2D-4294-856B-E6AF62E83980}" type="pres">
      <dgm:prSet presAssocID="{A418A9FF-EF40-4CB3-9980-6B1FD498A8B3}" presName="parTx" presStyleLbl="revTx" presStyleIdx="0" presStyleCnt="4">
        <dgm:presLayoutVars>
          <dgm:chMax val="0"/>
          <dgm:chPref val="0"/>
        </dgm:presLayoutVars>
      </dgm:prSet>
      <dgm:spPr/>
    </dgm:pt>
    <dgm:pt modelId="{CA5D4AEB-3126-430D-A998-22F0A8198146}" type="pres">
      <dgm:prSet presAssocID="{1FAEE448-0A69-4601-8232-97E0F50EFEAD}" presName="sibTrans" presStyleCnt="0"/>
      <dgm:spPr/>
    </dgm:pt>
    <dgm:pt modelId="{71660F14-7668-40D2-800A-30C40B485467}" type="pres">
      <dgm:prSet presAssocID="{58650015-8C6C-46CE-A54F-BFB71C5A9AA8}" presName="compNode" presStyleCnt="0"/>
      <dgm:spPr/>
    </dgm:pt>
    <dgm:pt modelId="{96E55E31-CEF9-4D70-94E9-1236B88766EE}" type="pres">
      <dgm:prSet presAssocID="{58650015-8C6C-46CE-A54F-BFB71C5A9AA8}" presName="bgRect" presStyleLbl="bgShp" presStyleIdx="1" presStyleCnt="4"/>
      <dgm:spPr/>
    </dgm:pt>
    <dgm:pt modelId="{FCB07F14-08C0-4220-9635-58CC79E23A78}" type="pres">
      <dgm:prSet presAssocID="{58650015-8C6C-46CE-A54F-BFB71C5A9A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D961AEB0-B846-47D4-A9EC-D4444F6668A6}" type="pres">
      <dgm:prSet presAssocID="{58650015-8C6C-46CE-A54F-BFB71C5A9AA8}" presName="spaceRect" presStyleCnt="0"/>
      <dgm:spPr/>
    </dgm:pt>
    <dgm:pt modelId="{DE9F5D13-C379-45AB-9EC3-B60110F5780E}" type="pres">
      <dgm:prSet presAssocID="{58650015-8C6C-46CE-A54F-BFB71C5A9AA8}" presName="parTx" presStyleLbl="revTx" presStyleIdx="1" presStyleCnt="4">
        <dgm:presLayoutVars>
          <dgm:chMax val="0"/>
          <dgm:chPref val="0"/>
        </dgm:presLayoutVars>
      </dgm:prSet>
      <dgm:spPr/>
    </dgm:pt>
    <dgm:pt modelId="{F083635A-076A-4495-BADF-84E88E1F2AF9}" type="pres">
      <dgm:prSet presAssocID="{3970761B-E4A3-4E46-9801-2A5876EEFF1D}" presName="sibTrans" presStyleCnt="0"/>
      <dgm:spPr/>
    </dgm:pt>
    <dgm:pt modelId="{3C713213-D4B2-4FBA-8CE9-93E793BF4458}" type="pres">
      <dgm:prSet presAssocID="{C4239545-A166-48E6-AE04-262E9CAB9958}" presName="compNode" presStyleCnt="0"/>
      <dgm:spPr/>
    </dgm:pt>
    <dgm:pt modelId="{A9A569A0-1154-407F-B9D3-9E3C8FE00373}" type="pres">
      <dgm:prSet presAssocID="{C4239545-A166-48E6-AE04-262E9CAB9958}" presName="bgRect" presStyleLbl="bgShp" presStyleIdx="2" presStyleCnt="4"/>
      <dgm:spPr/>
    </dgm:pt>
    <dgm:pt modelId="{5C7E4239-9103-45C2-A0FE-943694D6D47F}" type="pres">
      <dgm:prSet presAssocID="{C4239545-A166-48E6-AE04-262E9CAB99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eren"/>
        </a:ext>
      </dgm:extLst>
    </dgm:pt>
    <dgm:pt modelId="{5200B4FA-FD08-4F74-A7D7-AEFE41BE03C0}" type="pres">
      <dgm:prSet presAssocID="{C4239545-A166-48E6-AE04-262E9CAB9958}" presName="spaceRect" presStyleCnt="0"/>
      <dgm:spPr/>
    </dgm:pt>
    <dgm:pt modelId="{5AAFBB8F-016E-43A3-A397-1E6D75699B55}" type="pres">
      <dgm:prSet presAssocID="{C4239545-A166-48E6-AE04-262E9CAB9958}" presName="parTx" presStyleLbl="revTx" presStyleIdx="2" presStyleCnt="4">
        <dgm:presLayoutVars>
          <dgm:chMax val="0"/>
          <dgm:chPref val="0"/>
        </dgm:presLayoutVars>
      </dgm:prSet>
      <dgm:spPr/>
    </dgm:pt>
    <dgm:pt modelId="{0816A878-B807-4703-95F7-18D081D71E2C}" type="pres">
      <dgm:prSet presAssocID="{EB4410CA-22AE-43E6-8046-F34DE196D642}" presName="sibTrans" presStyleCnt="0"/>
      <dgm:spPr/>
    </dgm:pt>
    <dgm:pt modelId="{2359C96D-F521-4BB8-B399-A91EF7D0CEA1}" type="pres">
      <dgm:prSet presAssocID="{634E765D-E476-4098-AAC0-668C0E969EC3}" presName="compNode" presStyleCnt="0"/>
      <dgm:spPr/>
    </dgm:pt>
    <dgm:pt modelId="{BECB79DD-ED1E-433B-BB34-9A60834D229A}" type="pres">
      <dgm:prSet presAssocID="{634E765D-E476-4098-AAC0-668C0E969EC3}" presName="bgRect" presStyleLbl="bgShp" presStyleIdx="3" presStyleCnt="4"/>
      <dgm:spPr/>
    </dgm:pt>
    <dgm:pt modelId="{21BA0FCA-C96B-4E7A-BE6F-F7526F1C26C7}" type="pres">
      <dgm:prSet presAssocID="{634E765D-E476-4098-AAC0-668C0E969E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A32EF54-2A9A-4053-A9B0-6B07261C1BD3}" type="pres">
      <dgm:prSet presAssocID="{634E765D-E476-4098-AAC0-668C0E969EC3}" presName="spaceRect" presStyleCnt="0"/>
      <dgm:spPr/>
    </dgm:pt>
    <dgm:pt modelId="{DAA31451-977C-4942-B86A-68AD97F4591C}" type="pres">
      <dgm:prSet presAssocID="{634E765D-E476-4098-AAC0-668C0E969EC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EF23632-E019-4D7A-9D34-7B8A2D58017B}" srcId="{46AEC7C6-E4EA-4E4B-8B4B-48A5BB44DA03}" destId="{634E765D-E476-4098-AAC0-668C0E969EC3}" srcOrd="3" destOrd="0" parTransId="{2C874815-3D56-443D-859F-47D29BFB8E08}" sibTransId="{8DEEB183-12A7-49B3-B09E-B6A74DAE6AC1}"/>
    <dgm:cxn modelId="{50E38967-021A-46E2-AB60-BFA0A8D2E6DC}" type="presOf" srcId="{58650015-8C6C-46CE-A54F-BFB71C5A9AA8}" destId="{DE9F5D13-C379-45AB-9EC3-B60110F5780E}" srcOrd="0" destOrd="0" presId="urn:microsoft.com/office/officeart/2018/2/layout/IconVerticalSolidList"/>
    <dgm:cxn modelId="{E9CF8E5A-3654-4A0B-94B4-1C46D0083583}" type="presOf" srcId="{46AEC7C6-E4EA-4E4B-8B4B-48A5BB44DA03}" destId="{86BA29CB-56D5-4FB7-91D9-729410DE4012}" srcOrd="0" destOrd="0" presId="urn:microsoft.com/office/officeart/2018/2/layout/IconVerticalSolidList"/>
    <dgm:cxn modelId="{F21A77CF-1511-4AD1-827C-D64C90832A21}" type="presOf" srcId="{A418A9FF-EF40-4CB3-9980-6B1FD498A8B3}" destId="{C655B079-9A2D-4294-856B-E6AF62E83980}" srcOrd="0" destOrd="0" presId="urn:microsoft.com/office/officeart/2018/2/layout/IconVerticalSolidList"/>
    <dgm:cxn modelId="{9D3FFFE5-5F49-41BA-91C3-1C18E9F73CD8}" srcId="{46AEC7C6-E4EA-4E4B-8B4B-48A5BB44DA03}" destId="{C4239545-A166-48E6-AE04-262E9CAB9958}" srcOrd="2" destOrd="0" parTransId="{4914F4B2-E6F7-47F4-8C9C-CFBCFD80CC89}" sibTransId="{EB4410CA-22AE-43E6-8046-F34DE196D642}"/>
    <dgm:cxn modelId="{C70D66E8-E781-4E1E-9CE1-A39C062A401F}" srcId="{46AEC7C6-E4EA-4E4B-8B4B-48A5BB44DA03}" destId="{A418A9FF-EF40-4CB3-9980-6B1FD498A8B3}" srcOrd="0" destOrd="0" parTransId="{0E60E7B8-64B5-4ABB-83EB-98BB18BA1F82}" sibTransId="{1FAEE448-0A69-4601-8232-97E0F50EFEAD}"/>
    <dgm:cxn modelId="{36D9A4F6-4D45-479F-97B7-2F1EAC6B75E4}" srcId="{46AEC7C6-E4EA-4E4B-8B4B-48A5BB44DA03}" destId="{58650015-8C6C-46CE-A54F-BFB71C5A9AA8}" srcOrd="1" destOrd="0" parTransId="{EDABF0A1-F7BB-4B65-ABBA-01AE043FFF0B}" sibTransId="{3970761B-E4A3-4E46-9801-2A5876EEFF1D}"/>
    <dgm:cxn modelId="{CDE4FDF8-EF97-48E5-99D0-C76A5F7D8FAC}" type="presOf" srcId="{C4239545-A166-48E6-AE04-262E9CAB9958}" destId="{5AAFBB8F-016E-43A3-A397-1E6D75699B55}" srcOrd="0" destOrd="0" presId="urn:microsoft.com/office/officeart/2018/2/layout/IconVerticalSolidList"/>
    <dgm:cxn modelId="{4D5CA8F9-A99E-4E23-A9A4-6F650F00287E}" type="presOf" srcId="{634E765D-E476-4098-AAC0-668C0E969EC3}" destId="{DAA31451-977C-4942-B86A-68AD97F4591C}" srcOrd="0" destOrd="0" presId="urn:microsoft.com/office/officeart/2018/2/layout/IconVerticalSolidList"/>
    <dgm:cxn modelId="{BC1AC33C-1946-47ED-B874-DE1FEBA073C3}" type="presParOf" srcId="{86BA29CB-56D5-4FB7-91D9-729410DE4012}" destId="{4989F900-8838-44A6-84E8-45B5CD167767}" srcOrd="0" destOrd="0" presId="urn:microsoft.com/office/officeart/2018/2/layout/IconVerticalSolidList"/>
    <dgm:cxn modelId="{E67C98B7-51FB-4C9D-B9FD-8948777627ED}" type="presParOf" srcId="{4989F900-8838-44A6-84E8-45B5CD167767}" destId="{BBA46B02-704D-424D-8E1F-F61245C64BAD}" srcOrd="0" destOrd="0" presId="urn:microsoft.com/office/officeart/2018/2/layout/IconVerticalSolidList"/>
    <dgm:cxn modelId="{2ED2B157-5B40-41B8-A16E-D2E6AE10B9C7}" type="presParOf" srcId="{4989F900-8838-44A6-84E8-45B5CD167767}" destId="{DADE8163-1B94-4874-A487-A00BA96EF09F}" srcOrd="1" destOrd="0" presId="urn:microsoft.com/office/officeart/2018/2/layout/IconVerticalSolidList"/>
    <dgm:cxn modelId="{1BF69E08-8D09-4FCE-9355-DED45602E71A}" type="presParOf" srcId="{4989F900-8838-44A6-84E8-45B5CD167767}" destId="{F44D3437-C1E3-4C67-A03B-1BA6254DD3DE}" srcOrd="2" destOrd="0" presId="urn:microsoft.com/office/officeart/2018/2/layout/IconVerticalSolidList"/>
    <dgm:cxn modelId="{218AACB8-29D9-4DCF-B689-818529C6E519}" type="presParOf" srcId="{4989F900-8838-44A6-84E8-45B5CD167767}" destId="{C655B079-9A2D-4294-856B-E6AF62E83980}" srcOrd="3" destOrd="0" presId="urn:microsoft.com/office/officeart/2018/2/layout/IconVerticalSolidList"/>
    <dgm:cxn modelId="{3C8469AE-0AE6-4533-A3A9-6726A964CEBC}" type="presParOf" srcId="{86BA29CB-56D5-4FB7-91D9-729410DE4012}" destId="{CA5D4AEB-3126-430D-A998-22F0A8198146}" srcOrd="1" destOrd="0" presId="urn:microsoft.com/office/officeart/2018/2/layout/IconVerticalSolidList"/>
    <dgm:cxn modelId="{26BB5CB1-FCBF-459E-AED7-89278686E042}" type="presParOf" srcId="{86BA29CB-56D5-4FB7-91D9-729410DE4012}" destId="{71660F14-7668-40D2-800A-30C40B485467}" srcOrd="2" destOrd="0" presId="urn:microsoft.com/office/officeart/2018/2/layout/IconVerticalSolidList"/>
    <dgm:cxn modelId="{006D59A7-D98A-4836-94A5-457CF2B3CDED}" type="presParOf" srcId="{71660F14-7668-40D2-800A-30C40B485467}" destId="{96E55E31-CEF9-4D70-94E9-1236B88766EE}" srcOrd="0" destOrd="0" presId="urn:microsoft.com/office/officeart/2018/2/layout/IconVerticalSolidList"/>
    <dgm:cxn modelId="{4EEC6BDD-7106-4604-9B46-3104654BB271}" type="presParOf" srcId="{71660F14-7668-40D2-800A-30C40B485467}" destId="{FCB07F14-08C0-4220-9635-58CC79E23A78}" srcOrd="1" destOrd="0" presId="urn:microsoft.com/office/officeart/2018/2/layout/IconVerticalSolidList"/>
    <dgm:cxn modelId="{203F1EC0-BF5E-4F5F-8E20-BBE8637F3E88}" type="presParOf" srcId="{71660F14-7668-40D2-800A-30C40B485467}" destId="{D961AEB0-B846-47D4-A9EC-D4444F6668A6}" srcOrd="2" destOrd="0" presId="urn:microsoft.com/office/officeart/2018/2/layout/IconVerticalSolidList"/>
    <dgm:cxn modelId="{01193FC6-3AD9-49D0-8896-5845567C1E9B}" type="presParOf" srcId="{71660F14-7668-40D2-800A-30C40B485467}" destId="{DE9F5D13-C379-45AB-9EC3-B60110F5780E}" srcOrd="3" destOrd="0" presId="urn:microsoft.com/office/officeart/2018/2/layout/IconVerticalSolidList"/>
    <dgm:cxn modelId="{70D3B5FD-3EBE-440D-A1F7-53D8915A7F54}" type="presParOf" srcId="{86BA29CB-56D5-4FB7-91D9-729410DE4012}" destId="{F083635A-076A-4495-BADF-84E88E1F2AF9}" srcOrd="3" destOrd="0" presId="urn:microsoft.com/office/officeart/2018/2/layout/IconVerticalSolidList"/>
    <dgm:cxn modelId="{87C3FA91-DFB2-4C01-99FB-276CC6BCA290}" type="presParOf" srcId="{86BA29CB-56D5-4FB7-91D9-729410DE4012}" destId="{3C713213-D4B2-4FBA-8CE9-93E793BF4458}" srcOrd="4" destOrd="0" presId="urn:microsoft.com/office/officeart/2018/2/layout/IconVerticalSolidList"/>
    <dgm:cxn modelId="{AD1BAA98-5060-4B3E-9882-92D428F93BE1}" type="presParOf" srcId="{3C713213-D4B2-4FBA-8CE9-93E793BF4458}" destId="{A9A569A0-1154-407F-B9D3-9E3C8FE00373}" srcOrd="0" destOrd="0" presId="urn:microsoft.com/office/officeart/2018/2/layout/IconVerticalSolidList"/>
    <dgm:cxn modelId="{DAEA63FA-92A3-4885-A775-71558132BB10}" type="presParOf" srcId="{3C713213-D4B2-4FBA-8CE9-93E793BF4458}" destId="{5C7E4239-9103-45C2-A0FE-943694D6D47F}" srcOrd="1" destOrd="0" presId="urn:microsoft.com/office/officeart/2018/2/layout/IconVerticalSolidList"/>
    <dgm:cxn modelId="{CBD08C14-F1A2-49EB-9EC8-F01758F7DB2F}" type="presParOf" srcId="{3C713213-D4B2-4FBA-8CE9-93E793BF4458}" destId="{5200B4FA-FD08-4F74-A7D7-AEFE41BE03C0}" srcOrd="2" destOrd="0" presId="urn:microsoft.com/office/officeart/2018/2/layout/IconVerticalSolidList"/>
    <dgm:cxn modelId="{77684567-5ABA-4E71-9629-1F4A52C56D76}" type="presParOf" srcId="{3C713213-D4B2-4FBA-8CE9-93E793BF4458}" destId="{5AAFBB8F-016E-43A3-A397-1E6D75699B55}" srcOrd="3" destOrd="0" presId="urn:microsoft.com/office/officeart/2018/2/layout/IconVerticalSolidList"/>
    <dgm:cxn modelId="{1AD95B34-B718-48AB-BF29-8E5C74AE9A2C}" type="presParOf" srcId="{86BA29CB-56D5-4FB7-91D9-729410DE4012}" destId="{0816A878-B807-4703-95F7-18D081D71E2C}" srcOrd="5" destOrd="0" presId="urn:microsoft.com/office/officeart/2018/2/layout/IconVerticalSolidList"/>
    <dgm:cxn modelId="{2F86683D-7449-46A9-847E-08529D39AD9A}" type="presParOf" srcId="{86BA29CB-56D5-4FB7-91D9-729410DE4012}" destId="{2359C96D-F521-4BB8-B399-A91EF7D0CEA1}" srcOrd="6" destOrd="0" presId="urn:microsoft.com/office/officeart/2018/2/layout/IconVerticalSolidList"/>
    <dgm:cxn modelId="{924CD8F8-B697-4F23-9435-E4922D01171E}" type="presParOf" srcId="{2359C96D-F521-4BB8-B399-A91EF7D0CEA1}" destId="{BECB79DD-ED1E-433B-BB34-9A60834D229A}" srcOrd="0" destOrd="0" presId="urn:microsoft.com/office/officeart/2018/2/layout/IconVerticalSolidList"/>
    <dgm:cxn modelId="{4EC368F5-6E4E-4209-9F2E-FB87F5F3A9A0}" type="presParOf" srcId="{2359C96D-F521-4BB8-B399-A91EF7D0CEA1}" destId="{21BA0FCA-C96B-4E7A-BE6F-F7526F1C26C7}" srcOrd="1" destOrd="0" presId="urn:microsoft.com/office/officeart/2018/2/layout/IconVerticalSolidList"/>
    <dgm:cxn modelId="{5252A5C1-9AD7-47DE-9E14-9CB40FB16B26}" type="presParOf" srcId="{2359C96D-F521-4BB8-B399-A91EF7D0CEA1}" destId="{5A32EF54-2A9A-4053-A9B0-6B07261C1BD3}" srcOrd="2" destOrd="0" presId="urn:microsoft.com/office/officeart/2018/2/layout/IconVerticalSolidList"/>
    <dgm:cxn modelId="{1EC8E630-7286-4430-B357-DD82C15F9C77}" type="presParOf" srcId="{2359C96D-F521-4BB8-B399-A91EF7D0CEA1}" destId="{DAA31451-977C-4942-B86A-68AD97F459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AEC7C6-E4EA-4E4B-8B4B-48A5BB44DA03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A9DE262-02D2-4637-A858-BD9B17E5992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Wenig Fokus auf </a:t>
          </a:r>
          <a:r>
            <a:rPr lang="de-DE"/>
            <a:t>langfristige Planung</a:t>
          </a:r>
          <a:endParaRPr lang="de-DE" dirty="0"/>
        </a:p>
      </dgm:t>
    </dgm:pt>
    <dgm:pt modelId="{78B8DBE7-483A-401F-B0FC-ABF45CE4E2B3}" type="parTrans" cxnId="{9F077C27-D2EF-4A00-ACAA-0250B824C002}">
      <dgm:prSet/>
      <dgm:spPr/>
      <dgm:t>
        <a:bodyPr/>
        <a:lstStyle/>
        <a:p>
          <a:endParaRPr lang="de-DE"/>
        </a:p>
      </dgm:t>
    </dgm:pt>
    <dgm:pt modelId="{C16BC304-646F-4F76-9DB1-4AAF270FD924}" type="sibTrans" cxnId="{9F077C27-D2EF-4A00-ACAA-0250B824C002}">
      <dgm:prSet/>
      <dgm:spPr/>
      <dgm:t>
        <a:bodyPr/>
        <a:lstStyle/>
        <a:p>
          <a:endParaRPr lang="de-DE"/>
        </a:p>
      </dgm:t>
    </dgm:pt>
    <dgm:pt modelId="{E2998BF7-EFCE-45FF-8CA9-9EFD135F4F1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Abhängigkeiten &amp; Spezialisten erzeugen Bottlenecks</a:t>
          </a:r>
        </a:p>
      </dgm:t>
    </dgm:pt>
    <dgm:pt modelId="{1D526A59-C792-4C1F-8BD8-9A545C349979}" type="parTrans" cxnId="{603585B2-AD82-4707-99DE-65ED98CE61BE}">
      <dgm:prSet/>
      <dgm:spPr/>
      <dgm:t>
        <a:bodyPr/>
        <a:lstStyle/>
        <a:p>
          <a:endParaRPr lang="de-DE"/>
        </a:p>
      </dgm:t>
    </dgm:pt>
    <dgm:pt modelId="{B229CBB7-84A9-4450-B9D9-528C02E00928}" type="sibTrans" cxnId="{603585B2-AD82-4707-99DE-65ED98CE61BE}">
      <dgm:prSet/>
      <dgm:spPr/>
      <dgm:t>
        <a:bodyPr/>
        <a:lstStyle/>
        <a:p>
          <a:endParaRPr lang="de-DE"/>
        </a:p>
      </dgm:t>
    </dgm:pt>
    <dgm:pt modelId="{BA939A11-8CCE-4B00-B859-39CB1F7B269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Nicht ideal bei festen Deadlines &amp; festem Umfang</a:t>
          </a:r>
        </a:p>
      </dgm:t>
    </dgm:pt>
    <dgm:pt modelId="{DD1312EF-C26A-4D9F-AB1D-1172B7104F67}" type="parTrans" cxnId="{EB6F0CF8-A098-4236-B330-FC50054DB222}">
      <dgm:prSet/>
      <dgm:spPr/>
      <dgm:t>
        <a:bodyPr/>
        <a:lstStyle/>
        <a:p>
          <a:endParaRPr lang="de-DE"/>
        </a:p>
      </dgm:t>
    </dgm:pt>
    <dgm:pt modelId="{969896CE-AE8E-41C8-98B9-1997ED0B2D8D}" type="sibTrans" cxnId="{EB6F0CF8-A098-4236-B330-FC50054DB222}">
      <dgm:prSet/>
      <dgm:spPr/>
      <dgm:t>
        <a:bodyPr/>
        <a:lstStyle/>
        <a:p>
          <a:endParaRPr lang="de-DE"/>
        </a:p>
      </dgm:t>
    </dgm:pt>
    <dgm:pt modelId="{5F75199D-95B4-40A5-80E4-BF0BA67B925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Braucht Disziplin: Board/Regeln müssen gepflegt werden</a:t>
          </a:r>
        </a:p>
      </dgm:t>
    </dgm:pt>
    <dgm:pt modelId="{7AD88D8D-6C34-4F1C-8007-41808BBB9B21}" type="parTrans" cxnId="{0565FEE8-2A30-4152-82D7-E9BBC73F1427}">
      <dgm:prSet/>
      <dgm:spPr/>
      <dgm:t>
        <a:bodyPr/>
        <a:lstStyle/>
        <a:p>
          <a:endParaRPr lang="de-DE"/>
        </a:p>
      </dgm:t>
    </dgm:pt>
    <dgm:pt modelId="{7D6E5177-6167-4A6D-81CB-625EDE5FC416}" type="sibTrans" cxnId="{0565FEE8-2A30-4152-82D7-E9BBC73F1427}">
      <dgm:prSet/>
      <dgm:spPr/>
      <dgm:t>
        <a:bodyPr/>
        <a:lstStyle/>
        <a:p>
          <a:endParaRPr lang="de-DE"/>
        </a:p>
      </dgm:t>
    </dgm:pt>
    <dgm:pt modelId="{86BA29CB-56D5-4FB7-91D9-729410DE4012}" type="pres">
      <dgm:prSet presAssocID="{46AEC7C6-E4EA-4E4B-8B4B-48A5BB44DA03}" presName="root" presStyleCnt="0">
        <dgm:presLayoutVars>
          <dgm:dir/>
          <dgm:resizeHandles val="exact"/>
        </dgm:presLayoutVars>
      </dgm:prSet>
      <dgm:spPr/>
    </dgm:pt>
    <dgm:pt modelId="{15125C0C-6162-48DE-8D30-0989AB0E2488}" type="pres">
      <dgm:prSet presAssocID="{DA9DE262-02D2-4637-A858-BD9B17E59920}" presName="compNode" presStyleCnt="0"/>
      <dgm:spPr/>
    </dgm:pt>
    <dgm:pt modelId="{1396C96E-8B9C-44B4-A3CE-67D8456EAEDC}" type="pres">
      <dgm:prSet presAssocID="{DA9DE262-02D2-4637-A858-BD9B17E59920}" presName="bgRect" presStyleLbl="bgShp" presStyleIdx="0" presStyleCnt="4" custLinFactNeighborX="4946" custLinFactNeighborY="-469"/>
      <dgm:spPr>
        <a:solidFill>
          <a:schemeClr val="accent2">
            <a:lumMod val="60000"/>
            <a:lumOff val="40000"/>
          </a:schemeClr>
        </a:solidFill>
      </dgm:spPr>
    </dgm:pt>
    <dgm:pt modelId="{3160EB91-29AF-4E4D-84DD-75B1CE26975A}" type="pres">
      <dgm:prSet presAssocID="{DA9DE262-02D2-4637-A858-BD9B17E599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feil nach rechts mit einfarbiger Füllung"/>
        </a:ext>
      </dgm:extLst>
    </dgm:pt>
    <dgm:pt modelId="{840D8645-4CFF-4D53-A5CA-A199F4667EF9}" type="pres">
      <dgm:prSet presAssocID="{DA9DE262-02D2-4637-A858-BD9B17E59920}" presName="spaceRect" presStyleCnt="0"/>
      <dgm:spPr/>
    </dgm:pt>
    <dgm:pt modelId="{16D58085-C0BB-4896-9177-855E88292967}" type="pres">
      <dgm:prSet presAssocID="{DA9DE262-02D2-4637-A858-BD9B17E59920}" presName="parTx" presStyleLbl="revTx" presStyleIdx="0" presStyleCnt="4">
        <dgm:presLayoutVars>
          <dgm:chMax val="0"/>
          <dgm:chPref val="0"/>
        </dgm:presLayoutVars>
      </dgm:prSet>
      <dgm:spPr/>
    </dgm:pt>
    <dgm:pt modelId="{2DA99923-C1C7-40E2-AE7B-3C465507B2D2}" type="pres">
      <dgm:prSet presAssocID="{C16BC304-646F-4F76-9DB1-4AAF270FD924}" presName="sibTrans" presStyleCnt="0"/>
      <dgm:spPr/>
    </dgm:pt>
    <dgm:pt modelId="{BA3F6E70-81ED-4F2D-AF8C-0932E8CC28D9}" type="pres">
      <dgm:prSet presAssocID="{E2998BF7-EFCE-45FF-8CA9-9EFD135F4F1A}" presName="compNode" presStyleCnt="0"/>
      <dgm:spPr/>
    </dgm:pt>
    <dgm:pt modelId="{BD4CEF24-BC16-43B3-A3A6-5C4C42C237C7}" type="pres">
      <dgm:prSet presAssocID="{E2998BF7-EFCE-45FF-8CA9-9EFD135F4F1A}" presName="bgRect" presStyleLbl="bgShp" presStyleIdx="1" presStyleCnt="4"/>
      <dgm:spPr>
        <a:solidFill>
          <a:schemeClr val="accent2">
            <a:lumMod val="60000"/>
            <a:lumOff val="40000"/>
          </a:schemeClr>
        </a:solidFill>
      </dgm:spPr>
    </dgm:pt>
    <dgm:pt modelId="{9BB31C34-5954-43E7-A1AE-22E41A1AD51C}" type="pres">
      <dgm:prSet presAssocID="{E2998BF7-EFCE-45FF-8CA9-9EFD135F4F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feil nach rechts mit einfarbiger Füllung"/>
        </a:ext>
      </dgm:extLst>
    </dgm:pt>
    <dgm:pt modelId="{77C6999B-4183-466A-96B8-406F884DF845}" type="pres">
      <dgm:prSet presAssocID="{E2998BF7-EFCE-45FF-8CA9-9EFD135F4F1A}" presName="spaceRect" presStyleCnt="0"/>
      <dgm:spPr/>
    </dgm:pt>
    <dgm:pt modelId="{D0219F42-6C90-4EBF-8851-A9EFF652B47B}" type="pres">
      <dgm:prSet presAssocID="{E2998BF7-EFCE-45FF-8CA9-9EFD135F4F1A}" presName="parTx" presStyleLbl="revTx" presStyleIdx="1" presStyleCnt="4">
        <dgm:presLayoutVars>
          <dgm:chMax val="0"/>
          <dgm:chPref val="0"/>
        </dgm:presLayoutVars>
      </dgm:prSet>
      <dgm:spPr/>
    </dgm:pt>
    <dgm:pt modelId="{119F0B69-7693-418F-912C-98BB24AE8F54}" type="pres">
      <dgm:prSet presAssocID="{B229CBB7-84A9-4450-B9D9-528C02E00928}" presName="sibTrans" presStyleCnt="0"/>
      <dgm:spPr/>
    </dgm:pt>
    <dgm:pt modelId="{AB799039-DF6F-47A6-BD6B-0B1E09285544}" type="pres">
      <dgm:prSet presAssocID="{BA939A11-8CCE-4B00-B859-39CB1F7B269B}" presName="compNode" presStyleCnt="0"/>
      <dgm:spPr/>
    </dgm:pt>
    <dgm:pt modelId="{A24855B4-99B0-4DC9-A7CC-B0944CF5C96C}" type="pres">
      <dgm:prSet presAssocID="{BA939A11-8CCE-4B00-B859-39CB1F7B269B}" presName="bgRect" presStyleLbl="bgShp" presStyleIdx="2" presStyleCnt="4"/>
      <dgm:spPr>
        <a:solidFill>
          <a:schemeClr val="accent2">
            <a:lumMod val="60000"/>
            <a:lumOff val="40000"/>
          </a:schemeClr>
        </a:solidFill>
      </dgm:spPr>
    </dgm:pt>
    <dgm:pt modelId="{79BA22EB-93B3-4BAF-87ED-CDCA8582AC61}" type="pres">
      <dgm:prSet presAssocID="{BA939A11-8CCE-4B00-B859-39CB1F7B269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feil nach rechts mit einfarbiger Füllung"/>
        </a:ext>
      </dgm:extLst>
    </dgm:pt>
    <dgm:pt modelId="{46B1D8B0-ACEF-4902-A0EC-1EC828138542}" type="pres">
      <dgm:prSet presAssocID="{BA939A11-8CCE-4B00-B859-39CB1F7B269B}" presName="spaceRect" presStyleCnt="0"/>
      <dgm:spPr/>
    </dgm:pt>
    <dgm:pt modelId="{48CFC6ED-F2A0-43EB-8B57-B9DB59396C5D}" type="pres">
      <dgm:prSet presAssocID="{BA939A11-8CCE-4B00-B859-39CB1F7B269B}" presName="parTx" presStyleLbl="revTx" presStyleIdx="2" presStyleCnt="4">
        <dgm:presLayoutVars>
          <dgm:chMax val="0"/>
          <dgm:chPref val="0"/>
        </dgm:presLayoutVars>
      </dgm:prSet>
      <dgm:spPr/>
    </dgm:pt>
    <dgm:pt modelId="{AF1487FF-2DE1-4A3A-8B98-C250C9892375}" type="pres">
      <dgm:prSet presAssocID="{969896CE-AE8E-41C8-98B9-1997ED0B2D8D}" presName="sibTrans" presStyleCnt="0"/>
      <dgm:spPr/>
    </dgm:pt>
    <dgm:pt modelId="{D93E19E0-F608-4DCB-8440-23A732F69E5B}" type="pres">
      <dgm:prSet presAssocID="{5F75199D-95B4-40A5-80E4-BF0BA67B9258}" presName="compNode" presStyleCnt="0"/>
      <dgm:spPr/>
    </dgm:pt>
    <dgm:pt modelId="{C747FBD2-6270-41D7-8624-C918E73A01AE}" type="pres">
      <dgm:prSet presAssocID="{5F75199D-95B4-40A5-80E4-BF0BA67B9258}" presName="bgRect" presStyleLbl="bgShp" presStyleIdx="3" presStyleCnt="4"/>
      <dgm:spPr>
        <a:solidFill>
          <a:schemeClr val="accent2">
            <a:lumMod val="60000"/>
            <a:lumOff val="40000"/>
          </a:schemeClr>
        </a:solidFill>
      </dgm:spPr>
    </dgm:pt>
    <dgm:pt modelId="{092D8B3C-C5E8-4656-8EB9-C43E80FE429C}" type="pres">
      <dgm:prSet presAssocID="{5F75199D-95B4-40A5-80E4-BF0BA67B92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feil nach rechts mit einfarbiger Füllung"/>
        </a:ext>
      </dgm:extLst>
    </dgm:pt>
    <dgm:pt modelId="{4A7209DD-B43A-46E3-B3A3-E60619A2F88F}" type="pres">
      <dgm:prSet presAssocID="{5F75199D-95B4-40A5-80E4-BF0BA67B9258}" presName="spaceRect" presStyleCnt="0"/>
      <dgm:spPr/>
    </dgm:pt>
    <dgm:pt modelId="{6BEB8416-629C-4D30-BA06-ECDB45147A62}" type="pres">
      <dgm:prSet presAssocID="{5F75199D-95B4-40A5-80E4-BF0BA67B925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5F02D10-6A19-42F7-B864-7612A4FD0356}" type="presOf" srcId="{DA9DE262-02D2-4637-A858-BD9B17E59920}" destId="{16D58085-C0BB-4896-9177-855E88292967}" srcOrd="0" destOrd="0" presId="urn:microsoft.com/office/officeart/2018/2/layout/IconVerticalSolidList"/>
    <dgm:cxn modelId="{9F077C27-D2EF-4A00-ACAA-0250B824C002}" srcId="{46AEC7C6-E4EA-4E4B-8B4B-48A5BB44DA03}" destId="{DA9DE262-02D2-4637-A858-BD9B17E59920}" srcOrd="0" destOrd="0" parTransId="{78B8DBE7-483A-401F-B0FC-ABF45CE4E2B3}" sibTransId="{C16BC304-646F-4F76-9DB1-4AAF270FD924}"/>
    <dgm:cxn modelId="{20034470-E0B1-4DF9-9FF4-6CFA68016764}" type="presOf" srcId="{5F75199D-95B4-40A5-80E4-BF0BA67B9258}" destId="{6BEB8416-629C-4D30-BA06-ECDB45147A62}" srcOrd="0" destOrd="0" presId="urn:microsoft.com/office/officeart/2018/2/layout/IconVerticalSolidList"/>
    <dgm:cxn modelId="{28F4A758-5E35-4A52-BF39-AF1D20B840F5}" type="presOf" srcId="{E2998BF7-EFCE-45FF-8CA9-9EFD135F4F1A}" destId="{D0219F42-6C90-4EBF-8851-A9EFF652B47B}" srcOrd="0" destOrd="0" presId="urn:microsoft.com/office/officeart/2018/2/layout/IconVerticalSolidList"/>
    <dgm:cxn modelId="{E9CF8E5A-3654-4A0B-94B4-1C46D0083583}" type="presOf" srcId="{46AEC7C6-E4EA-4E4B-8B4B-48A5BB44DA03}" destId="{86BA29CB-56D5-4FB7-91D9-729410DE4012}" srcOrd="0" destOrd="0" presId="urn:microsoft.com/office/officeart/2018/2/layout/IconVerticalSolidList"/>
    <dgm:cxn modelId="{603585B2-AD82-4707-99DE-65ED98CE61BE}" srcId="{46AEC7C6-E4EA-4E4B-8B4B-48A5BB44DA03}" destId="{E2998BF7-EFCE-45FF-8CA9-9EFD135F4F1A}" srcOrd="1" destOrd="0" parTransId="{1D526A59-C792-4C1F-8BD8-9A545C349979}" sibTransId="{B229CBB7-84A9-4450-B9D9-528C02E00928}"/>
    <dgm:cxn modelId="{CA298CD8-8AA0-49F2-8D02-3B3018FAE68F}" type="presOf" srcId="{BA939A11-8CCE-4B00-B859-39CB1F7B269B}" destId="{48CFC6ED-F2A0-43EB-8B57-B9DB59396C5D}" srcOrd="0" destOrd="0" presId="urn:microsoft.com/office/officeart/2018/2/layout/IconVerticalSolidList"/>
    <dgm:cxn modelId="{0565FEE8-2A30-4152-82D7-E9BBC73F1427}" srcId="{46AEC7C6-E4EA-4E4B-8B4B-48A5BB44DA03}" destId="{5F75199D-95B4-40A5-80E4-BF0BA67B9258}" srcOrd="3" destOrd="0" parTransId="{7AD88D8D-6C34-4F1C-8007-41808BBB9B21}" sibTransId="{7D6E5177-6167-4A6D-81CB-625EDE5FC416}"/>
    <dgm:cxn modelId="{EB6F0CF8-A098-4236-B330-FC50054DB222}" srcId="{46AEC7C6-E4EA-4E4B-8B4B-48A5BB44DA03}" destId="{BA939A11-8CCE-4B00-B859-39CB1F7B269B}" srcOrd="2" destOrd="0" parTransId="{DD1312EF-C26A-4D9F-AB1D-1172B7104F67}" sibTransId="{969896CE-AE8E-41C8-98B9-1997ED0B2D8D}"/>
    <dgm:cxn modelId="{505F0137-8CA3-474E-92E0-9A84E0FE235B}" type="presParOf" srcId="{86BA29CB-56D5-4FB7-91D9-729410DE4012}" destId="{15125C0C-6162-48DE-8D30-0989AB0E2488}" srcOrd="0" destOrd="0" presId="urn:microsoft.com/office/officeart/2018/2/layout/IconVerticalSolidList"/>
    <dgm:cxn modelId="{544C6DE8-B39A-49AF-8F1A-89F4B750A9AD}" type="presParOf" srcId="{15125C0C-6162-48DE-8D30-0989AB0E2488}" destId="{1396C96E-8B9C-44B4-A3CE-67D8456EAEDC}" srcOrd="0" destOrd="0" presId="urn:microsoft.com/office/officeart/2018/2/layout/IconVerticalSolidList"/>
    <dgm:cxn modelId="{BFCEA78C-E498-4BE3-8382-F10D6E0B97A1}" type="presParOf" srcId="{15125C0C-6162-48DE-8D30-0989AB0E2488}" destId="{3160EB91-29AF-4E4D-84DD-75B1CE26975A}" srcOrd="1" destOrd="0" presId="urn:microsoft.com/office/officeart/2018/2/layout/IconVerticalSolidList"/>
    <dgm:cxn modelId="{D04279CC-4C63-4E12-9C0F-4A0A6754A69A}" type="presParOf" srcId="{15125C0C-6162-48DE-8D30-0989AB0E2488}" destId="{840D8645-4CFF-4D53-A5CA-A199F4667EF9}" srcOrd="2" destOrd="0" presId="urn:microsoft.com/office/officeart/2018/2/layout/IconVerticalSolidList"/>
    <dgm:cxn modelId="{4F3418B1-B2ED-495B-95F7-9F54AE6E62FB}" type="presParOf" srcId="{15125C0C-6162-48DE-8D30-0989AB0E2488}" destId="{16D58085-C0BB-4896-9177-855E88292967}" srcOrd="3" destOrd="0" presId="urn:microsoft.com/office/officeart/2018/2/layout/IconVerticalSolidList"/>
    <dgm:cxn modelId="{1EF62439-8F98-4AA0-A2E1-1CD11575F813}" type="presParOf" srcId="{86BA29CB-56D5-4FB7-91D9-729410DE4012}" destId="{2DA99923-C1C7-40E2-AE7B-3C465507B2D2}" srcOrd="1" destOrd="0" presId="urn:microsoft.com/office/officeart/2018/2/layout/IconVerticalSolidList"/>
    <dgm:cxn modelId="{6D51A349-38C0-423F-9F47-A6D5149E8E11}" type="presParOf" srcId="{86BA29CB-56D5-4FB7-91D9-729410DE4012}" destId="{BA3F6E70-81ED-4F2D-AF8C-0932E8CC28D9}" srcOrd="2" destOrd="0" presId="urn:microsoft.com/office/officeart/2018/2/layout/IconVerticalSolidList"/>
    <dgm:cxn modelId="{11312E96-7C22-4F40-B8F5-442AFB7A2AFB}" type="presParOf" srcId="{BA3F6E70-81ED-4F2D-AF8C-0932E8CC28D9}" destId="{BD4CEF24-BC16-43B3-A3A6-5C4C42C237C7}" srcOrd="0" destOrd="0" presId="urn:microsoft.com/office/officeart/2018/2/layout/IconVerticalSolidList"/>
    <dgm:cxn modelId="{C4834730-F5D2-421F-8FAB-BF0AFB47BFF8}" type="presParOf" srcId="{BA3F6E70-81ED-4F2D-AF8C-0932E8CC28D9}" destId="{9BB31C34-5954-43E7-A1AE-22E41A1AD51C}" srcOrd="1" destOrd="0" presId="urn:microsoft.com/office/officeart/2018/2/layout/IconVerticalSolidList"/>
    <dgm:cxn modelId="{D3A3413A-CE8C-4138-83FC-B6776789D56B}" type="presParOf" srcId="{BA3F6E70-81ED-4F2D-AF8C-0932E8CC28D9}" destId="{77C6999B-4183-466A-96B8-406F884DF845}" srcOrd="2" destOrd="0" presId="urn:microsoft.com/office/officeart/2018/2/layout/IconVerticalSolidList"/>
    <dgm:cxn modelId="{2C737BF8-38B3-4C72-AAEA-54114260DDC4}" type="presParOf" srcId="{BA3F6E70-81ED-4F2D-AF8C-0932E8CC28D9}" destId="{D0219F42-6C90-4EBF-8851-A9EFF652B47B}" srcOrd="3" destOrd="0" presId="urn:microsoft.com/office/officeart/2018/2/layout/IconVerticalSolidList"/>
    <dgm:cxn modelId="{3E6637C5-0D25-4C7F-A3F2-49A14BC2F0AF}" type="presParOf" srcId="{86BA29CB-56D5-4FB7-91D9-729410DE4012}" destId="{119F0B69-7693-418F-912C-98BB24AE8F54}" srcOrd="3" destOrd="0" presId="urn:microsoft.com/office/officeart/2018/2/layout/IconVerticalSolidList"/>
    <dgm:cxn modelId="{3B1B3033-BA25-42E0-89A5-C2DB21BE0CF3}" type="presParOf" srcId="{86BA29CB-56D5-4FB7-91D9-729410DE4012}" destId="{AB799039-DF6F-47A6-BD6B-0B1E09285544}" srcOrd="4" destOrd="0" presId="urn:microsoft.com/office/officeart/2018/2/layout/IconVerticalSolidList"/>
    <dgm:cxn modelId="{343F638A-3176-4087-B03D-B3004EDBB27C}" type="presParOf" srcId="{AB799039-DF6F-47A6-BD6B-0B1E09285544}" destId="{A24855B4-99B0-4DC9-A7CC-B0944CF5C96C}" srcOrd="0" destOrd="0" presId="urn:microsoft.com/office/officeart/2018/2/layout/IconVerticalSolidList"/>
    <dgm:cxn modelId="{FA43E841-165A-4043-8376-7CE9D9C8D02E}" type="presParOf" srcId="{AB799039-DF6F-47A6-BD6B-0B1E09285544}" destId="{79BA22EB-93B3-4BAF-87ED-CDCA8582AC61}" srcOrd="1" destOrd="0" presId="urn:microsoft.com/office/officeart/2018/2/layout/IconVerticalSolidList"/>
    <dgm:cxn modelId="{B7BA6E2A-7D55-4CF2-8A22-D0756E2BE438}" type="presParOf" srcId="{AB799039-DF6F-47A6-BD6B-0B1E09285544}" destId="{46B1D8B0-ACEF-4902-A0EC-1EC828138542}" srcOrd="2" destOrd="0" presId="urn:microsoft.com/office/officeart/2018/2/layout/IconVerticalSolidList"/>
    <dgm:cxn modelId="{5CD6B301-22E0-4FF0-B3E4-EDBCD5A81982}" type="presParOf" srcId="{AB799039-DF6F-47A6-BD6B-0B1E09285544}" destId="{48CFC6ED-F2A0-43EB-8B57-B9DB59396C5D}" srcOrd="3" destOrd="0" presId="urn:microsoft.com/office/officeart/2018/2/layout/IconVerticalSolidList"/>
    <dgm:cxn modelId="{6C8AF095-2714-462E-950A-4E26CF5F18C9}" type="presParOf" srcId="{86BA29CB-56D5-4FB7-91D9-729410DE4012}" destId="{AF1487FF-2DE1-4A3A-8B98-C250C9892375}" srcOrd="5" destOrd="0" presId="urn:microsoft.com/office/officeart/2018/2/layout/IconVerticalSolidList"/>
    <dgm:cxn modelId="{879DD10F-27D5-452F-89EF-3896627C0342}" type="presParOf" srcId="{86BA29CB-56D5-4FB7-91D9-729410DE4012}" destId="{D93E19E0-F608-4DCB-8440-23A732F69E5B}" srcOrd="6" destOrd="0" presId="urn:microsoft.com/office/officeart/2018/2/layout/IconVerticalSolidList"/>
    <dgm:cxn modelId="{19E4277B-E063-48CD-B9F2-2ED022D9D7D7}" type="presParOf" srcId="{D93E19E0-F608-4DCB-8440-23A732F69E5B}" destId="{C747FBD2-6270-41D7-8624-C918E73A01AE}" srcOrd="0" destOrd="0" presId="urn:microsoft.com/office/officeart/2018/2/layout/IconVerticalSolidList"/>
    <dgm:cxn modelId="{23AEE0AB-1DA8-4376-B953-B6B21F28E9CE}" type="presParOf" srcId="{D93E19E0-F608-4DCB-8440-23A732F69E5B}" destId="{092D8B3C-C5E8-4656-8EB9-C43E80FE429C}" srcOrd="1" destOrd="0" presId="urn:microsoft.com/office/officeart/2018/2/layout/IconVerticalSolidList"/>
    <dgm:cxn modelId="{B0FFA191-2F0E-4AF1-A62F-39DD6ED4AE0F}" type="presParOf" srcId="{D93E19E0-F608-4DCB-8440-23A732F69E5B}" destId="{4A7209DD-B43A-46E3-B3A3-E60619A2F88F}" srcOrd="2" destOrd="0" presId="urn:microsoft.com/office/officeart/2018/2/layout/IconVerticalSolidList"/>
    <dgm:cxn modelId="{D4678B42-DAAD-4212-95A9-91DDCB463311}" type="presParOf" srcId="{D93E19E0-F608-4DCB-8440-23A732F69E5B}" destId="{6BEB8416-629C-4D30-BA06-ECDB45147A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3CC388-18FA-49DD-98BF-3B16EB53CF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1AE506C-256E-4531-A8BF-6448FD6F280A}">
      <dgm:prSet/>
      <dgm:spPr/>
      <dgm:t>
        <a:bodyPr/>
        <a:lstStyle/>
        <a:p>
          <a:r>
            <a:rPr lang="en-US" dirty="0"/>
            <a:t>Kanban </a:t>
          </a:r>
          <a:r>
            <a:rPr lang="en-US" dirty="0" err="1"/>
            <a:t>ist</a:t>
          </a:r>
          <a:r>
            <a:rPr lang="en-US" dirty="0"/>
            <a:t> </a:t>
          </a:r>
          <a:r>
            <a:rPr lang="en-US" dirty="0" err="1"/>
            <a:t>ein</a:t>
          </a:r>
          <a:r>
            <a:rPr lang="en-US" dirty="0"/>
            <a:t> </a:t>
          </a:r>
          <a:r>
            <a:rPr lang="en-US" dirty="0" err="1"/>
            <a:t>effektives</a:t>
          </a:r>
          <a:r>
            <a:rPr lang="en-US" dirty="0"/>
            <a:t> </a:t>
          </a:r>
          <a:r>
            <a:rPr lang="en-US" dirty="0" err="1"/>
            <a:t>Werkzeug</a:t>
          </a:r>
          <a:r>
            <a:rPr lang="en-US" dirty="0"/>
            <a:t> </a:t>
          </a:r>
          <a:r>
            <a:rPr lang="en-US" dirty="0" err="1"/>
            <a:t>zur</a:t>
          </a:r>
          <a:r>
            <a:rPr lang="en-US" dirty="0"/>
            <a:t> </a:t>
          </a:r>
          <a:r>
            <a:rPr lang="en-US" dirty="0" err="1"/>
            <a:t>Prozessoptimierung</a:t>
          </a:r>
          <a:endParaRPr lang="en-US" dirty="0"/>
        </a:p>
      </dgm:t>
    </dgm:pt>
    <dgm:pt modelId="{920E18C3-9F94-4A4D-BF9F-7747C7B84DF6}" type="parTrans" cxnId="{C2BF0182-69FC-414F-9998-1C7CC61E1695}">
      <dgm:prSet/>
      <dgm:spPr/>
      <dgm:t>
        <a:bodyPr/>
        <a:lstStyle/>
        <a:p>
          <a:endParaRPr lang="en-US"/>
        </a:p>
      </dgm:t>
    </dgm:pt>
    <dgm:pt modelId="{D4F13E2F-AD2E-48BF-B28A-5EF82C098AE8}" type="sibTrans" cxnId="{C2BF0182-69FC-414F-9998-1C7CC61E1695}">
      <dgm:prSet/>
      <dgm:spPr/>
      <dgm:t>
        <a:bodyPr/>
        <a:lstStyle/>
        <a:p>
          <a:endParaRPr lang="en-US"/>
        </a:p>
      </dgm:t>
    </dgm:pt>
    <dgm:pt modelId="{8071E94B-54D8-4573-8EFD-5C879DDA6C76}">
      <dgm:prSet/>
      <dgm:spPr/>
      <dgm:t>
        <a:bodyPr/>
        <a:lstStyle/>
        <a:p>
          <a:r>
            <a:rPr lang="en-US" dirty="0"/>
            <a:t>Es </a:t>
          </a:r>
          <a:r>
            <a:rPr lang="en-US" dirty="0" err="1"/>
            <a:t>bietet</a:t>
          </a:r>
          <a:r>
            <a:rPr lang="en-US" dirty="0"/>
            <a:t> </a:t>
          </a:r>
          <a:r>
            <a:rPr lang="en-US" dirty="0" err="1"/>
            <a:t>Struktur</a:t>
          </a:r>
          <a:r>
            <a:rPr lang="en-US" dirty="0"/>
            <a:t>, </a:t>
          </a:r>
          <a:r>
            <a:rPr lang="en-US" dirty="0" err="1"/>
            <a:t>ohne</a:t>
          </a:r>
          <a:r>
            <a:rPr lang="en-US" dirty="0"/>
            <a:t> </a:t>
          </a:r>
          <a:r>
            <a:rPr lang="en-US" dirty="0" err="1"/>
            <a:t>zu</a:t>
          </a:r>
          <a:r>
            <a:rPr lang="en-US" dirty="0"/>
            <a:t> </a:t>
          </a:r>
          <a:r>
            <a:rPr lang="en-US" dirty="0" err="1"/>
            <a:t>starr</a:t>
          </a:r>
          <a:r>
            <a:rPr lang="en-US" dirty="0"/>
            <a:t> </a:t>
          </a:r>
          <a:r>
            <a:rPr lang="en-US" dirty="0" err="1"/>
            <a:t>zu</a:t>
          </a:r>
          <a:r>
            <a:rPr lang="en-US" dirty="0"/>
            <a:t> sein</a:t>
          </a:r>
        </a:p>
      </dgm:t>
    </dgm:pt>
    <dgm:pt modelId="{D4C43029-B082-4731-8722-842FA173529F}" type="parTrans" cxnId="{879385CD-5400-4BF9-889F-D33B8CE29DE7}">
      <dgm:prSet/>
      <dgm:spPr/>
      <dgm:t>
        <a:bodyPr/>
        <a:lstStyle/>
        <a:p>
          <a:endParaRPr lang="en-US"/>
        </a:p>
      </dgm:t>
    </dgm:pt>
    <dgm:pt modelId="{597CFF55-1AC1-4703-A683-5DC8245221DB}" type="sibTrans" cxnId="{879385CD-5400-4BF9-889F-D33B8CE29DE7}">
      <dgm:prSet/>
      <dgm:spPr/>
      <dgm:t>
        <a:bodyPr/>
        <a:lstStyle/>
        <a:p>
          <a:endParaRPr lang="en-US"/>
        </a:p>
      </dgm:t>
    </dgm:pt>
    <dgm:pt modelId="{651D4FCF-51C5-4A29-AA51-7D5142D1B211}">
      <dgm:prSet/>
      <dgm:spPr/>
      <dgm:t>
        <a:bodyPr/>
        <a:lstStyle/>
        <a:p>
          <a:r>
            <a:rPr lang="en-US" dirty="0" err="1"/>
            <a:t>Besonders</a:t>
          </a:r>
          <a:r>
            <a:rPr lang="en-US" dirty="0"/>
            <a:t> </a:t>
          </a:r>
          <a:r>
            <a:rPr lang="en-US" dirty="0" err="1"/>
            <a:t>geeignet</a:t>
          </a:r>
          <a:r>
            <a:rPr lang="en-US" dirty="0"/>
            <a:t> für Teams </a:t>
          </a:r>
          <a:r>
            <a:rPr lang="en-US" dirty="0" err="1"/>
            <a:t>mit</a:t>
          </a:r>
          <a:r>
            <a:rPr lang="en-US" dirty="0"/>
            <a:t> </a:t>
          </a:r>
          <a:r>
            <a:rPr lang="en-US" dirty="0" err="1"/>
            <a:t>wechselnden</a:t>
          </a:r>
          <a:r>
            <a:rPr lang="en-US" dirty="0"/>
            <a:t> </a:t>
          </a:r>
          <a:r>
            <a:rPr lang="en-US" dirty="0" err="1"/>
            <a:t>Prioritäten</a:t>
          </a:r>
          <a:endParaRPr lang="en-US" dirty="0"/>
        </a:p>
      </dgm:t>
    </dgm:pt>
    <dgm:pt modelId="{236E738B-DC78-49DA-84BD-A6820076ED3C}" type="parTrans" cxnId="{96563132-0AA2-4EE5-8940-EDB624E01F4F}">
      <dgm:prSet/>
      <dgm:spPr/>
      <dgm:t>
        <a:bodyPr/>
        <a:lstStyle/>
        <a:p>
          <a:endParaRPr lang="en-US"/>
        </a:p>
      </dgm:t>
    </dgm:pt>
    <dgm:pt modelId="{2C916444-E204-47C0-AF6E-4BCD854A003D}" type="sibTrans" cxnId="{96563132-0AA2-4EE5-8940-EDB624E01F4F}">
      <dgm:prSet/>
      <dgm:spPr/>
      <dgm:t>
        <a:bodyPr/>
        <a:lstStyle/>
        <a:p>
          <a:endParaRPr lang="en-US"/>
        </a:p>
      </dgm:t>
    </dgm:pt>
    <dgm:pt modelId="{6A25B102-E595-4A37-AF4C-A913644FF9BF}">
      <dgm:prSet/>
      <dgm:spPr/>
      <dgm:t>
        <a:bodyPr/>
        <a:lstStyle/>
        <a:p>
          <a:r>
            <a:rPr lang="en-US" dirty="0"/>
            <a:t>Der </a:t>
          </a:r>
          <a:r>
            <a:rPr lang="en-US" dirty="0" err="1"/>
            <a:t>Fokus</a:t>
          </a:r>
          <a:r>
            <a:rPr lang="en-US" dirty="0"/>
            <a:t> </a:t>
          </a:r>
          <a:r>
            <a:rPr lang="en-US" dirty="0" err="1"/>
            <a:t>liegt</a:t>
          </a:r>
          <a:r>
            <a:rPr lang="en-US" dirty="0"/>
            <a:t> auf </a:t>
          </a:r>
          <a:r>
            <a:rPr lang="en-US" dirty="0" err="1"/>
            <a:t>Transparenz</a:t>
          </a:r>
          <a:r>
            <a:rPr lang="en-US" dirty="0"/>
            <a:t>, Flow und </a:t>
          </a:r>
          <a:r>
            <a:rPr lang="en-US" dirty="0" err="1"/>
            <a:t>Verbesserung</a:t>
          </a:r>
          <a:endParaRPr lang="en-US" dirty="0"/>
        </a:p>
      </dgm:t>
    </dgm:pt>
    <dgm:pt modelId="{43F25E88-6772-4E66-8843-7103092685C0}" type="parTrans" cxnId="{464F79C2-CBEC-4D37-B008-CE80276D26F5}">
      <dgm:prSet/>
      <dgm:spPr/>
      <dgm:t>
        <a:bodyPr/>
        <a:lstStyle/>
        <a:p>
          <a:endParaRPr lang="en-US"/>
        </a:p>
      </dgm:t>
    </dgm:pt>
    <dgm:pt modelId="{2FB6EF07-6E52-4BE9-82CB-16BF00DACDC3}" type="sibTrans" cxnId="{464F79C2-CBEC-4D37-B008-CE80276D26F5}">
      <dgm:prSet/>
      <dgm:spPr/>
      <dgm:t>
        <a:bodyPr/>
        <a:lstStyle/>
        <a:p>
          <a:endParaRPr lang="en-US"/>
        </a:p>
      </dgm:t>
    </dgm:pt>
    <dgm:pt modelId="{C86FEB0A-EF32-46B0-BE08-94B165F2A30A}" type="pres">
      <dgm:prSet presAssocID="{FF3CC388-18FA-49DD-98BF-3B16EB53CF97}" presName="root" presStyleCnt="0">
        <dgm:presLayoutVars>
          <dgm:dir/>
          <dgm:resizeHandles val="exact"/>
        </dgm:presLayoutVars>
      </dgm:prSet>
      <dgm:spPr/>
    </dgm:pt>
    <dgm:pt modelId="{8457AA9B-EBDC-43B4-B11F-42554AB0BA64}" type="pres">
      <dgm:prSet presAssocID="{A1AE506C-256E-4531-A8BF-6448FD6F280A}" presName="compNode" presStyleCnt="0"/>
      <dgm:spPr/>
    </dgm:pt>
    <dgm:pt modelId="{DFFDCDB3-FAB9-4B90-BF05-BDA4C2124921}" type="pres">
      <dgm:prSet presAssocID="{A1AE506C-256E-4531-A8BF-6448FD6F28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ktriker"/>
        </a:ext>
      </dgm:extLst>
    </dgm:pt>
    <dgm:pt modelId="{2455E046-E181-40E0-B830-EDEEE1C244EC}" type="pres">
      <dgm:prSet presAssocID="{A1AE506C-256E-4531-A8BF-6448FD6F280A}" presName="spaceRect" presStyleCnt="0"/>
      <dgm:spPr/>
    </dgm:pt>
    <dgm:pt modelId="{80638611-08D7-4A61-9E29-0E01DED3B9B0}" type="pres">
      <dgm:prSet presAssocID="{A1AE506C-256E-4531-A8BF-6448FD6F280A}" presName="textRect" presStyleLbl="revTx" presStyleIdx="0" presStyleCnt="4">
        <dgm:presLayoutVars>
          <dgm:chMax val="1"/>
          <dgm:chPref val="1"/>
        </dgm:presLayoutVars>
      </dgm:prSet>
      <dgm:spPr/>
    </dgm:pt>
    <dgm:pt modelId="{42538C29-0BE6-4A7C-AD18-67CDE9803D3C}" type="pres">
      <dgm:prSet presAssocID="{D4F13E2F-AD2E-48BF-B28A-5EF82C098AE8}" presName="sibTrans" presStyleCnt="0"/>
      <dgm:spPr/>
    </dgm:pt>
    <dgm:pt modelId="{D3E4A1E3-C847-4A7F-B252-D63737534F7F}" type="pres">
      <dgm:prSet presAssocID="{8071E94B-54D8-4573-8EFD-5C879DDA6C76}" presName="compNode" presStyleCnt="0"/>
      <dgm:spPr/>
    </dgm:pt>
    <dgm:pt modelId="{26AF5AEB-D9D3-4417-9691-ACB9112D06AA}" type="pres">
      <dgm:prSet presAssocID="{8071E94B-54D8-4573-8EFD-5C879DDA6C7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endlich"/>
        </a:ext>
      </dgm:extLst>
    </dgm:pt>
    <dgm:pt modelId="{9D082B9D-AC93-43CF-A9D4-FC3275CCAC3B}" type="pres">
      <dgm:prSet presAssocID="{8071E94B-54D8-4573-8EFD-5C879DDA6C76}" presName="spaceRect" presStyleCnt="0"/>
      <dgm:spPr/>
    </dgm:pt>
    <dgm:pt modelId="{03CE79C6-FF9C-44E4-98C2-6004E413A3D8}" type="pres">
      <dgm:prSet presAssocID="{8071E94B-54D8-4573-8EFD-5C879DDA6C76}" presName="textRect" presStyleLbl="revTx" presStyleIdx="1" presStyleCnt="4">
        <dgm:presLayoutVars>
          <dgm:chMax val="1"/>
          <dgm:chPref val="1"/>
        </dgm:presLayoutVars>
      </dgm:prSet>
      <dgm:spPr/>
    </dgm:pt>
    <dgm:pt modelId="{A075104B-2540-440B-8647-ED11E43A7551}" type="pres">
      <dgm:prSet presAssocID="{597CFF55-1AC1-4703-A683-5DC8245221DB}" presName="sibTrans" presStyleCnt="0"/>
      <dgm:spPr/>
    </dgm:pt>
    <dgm:pt modelId="{F2EAFCBB-D6A5-44B5-813D-D335D3D23367}" type="pres">
      <dgm:prSet presAssocID="{651D4FCF-51C5-4A29-AA51-7D5142D1B211}" presName="compNode" presStyleCnt="0"/>
      <dgm:spPr/>
    </dgm:pt>
    <dgm:pt modelId="{61BA59F3-BB50-42CF-AB12-A03CA245E438}" type="pres">
      <dgm:prSet presAssocID="{651D4FCF-51C5-4A29-AA51-7D5142D1B2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CDA9411B-23B5-4ADE-86B8-6D2AD21092A6}" type="pres">
      <dgm:prSet presAssocID="{651D4FCF-51C5-4A29-AA51-7D5142D1B211}" presName="spaceRect" presStyleCnt="0"/>
      <dgm:spPr/>
    </dgm:pt>
    <dgm:pt modelId="{79C31CFD-9E04-4FA4-99A9-ED3BFB32DC15}" type="pres">
      <dgm:prSet presAssocID="{651D4FCF-51C5-4A29-AA51-7D5142D1B211}" presName="textRect" presStyleLbl="revTx" presStyleIdx="2" presStyleCnt="4">
        <dgm:presLayoutVars>
          <dgm:chMax val="1"/>
          <dgm:chPref val="1"/>
        </dgm:presLayoutVars>
      </dgm:prSet>
      <dgm:spPr/>
    </dgm:pt>
    <dgm:pt modelId="{DEFEFA71-085C-4C90-BA81-3338CFDEEB57}" type="pres">
      <dgm:prSet presAssocID="{2C916444-E204-47C0-AF6E-4BCD854A003D}" presName="sibTrans" presStyleCnt="0"/>
      <dgm:spPr/>
    </dgm:pt>
    <dgm:pt modelId="{E3C4E3B8-936B-4D84-9F53-40AAB7A3F566}" type="pres">
      <dgm:prSet presAssocID="{6A25B102-E595-4A37-AF4C-A913644FF9BF}" presName="compNode" presStyleCnt="0"/>
      <dgm:spPr/>
    </dgm:pt>
    <dgm:pt modelId="{27FB7CCF-B07C-494E-898A-4B1D8F8946B5}" type="pres">
      <dgm:prSet presAssocID="{6A25B102-E595-4A37-AF4C-A913644FF9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B3DFF62-BACB-4E56-949E-460AA9AD1ACC}" type="pres">
      <dgm:prSet presAssocID="{6A25B102-E595-4A37-AF4C-A913644FF9BF}" presName="spaceRect" presStyleCnt="0"/>
      <dgm:spPr/>
    </dgm:pt>
    <dgm:pt modelId="{2EFCD2FD-0AAC-4214-AADD-44687DC375EA}" type="pres">
      <dgm:prSet presAssocID="{6A25B102-E595-4A37-AF4C-A913644FF9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B0FE15-82F7-48D8-9272-159F62539EBA}" type="presOf" srcId="{FF3CC388-18FA-49DD-98BF-3B16EB53CF97}" destId="{C86FEB0A-EF32-46B0-BE08-94B165F2A30A}" srcOrd="0" destOrd="0" presId="urn:microsoft.com/office/officeart/2018/2/layout/IconLabelList"/>
    <dgm:cxn modelId="{96563132-0AA2-4EE5-8940-EDB624E01F4F}" srcId="{FF3CC388-18FA-49DD-98BF-3B16EB53CF97}" destId="{651D4FCF-51C5-4A29-AA51-7D5142D1B211}" srcOrd="2" destOrd="0" parTransId="{236E738B-DC78-49DA-84BD-A6820076ED3C}" sibTransId="{2C916444-E204-47C0-AF6E-4BCD854A003D}"/>
    <dgm:cxn modelId="{28B6065D-EDEE-45C4-896C-B59670998185}" type="presOf" srcId="{A1AE506C-256E-4531-A8BF-6448FD6F280A}" destId="{80638611-08D7-4A61-9E29-0E01DED3B9B0}" srcOrd="0" destOrd="0" presId="urn:microsoft.com/office/officeart/2018/2/layout/IconLabelList"/>
    <dgm:cxn modelId="{2F43497F-3F0E-459D-9174-CC63DC9B80D5}" type="presOf" srcId="{651D4FCF-51C5-4A29-AA51-7D5142D1B211}" destId="{79C31CFD-9E04-4FA4-99A9-ED3BFB32DC15}" srcOrd="0" destOrd="0" presId="urn:microsoft.com/office/officeart/2018/2/layout/IconLabelList"/>
    <dgm:cxn modelId="{C2BF0182-69FC-414F-9998-1C7CC61E1695}" srcId="{FF3CC388-18FA-49DD-98BF-3B16EB53CF97}" destId="{A1AE506C-256E-4531-A8BF-6448FD6F280A}" srcOrd="0" destOrd="0" parTransId="{920E18C3-9F94-4A4D-BF9F-7747C7B84DF6}" sibTransId="{D4F13E2F-AD2E-48BF-B28A-5EF82C098AE8}"/>
    <dgm:cxn modelId="{B9A65EAA-AA7E-4EF6-BAB1-505872A153ED}" type="presOf" srcId="{6A25B102-E595-4A37-AF4C-A913644FF9BF}" destId="{2EFCD2FD-0AAC-4214-AADD-44687DC375EA}" srcOrd="0" destOrd="0" presId="urn:microsoft.com/office/officeart/2018/2/layout/IconLabelList"/>
    <dgm:cxn modelId="{3950E0B8-393D-4F21-B882-69851004B456}" type="presOf" srcId="{8071E94B-54D8-4573-8EFD-5C879DDA6C76}" destId="{03CE79C6-FF9C-44E4-98C2-6004E413A3D8}" srcOrd="0" destOrd="0" presId="urn:microsoft.com/office/officeart/2018/2/layout/IconLabelList"/>
    <dgm:cxn modelId="{464F79C2-CBEC-4D37-B008-CE80276D26F5}" srcId="{FF3CC388-18FA-49DD-98BF-3B16EB53CF97}" destId="{6A25B102-E595-4A37-AF4C-A913644FF9BF}" srcOrd="3" destOrd="0" parTransId="{43F25E88-6772-4E66-8843-7103092685C0}" sibTransId="{2FB6EF07-6E52-4BE9-82CB-16BF00DACDC3}"/>
    <dgm:cxn modelId="{879385CD-5400-4BF9-889F-D33B8CE29DE7}" srcId="{FF3CC388-18FA-49DD-98BF-3B16EB53CF97}" destId="{8071E94B-54D8-4573-8EFD-5C879DDA6C76}" srcOrd="1" destOrd="0" parTransId="{D4C43029-B082-4731-8722-842FA173529F}" sibTransId="{597CFF55-1AC1-4703-A683-5DC8245221DB}"/>
    <dgm:cxn modelId="{F9EA534D-40A6-464E-85E9-9810E53A824C}" type="presParOf" srcId="{C86FEB0A-EF32-46B0-BE08-94B165F2A30A}" destId="{8457AA9B-EBDC-43B4-B11F-42554AB0BA64}" srcOrd="0" destOrd="0" presId="urn:microsoft.com/office/officeart/2018/2/layout/IconLabelList"/>
    <dgm:cxn modelId="{DC09217A-4F4E-4951-956F-C57B3D4F19EC}" type="presParOf" srcId="{8457AA9B-EBDC-43B4-B11F-42554AB0BA64}" destId="{DFFDCDB3-FAB9-4B90-BF05-BDA4C2124921}" srcOrd="0" destOrd="0" presId="urn:microsoft.com/office/officeart/2018/2/layout/IconLabelList"/>
    <dgm:cxn modelId="{DAC19CC6-7FDF-4A96-B19C-350FAEE68490}" type="presParOf" srcId="{8457AA9B-EBDC-43B4-B11F-42554AB0BA64}" destId="{2455E046-E181-40E0-B830-EDEEE1C244EC}" srcOrd="1" destOrd="0" presId="urn:microsoft.com/office/officeart/2018/2/layout/IconLabelList"/>
    <dgm:cxn modelId="{7F169AF2-6FB7-4CE4-AD5F-29ED868A48A7}" type="presParOf" srcId="{8457AA9B-EBDC-43B4-B11F-42554AB0BA64}" destId="{80638611-08D7-4A61-9E29-0E01DED3B9B0}" srcOrd="2" destOrd="0" presId="urn:microsoft.com/office/officeart/2018/2/layout/IconLabelList"/>
    <dgm:cxn modelId="{FDF693B2-9B45-4435-B9AB-CF391A3D4FB2}" type="presParOf" srcId="{C86FEB0A-EF32-46B0-BE08-94B165F2A30A}" destId="{42538C29-0BE6-4A7C-AD18-67CDE9803D3C}" srcOrd="1" destOrd="0" presId="urn:microsoft.com/office/officeart/2018/2/layout/IconLabelList"/>
    <dgm:cxn modelId="{A96F0EDE-781B-4676-AE3C-FF93994019C6}" type="presParOf" srcId="{C86FEB0A-EF32-46B0-BE08-94B165F2A30A}" destId="{D3E4A1E3-C847-4A7F-B252-D63737534F7F}" srcOrd="2" destOrd="0" presId="urn:microsoft.com/office/officeart/2018/2/layout/IconLabelList"/>
    <dgm:cxn modelId="{B2F56B82-77A1-4147-904A-EF828E9A2691}" type="presParOf" srcId="{D3E4A1E3-C847-4A7F-B252-D63737534F7F}" destId="{26AF5AEB-D9D3-4417-9691-ACB9112D06AA}" srcOrd="0" destOrd="0" presId="urn:microsoft.com/office/officeart/2018/2/layout/IconLabelList"/>
    <dgm:cxn modelId="{B88DA54D-6224-4214-B537-B993ACB85F5E}" type="presParOf" srcId="{D3E4A1E3-C847-4A7F-B252-D63737534F7F}" destId="{9D082B9D-AC93-43CF-A9D4-FC3275CCAC3B}" srcOrd="1" destOrd="0" presId="urn:microsoft.com/office/officeart/2018/2/layout/IconLabelList"/>
    <dgm:cxn modelId="{77D5CC59-6E0A-41B8-856B-171C76AD3D63}" type="presParOf" srcId="{D3E4A1E3-C847-4A7F-B252-D63737534F7F}" destId="{03CE79C6-FF9C-44E4-98C2-6004E413A3D8}" srcOrd="2" destOrd="0" presId="urn:microsoft.com/office/officeart/2018/2/layout/IconLabelList"/>
    <dgm:cxn modelId="{21F589DD-1D17-4918-8AFF-9B5D8916D2AB}" type="presParOf" srcId="{C86FEB0A-EF32-46B0-BE08-94B165F2A30A}" destId="{A075104B-2540-440B-8647-ED11E43A7551}" srcOrd="3" destOrd="0" presId="urn:microsoft.com/office/officeart/2018/2/layout/IconLabelList"/>
    <dgm:cxn modelId="{EF7EF3CC-0094-4A59-89C1-EBBE86CB09AB}" type="presParOf" srcId="{C86FEB0A-EF32-46B0-BE08-94B165F2A30A}" destId="{F2EAFCBB-D6A5-44B5-813D-D335D3D23367}" srcOrd="4" destOrd="0" presId="urn:microsoft.com/office/officeart/2018/2/layout/IconLabelList"/>
    <dgm:cxn modelId="{5CDB6524-B897-4DD9-8233-5D4222EA36CA}" type="presParOf" srcId="{F2EAFCBB-D6A5-44B5-813D-D335D3D23367}" destId="{61BA59F3-BB50-42CF-AB12-A03CA245E438}" srcOrd="0" destOrd="0" presId="urn:microsoft.com/office/officeart/2018/2/layout/IconLabelList"/>
    <dgm:cxn modelId="{E568033B-A9D4-44C1-89FC-30D0EAB337D9}" type="presParOf" srcId="{F2EAFCBB-D6A5-44B5-813D-D335D3D23367}" destId="{CDA9411B-23B5-4ADE-86B8-6D2AD21092A6}" srcOrd="1" destOrd="0" presId="urn:microsoft.com/office/officeart/2018/2/layout/IconLabelList"/>
    <dgm:cxn modelId="{7E88D090-1B0A-4BCC-BF09-02AF1383BE86}" type="presParOf" srcId="{F2EAFCBB-D6A5-44B5-813D-D335D3D23367}" destId="{79C31CFD-9E04-4FA4-99A9-ED3BFB32DC15}" srcOrd="2" destOrd="0" presId="urn:microsoft.com/office/officeart/2018/2/layout/IconLabelList"/>
    <dgm:cxn modelId="{E639474B-6FD8-4BAA-AA79-77CB4420A907}" type="presParOf" srcId="{C86FEB0A-EF32-46B0-BE08-94B165F2A30A}" destId="{DEFEFA71-085C-4C90-BA81-3338CFDEEB57}" srcOrd="5" destOrd="0" presId="urn:microsoft.com/office/officeart/2018/2/layout/IconLabelList"/>
    <dgm:cxn modelId="{EA6DDFF7-3CB3-405A-AAD0-881345D9C059}" type="presParOf" srcId="{C86FEB0A-EF32-46B0-BE08-94B165F2A30A}" destId="{E3C4E3B8-936B-4D84-9F53-40AAB7A3F566}" srcOrd="6" destOrd="0" presId="urn:microsoft.com/office/officeart/2018/2/layout/IconLabelList"/>
    <dgm:cxn modelId="{84D8D4C5-5029-4C6F-9AFE-1E890B0D4829}" type="presParOf" srcId="{E3C4E3B8-936B-4D84-9F53-40AAB7A3F566}" destId="{27FB7CCF-B07C-494E-898A-4B1D8F8946B5}" srcOrd="0" destOrd="0" presId="urn:microsoft.com/office/officeart/2018/2/layout/IconLabelList"/>
    <dgm:cxn modelId="{7CB9F60C-86DA-40C5-BFB5-D109DD640785}" type="presParOf" srcId="{E3C4E3B8-936B-4D84-9F53-40AAB7A3F566}" destId="{7B3DFF62-BACB-4E56-949E-460AA9AD1ACC}" srcOrd="1" destOrd="0" presId="urn:microsoft.com/office/officeart/2018/2/layout/IconLabelList"/>
    <dgm:cxn modelId="{A561E697-6B14-445D-B7C8-56CFD105C00A}" type="presParOf" srcId="{E3C4E3B8-936B-4D84-9F53-40AAB7A3F566}" destId="{2EFCD2FD-0AAC-4214-AADD-44687DC375E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3BE98-CF26-4DD9-96C0-FEB888D0CAF9}">
      <dsp:nvSpPr>
        <dsp:cNvPr id="0" name=""/>
        <dsp:cNvSpPr/>
      </dsp:nvSpPr>
      <dsp:spPr>
        <a:xfrm>
          <a:off x="0" y="450"/>
          <a:ext cx="8195871" cy="1053858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E0096-315D-4F85-985E-D2427A39C08D}">
      <dsp:nvSpPr>
        <dsp:cNvPr id="0" name=""/>
        <dsp:cNvSpPr/>
      </dsp:nvSpPr>
      <dsp:spPr>
        <a:xfrm>
          <a:off x="318792" y="237568"/>
          <a:ext cx="579622" cy="579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7AF58-5ADD-4EFD-A061-84453EC796E6}">
      <dsp:nvSpPr>
        <dsp:cNvPr id="0" name=""/>
        <dsp:cNvSpPr/>
      </dsp:nvSpPr>
      <dsp:spPr>
        <a:xfrm>
          <a:off x="1217206" y="450"/>
          <a:ext cx="6978664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Kanban </a:t>
          </a:r>
          <a:r>
            <a:rPr lang="en-US" sz="2500" kern="1200" dirty="0" err="1"/>
            <a:t>ist</a:t>
          </a:r>
          <a:r>
            <a:rPr lang="en-US" sz="2500" kern="1200" dirty="0"/>
            <a:t> </a:t>
          </a:r>
          <a:r>
            <a:rPr lang="en-US" sz="2500" kern="1200" dirty="0" err="1"/>
            <a:t>eine</a:t>
          </a:r>
          <a:r>
            <a:rPr lang="en-US" sz="2500" kern="1200" dirty="0"/>
            <a:t> Methode, um </a:t>
          </a:r>
          <a:r>
            <a:rPr lang="en-US" sz="2500" kern="1200" dirty="0" err="1"/>
            <a:t>Arbeitsabläufe</a:t>
          </a:r>
          <a:r>
            <a:rPr lang="en-US" sz="2500" kern="1200" dirty="0"/>
            <a:t> </a:t>
          </a:r>
          <a:r>
            <a:rPr lang="en-US" sz="2500" kern="1200" dirty="0" err="1"/>
            <a:t>zu</a:t>
          </a:r>
          <a:r>
            <a:rPr lang="en-US" sz="2500" kern="1200" dirty="0"/>
            <a:t> </a:t>
          </a:r>
          <a:r>
            <a:rPr lang="en-US" sz="2500" kern="1200" dirty="0" err="1"/>
            <a:t>verbessern</a:t>
          </a:r>
          <a:endParaRPr lang="en-US" sz="2500" kern="1200" dirty="0"/>
        </a:p>
      </dsp:txBody>
      <dsp:txXfrm>
        <a:off x="1217206" y="450"/>
        <a:ext cx="6978664" cy="1053858"/>
      </dsp:txXfrm>
    </dsp:sp>
    <dsp:sp modelId="{D53A1231-1E92-46C8-B167-A9A73716EEE9}">
      <dsp:nvSpPr>
        <dsp:cNvPr id="0" name=""/>
        <dsp:cNvSpPr/>
      </dsp:nvSpPr>
      <dsp:spPr>
        <a:xfrm>
          <a:off x="0" y="1317773"/>
          <a:ext cx="8195871" cy="1053858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6EBDE-FC99-441B-A67A-23DB416D1E74}">
      <dsp:nvSpPr>
        <dsp:cNvPr id="0" name=""/>
        <dsp:cNvSpPr/>
      </dsp:nvSpPr>
      <dsp:spPr>
        <a:xfrm>
          <a:off x="318792" y="1554891"/>
          <a:ext cx="579622" cy="579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E1627-A01F-4826-B7D9-33DD43659E79}">
      <dsp:nvSpPr>
        <dsp:cNvPr id="0" name=""/>
        <dsp:cNvSpPr/>
      </dsp:nvSpPr>
      <dsp:spPr>
        <a:xfrm>
          <a:off x="1217206" y="1317773"/>
          <a:ext cx="6978664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 der </a:t>
          </a:r>
          <a:r>
            <a:rPr lang="en-US" sz="2500" kern="1200" dirty="0" err="1"/>
            <a:t>japanischen</a:t>
          </a:r>
          <a:r>
            <a:rPr lang="en-US" sz="2500" kern="1200" dirty="0"/>
            <a:t> </a:t>
          </a:r>
          <a:r>
            <a:rPr lang="en-US" sz="2500" kern="1200" dirty="0" err="1"/>
            <a:t>Automobilindustrie</a:t>
          </a:r>
          <a:r>
            <a:rPr lang="en-US" sz="2500" kern="1200" dirty="0"/>
            <a:t> </a:t>
          </a:r>
          <a:r>
            <a:rPr lang="en-US" sz="2500" kern="1200" dirty="0" err="1"/>
            <a:t>entwickelt</a:t>
          </a:r>
          <a:endParaRPr lang="en-US" sz="2500" kern="1200" dirty="0"/>
        </a:p>
      </dsp:txBody>
      <dsp:txXfrm>
        <a:off x="1217206" y="1317773"/>
        <a:ext cx="6978664" cy="1053858"/>
      </dsp:txXfrm>
    </dsp:sp>
    <dsp:sp modelId="{6AA18228-F943-4D68-9D15-3DF43E7AAB8D}">
      <dsp:nvSpPr>
        <dsp:cNvPr id="0" name=""/>
        <dsp:cNvSpPr/>
      </dsp:nvSpPr>
      <dsp:spPr>
        <a:xfrm>
          <a:off x="0" y="2635096"/>
          <a:ext cx="8195871" cy="1053858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8C4BA-0EF4-4659-ACF2-7FAA76D55876}">
      <dsp:nvSpPr>
        <dsp:cNvPr id="0" name=""/>
        <dsp:cNvSpPr/>
      </dsp:nvSpPr>
      <dsp:spPr>
        <a:xfrm>
          <a:off x="318792" y="2872214"/>
          <a:ext cx="579622" cy="579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67EDE-56DB-43ED-A432-C56D36F5DB2B}">
      <dsp:nvSpPr>
        <dsp:cNvPr id="0" name=""/>
        <dsp:cNvSpPr/>
      </dsp:nvSpPr>
      <dsp:spPr>
        <a:xfrm>
          <a:off x="1217206" y="2635096"/>
          <a:ext cx="6978664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Heute weit verbreitet in der Softwareentwicklung und im Projektmanagement</a:t>
          </a:r>
        </a:p>
      </dsp:txBody>
      <dsp:txXfrm>
        <a:off x="1217206" y="2635096"/>
        <a:ext cx="6978664" cy="1053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13A42-772D-42A4-9ACF-B6DD5E16F9EF}">
      <dsp:nvSpPr>
        <dsp:cNvPr id="0" name=""/>
        <dsp:cNvSpPr/>
      </dsp:nvSpPr>
      <dsp:spPr>
        <a:xfrm>
          <a:off x="0" y="100137"/>
          <a:ext cx="5000124" cy="99312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1. </a:t>
          </a:r>
          <a:r>
            <a:rPr lang="en-US" sz="2500" kern="1200" dirty="0" err="1"/>
            <a:t>Visualisiere</a:t>
          </a:r>
          <a:r>
            <a:rPr lang="en-US" sz="2500" kern="1200" dirty="0"/>
            <a:t> die Arbeit</a:t>
          </a:r>
        </a:p>
      </dsp:txBody>
      <dsp:txXfrm>
        <a:off x="48481" y="148618"/>
        <a:ext cx="4903162" cy="896166"/>
      </dsp:txXfrm>
    </dsp:sp>
    <dsp:sp modelId="{451878C1-29C2-4527-9E88-9AB2293DC604}">
      <dsp:nvSpPr>
        <dsp:cNvPr id="0" name=""/>
        <dsp:cNvSpPr/>
      </dsp:nvSpPr>
      <dsp:spPr>
        <a:xfrm>
          <a:off x="0" y="1165266"/>
          <a:ext cx="5000124" cy="99312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2. </a:t>
          </a:r>
          <a:r>
            <a:rPr lang="en-US" sz="2500" kern="1200" dirty="0" err="1"/>
            <a:t>Begrenze</a:t>
          </a:r>
          <a:r>
            <a:rPr lang="en-US" sz="2500" kern="1200" dirty="0"/>
            <a:t> </a:t>
          </a:r>
          <a:r>
            <a:rPr lang="en-US" sz="2500" kern="1200" dirty="0" err="1"/>
            <a:t>parallele</a:t>
          </a:r>
          <a:r>
            <a:rPr lang="en-US" sz="2500" kern="1200" dirty="0"/>
            <a:t> </a:t>
          </a:r>
          <a:r>
            <a:rPr lang="en-US" sz="2500" kern="1200" dirty="0" err="1"/>
            <a:t>Aufgaben</a:t>
          </a:r>
          <a:r>
            <a:rPr lang="en-US" sz="2500" kern="1200" dirty="0"/>
            <a:t> </a:t>
          </a:r>
        </a:p>
      </dsp:txBody>
      <dsp:txXfrm>
        <a:off x="48481" y="1213747"/>
        <a:ext cx="4903162" cy="896166"/>
      </dsp:txXfrm>
    </dsp:sp>
    <dsp:sp modelId="{330E4419-F251-4F25-A7A8-54712AB4B472}">
      <dsp:nvSpPr>
        <dsp:cNvPr id="0" name=""/>
        <dsp:cNvSpPr/>
      </dsp:nvSpPr>
      <dsp:spPr>
        <a:xfrm>
          <a:off x="0" y="2230395"/>
          <a:ext cx="5000124" cy="99312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3. </a:t>
          </a:r>
          <a:r>
            <a:rPr lang="en-US" sz="2500" kern="1200" dirty="0" err="1"/>
            <a:t>Steuere</a:t>
          </a:r>
          <a:r>
            <a:rPr lang="en-US" sz="2500" kern="1200" dirty="0"/>
            <a:t> den </a:t>
          </a:r>
          <a:r>
            <a:rPr lang="en-US" sz="2500" kern="1200" dirty="0" err="1"/>
            <a:t>Arbeitsfluss</a:t>
          </a:r>
          <a:endParaRPr lang="en-US" sz="2500" kern="1200" dirty="0"/>
        </a:p>
      </dsp:txBody>
      <dsp:txXfrm>
        <a:off x="48481" y="2278876"/>
        <a:ext cx="4903162" cy="896166"/>
      </dsp:txXfrm>
    </dsp:sp>
    <dsp:sp modelId="{F05A46E0-2EFC-4D61-8FA9-53479464D7A2}">
      <dsp:nvSpPr>
        <dsp:cNvPr id="0" name=""/>
        <dsp:cNvSpPr/>
      </dsp:nvSpPr>
      <dsp:spPr>
        <a:xfrm>
          <a:off x="0" y="3295524"/>
          <a:ext cx="5000124" cy="99312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4. </a:t>
          </a:r>
          <a:r>
            <a:rPr lang="en-US" sz="2500" kern="1200" dirty="0" err="1"/>
            <a:t>Halte</a:t>
          </a:r>
          <a:r>
            <a:rPr lang="en-US" sz="2500" kern="1200" dirty="0"/>
            <a:t> </a:t>
          </a:r>
          <a:r>
            <a:rPr lang="en-US" sz="2500" kern="1200" dirty="0" err="1"/>
            <a:t>Regeln</a:t>
          </a:r>
          <a:r>
            <a:rPr lang="en-US" sz="2500" kern="1200" dirty="0"/>
            <a:t> für die Arbeit </a:t>
          </a:r>
          <a:r>
            <a:rPr lang="en-US" sz="2500" kern="1200" dirty="0" err="1"/>
            <a:t>schriftlich</a:t>
          </a:r>
          <a:r>
            <a:rPr lang="en-US" sz="2500" kern="1200" dirty="0"/>
            <a:t> fest</a:t>
          </a:r>
        </a:p>
      </dsp:txBody>
      <dsp:txXfrm>
        <a:off x="48481" y="3344005"/>
        <a:ext cx="4903162" cy="896166"/>
      </dsp:txXfrm>
    </dsp:sp>
    <dsp:sp modelId="{E7AD408B-03CF-43E8-B64B-0BBAACCD5029}">
      <dsp:nvSpPr>
        <dsp:cNvPr id="0" name=""/>
        <dsp:cNvSpPr/>
      </dsp:nvSpPr>
      <dsp:spPr>
        <a:xfrm>
          <a:off x="0" y="4360653"/>
          <a:ext cx="5000124" cy="99312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5. </a:t>
          </a:r>
          <a:r>
            <a:rPr lang="de-DE" sz="2500" kern="1200" dirty="0"/>
            <a:t>Feedback</a:t>
          </a:r>
          <a:endParaRPr lang="en-US" sz="2500" kern="1200" dirty="0"/>
        </a:p>
      </dsp:txBody>
      <dsp:txXfrm>
        <a:off x="48481" y="4409134"/>
        <a:ext cx="4903162" cy="8961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46B02-704D-424D-8E1F-F61245C64BAD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ADE8163-1B94-4874-A487-A00BA96EF09F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55B079-9A2D-4294-856B-E6AF62E83980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Guter </a:t>
          </a:r>
          <a:r>
            <a:rPr lang="en-US" sz="2200" kern="1200" dirty="0" err="1"/>
            <a:t>Überblick</a:t>
          </a:r>
          <a:r>
            <a:rPr lang="en-US" sz="2200" kern="1200" dirty="0"/>
            <a:t> </a:t>
          </a:r>
          <a:r>
            <a:rPr lang="en-US" sz="2200" kern="1200" dirty="0" err="1"/>
            <a:t>über</a:t>
          </a:r>
          <a:r>
            <a:rPr lang="en-US" sz="2200" kern="1200" dirty="0"/>
            <a:t> alle </a:t>
          </a:r>
          <a:r>
            <a:rPr lang="en-US" sz="2200" kern="1200" dirty="0" err="1"/>
            <a:t>Aufgaben</a:t>
          </a:r>
          <a:endParaRPr lang="en-US" sz="2200" kern="1200" dirty="0"/>
        </a:p>
      </dsp:txBody>
      <dsp:txXfrm>
        <a:off x="1325062" y="2263"/>
        <a:ext cx="3675061" cy="1147240"/>
      </dsp:txXfrm>
    </dsp:sp>
    <dsp:sp modelId="{96E55E31-CEF9-4D70-94E9-1236B88766EE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B07F14-08C0-4220-9635-58CC79E23A78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9F5D13-C379-45AB-9EC3-B60110F5780E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Besseres</a:t>
          </a:r>
          <a:r>
            <a:rPr lang="en-US" sz="2200" kern="1200" dirty="0"/>
            <a:t> </a:t>
          </a:r>
          <a:r>
            <a:rPr lang="en-US" sz="2200" kern="1200" dirty="0" err="1"/>
            <a:t>Zeitmanagement</a:t>
          </a:r>
          <a:endParaRPr lang="en-US" sz="2200" kern="1200" dirty="0"/>
        </a:p>
      </dsp:txBody>
      <dsp:txXfrm>
        <a:off x="1325062" y="1436314"/>
        <a:ext cx="3675061" cy="1147240"/>
      </dsp:txXfrm>
    </dsp:sp>
    <dsp:sp modelId="{A9A569A0-1154-407F-B9D3-9E3C8FE00373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7E4239-9103-45C2-A0FE-943694D6D47F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AFBB8F-016E-43A3-A397-1E6D75699B55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Bessere</a:t>
          </a:r>
          <a:r>
            <a:rPr lang="en-US" sz="2200" kern="1200" dirty="0"/>
            <a:t> Zusammenarbeit </a:t>
          </a:r>
          <a:r>
            <a:rPr lang="en-US" sz="2200" kern="1200" dirty="0" err="1"/>
            <a:t>im</a:t>
          </a:r>
          <a:r>
            <a:rPr lang="en-US" sz="2200" kern="1200" dirty="0"/>
            <a:t> Team</a:t>
          </a:r>
        </a:p>
      </dsp:txBody>
      <dsp:txXfrm>
        <a:off x="1325062" y="2870365"/>
        <a:ext cx="3675061" cy="1147240"/>
      </dsp:txXfrm>
    </dsp:sp>
    <dsp:sp modelId="{BECB79DD-ED1E-433B-BB34-9A60834D229A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BA0FCA-C96B-4E7A-BE6F-F7526F1C26C7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A31451-977C-4942-B86A-68AD97F4591C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Einfach</a:t>
          </a:r>
          <a:r>
            <a:rPr lang="en-US" sz="2200" kern="1200" dirty="0"/>
            <a:t> </a:t>
          </a:r>
          <a:r>
            <a:rPr lang="en-US" sz="2200" kern="1200" dirty="0" err="1"/>
            <a:t>zu</a:t>
          </a:r>
          <a:r>
            <a:rPr lang="en-US" sz="2200" kern="1200" dirty="0"/>
            <a:t> </a:t>
          </a:r>
          <a:r>
            <a:rPr lang="en-US" sz="2200" kern="1200" dirty="0" err="1"/>
            <a:t>starten</a:t>
          </a:r>
          <a:r>
            <a:rPr lang="en-US" sz="2200" kern="1200" dirty="0"/>
            <a:t> und gut </a:t>
          </a:r>
          <a:r>
            <a:rPr lang="en-US" sz="2200" kern="1200" dirty="0" err="1"/>
            <a:t>anpassbar</a:t>
          </a:r>
          <a:endParaRPr lang="en-US" sz="2200" kern="1200" dirty="0"/>
        </a:p>
      </dsp:txBody>
      <dsp:txXfrm>
        <a:off x="1325062" y="4304415"/>
        <a:ext cx="3675061" cy="11472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6C96E-8B9C-44B4-A3CE-67D8456EAEDC}">
      <dsp:nvSpPr>
        <dsp:cNvPr id="0" name=""/>
        <dsp:cNvSpPr/>
      </dsp:nvSpPr>
      <dsp:spPr>
        <a:xfrm>
          <a:off x="0" y="0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160EB91-29AF-4E4D-84DD-75B1CE26975A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D58085-C0BB-4896-9177-855E88292967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Wenig Fokus auf </a:t>
          </a:r>
          <a:r>
            <a:rPr lang="de-DE" sz="2100" kern="1200"/>
            <a:t>langfristige Planung</a:t>
          </a:r>
          <a:endParaRPr lang="de-DE" sz="2100" kern="1200" dirty="0"/>
        </a:p>
      </dsp:txBody>
      <dsp:txXfrm>
        <a:off x="1325062" y="2263"/>
        <a:ext cx="3675061" cy="1147240"/>
      </dsp:txXfrm>
    </dsp:sp>
    <dsp:sp modelId="{BD4CEF24-BC16-43B3-A3A6-5C4C42C237C7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BB31C34-5954-43E7-A1AE-22E41A1AD51C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219F42-6C90-4EBF-8851-A9EFF652B47B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Abhängigkeiten &amp; Spezialisten erzeugen Bottlenecks</a:t>
          </a:r>
        </a:p>
      </dsp:txBody>
      <dsp:txXfrm>
        <a:off x="1325062" y="1436314"/>
        <a:ext cx="3675061" cy="1147240"/>
      </dsp:txXfrm>
    </dsp:sp>
    <dsp:sp modelId="{A24855B4-99B0-4DC9-A7CC-B0944CF5C96C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9BA22EB-93B3-4BAF-87ED-CDCA8582AC61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CFC6ED-F2A0-43EB-8B57-B9DB59396C5D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Nicht ideal bei festen Deadlines &amp; festem Umfang</a:t>
          </a:r>
        </a:p>
      </dsp:txBody>
      <dsp:txXfrm>
        <a:off x="1325062" y="2870365"/>
        <a:ext cx="3675061" cy="1147240"/>
      </dsp:txXfrm>
    </dsp:sp>
    <dsp:sp modelId="{C747FBD2-6270-41D7-8624-C918E73A01AE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92D8B3C-C5E8-4656-8EB9-C43E80FE429C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EB8416-629C-4D30-BA06-ECDB45147A62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Braucht Disziplin: Board/Regeln müssen gepflegt werden</a:t>
          </a:r>
        </a:p>
      </dsp:txBody>
      <dsp:txXfrm>
        <a:off x="1325062" y="4304415"/>
        <a:ext cx="3675061" cy="1147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DCDB3-FAB9-4B90-BF05-BDA4C2124921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38611-08D7-4A61-9E29-0E01DED3B9B0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Kanban </a:t>
          </a:r>
          <a:r>
            <a:rPr lang="en-US" sz="1400" kern="1200" dirty="0" err="1"/>
            <a:t>ist</a:t>
          </a:r>
          <a:r>
            <a:rPr lang="en-US" sz="1400" kern="1200" dirty="0"/>
            <a:t> </a:t>
          </a:r>
          <a:r>
            <a:rPr lang="en-US" sz="1400" kern="1200" dirty="0" err="1"/>
            <a:t>ein</a:t>
          </a:r>
          <a:r>
            <a:rPr lang="en-US" sz="1400" kern="1200" dirty="0"/>
            <a:t> </a:t>
          </a:r>
          <a:r>
            <a:rPr lang="en-US" sz="1400" kern="1200" dirty="0" err="1"/>
            <a:t>effektives</a:t>
          </a:r>
          <a:r>
            <a:rPr lang="en-US" sz="1400" kern="1200" dirty="0"/>
            <a:t> </a:t>
          </a:r>
          <a:r>
            <a:rPr lang="en-US" sz="1400" kern="1200" dirty="0" err="1"/>
            <a:t>Werkzeug</a:t>
          </a:r>
          <a:r>
            <a:rPr lang="en-US" sz="1400" kern="1200" dirty="0"/>
            <a:t> </a:t>
          </a:r>
          <a:r>
            <a:rPr lang="en-US" sz="1400" kern="1200" dirty="0" err="1"/>
            <a:t>zur</a:t>
          </a:r>
          <a:r>
            <a:rPr lang="en-US" sz="1400" kern="1200" dirty="0"/>
            <a:t> </a:t>
          </a:r>
          <a:r>
            <a:rPr lang="en-US" sz="1400" kern="1200" dirty="0" err="1"/>
            <a:t>Prozessoptimierung</a:t>
          </a:r>
          <a:endParaRPr lang="en-US" sz="1400" kern="1200" dirty="0"/>
        </a:p>
      </dsp:txBody>
      <dsp:txXfrm>
        <a:off x="25435" y="2276522"/>
        <a:ext cx="1800000" cy="720000"/>
      </dsp:txXfrm>
    </dsp:sp>
    <dsp:sp modelId="{26AF5AEB-D9D3-4417-9691-ACB9112D06AA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E79C6-FF9C-44E4-98C2-6004E413A3D8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Es </a:t>
          </a:r>
          <a:r>
            <a:rPr lang="en-US" sz="1400" kern="1200" dirty="0" err="1"/>
            <a:t>bietet</a:t>
          </a:r>
          <a:r>
            <a:rPr lang="en-US" sz="1400" kern="1200" dirty="0"/>
            <a:t> </a:t>
          </a:r>
          <a:r>
            <a:rPr lang="en-US" sz="1400" kern="1200" dirty="0" err="1"/>
            <a:t>Struktur</a:t>
          </a:r>
          <a:r>
            <a:rPr lang="en-US" sz="1400" kern="1200" dirty="0"/>
            <a:t>, </a:t>
          </a:r>
          <a:r>
            <a:rPr lang="en-US" sz="1400" kern="1200" dirty="0" err="1"/>
            <a:t>ohne</a:t>
          </a:r>
          <a:r>
            <a:rPr lang="en-US" sz="1400" kern="1200" dirty="0"/>
            <a:t> </a:t>
          </a:r>
          <a:r>
            <a:rPr lang="en-US" sz="1400" kern="1200" dirty="0" err="1"/>
            <a:t>zu</a:t>
          </a:r>
          <a:r>
            <a:rPr lang="en-US" sz="1400" kern="1200" dirty="0"/>
            <a:t> </a:t>
          </a:r>
          <a:r>
            <a:rPr lang="en-US" sz="1400" kern="1200" dirty="0" err="1"/>
            <a:t>starr</a:t>
          </a:r>
          <a:r>
            <a:rPr lang="en-US" sz="1400" kern="1200" dirty="0"/>
            <a:t> </a:t>
          </a:r>
          <a:r>
            <a:rPr lang="en-US" sz="1400" kern="1200" dirty="0" err="1"/>
            <a:t>zu</a:t>
          </a:r>
          <a:r>
            <a:rPr lang="en-US" sz="1400" kern="1200" dirty="0"/>
            <a:t> sein</a:t>
          </a:r>
        </a:p>
      </dsp:txBody>
      <dsp:txXfrm>
        <a:off x="2140435" y="2276522"/>
        <a:ext cx="1800000" cy="720000"/>
      </dsp:txXfrm>
    </dsp:sp>
    <dsp:sp modelId="{61BA59F3-BB50-42CF-AB12-A03CA245E43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31CFD-9E04-4FA4-99A9-ED3BFB32DC15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Besonders</a:t>
          </a:r>
          <a:r>
            <a:rPr lang="en-US" sz="1400" kern="1200" dirty="0"/>
            <a:t> </a:t>
          </a:r>
          <a:r>
            <a:rPr lang="en-US" sz="1400" kern="1200" dirty="0" err="1"/>
            <a:t>geeignet</a:t>
          </a:r>
          <a:r>
            <a:rPr lang="en-US" sz="1400" kern="1200" dirty="0"/>
            <a:t> für Teams </a:t>
          </a:r>
          <a:r>
            <a:rPr lang="en-US" sz="1400" kern="1200" dirty="0" err="1"/>
            <a:t>mit</a:t>
          </a:r>
          <a:r>
            <a:rPr lang="en-US" sz="1400" kern="1200" dirty="0"/>
            <a:t> </a:t>
          </a:r>
          <a:r>
            <a:rPr lang="en-US" sz="1400" kern="1200" dirty="0" err="1"/>
            <a:t>wechselnden</a:t>
          </a:r>
          <a:r>
            <a:rPr lang="en-US" sz="1400" kern="1200" dirty="0"/>
            <a:t> </a:t>
          </a:r>
          <a:r>
            <a:rPr lang="en-US" sz="1400" kern="1200" dirty="0" err="1"/>
            <a:t>Prioritäten</a:t>
          </a:r>
          <a:endParaRPr lang="en-US" sz="1400" kern="1200" dirty="0"/>
        </a:p>
      </dsp:txBody>
      <dsp:txXfrm>
        <a:off x="4255435" y="2276522"/>
        <a:ext cx="1800000" cy="720000"/>
      </dsp:txXfrm>
    </dsp:sp>
    <dsp:sp modelId="{27FB7CCF-B07C-494E-898A-4B1D8F8946B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CD2FD-0AAC-4214-AADD-44687DC375EA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 </a:t>
          </a:r>
          <a:r>
            <a:rPr lang="en-US" sz="1400" kern="1200" dirty="0" err="1"/>
            <a:t>Fokus</a:t>
          </a:r>
          <a:r>
            <a:rPr lang="en-US" sz="1400" kern="1200" dirty="0"/>
            <a:t> </a:t>
          </a:r>
          <a:r>
            <a:rPr lang="en-US" sz="1400" kern="1200" dirty="0" err="1"/>
            <a:t>liegt</a:t>
          </a:r>
          <a:r>
            <a:rPr lang="en-US" sz="1400" kern="1200" dirty="0"/>
            <a:t> auf </a:t>
          </a:r>
          <a:r>
            <a:rPr lang="en-US" sz="1400" kern="1200" dirty="0" err="1"/>
            <a:t>Transparenz</a:t>
          </a:r>
          <a:r>
            <a:rPr lang="en-US" sz="1400" kern="1200" dirty="0"/>
            <a:t>, Flow und </a:t>
          </a:r>
          <a:r>
            <a:rPr lang="en-US" sz="1400" kern="1200" dirty="0" err="1"/>
            <a:t>Verbesserung</a:t>
          </a:r>
          <a:endParaRPr lang="en-US" sz="1400" kern="1200" dirty="0"/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925" y="818984"/>
            <a:ext cx="5036024" cy="3178689"/>
          </a:xfrm>
        </p:spPr>
        <p:txBody>
          <a:bodyPr>
            <a:normAutofit/>
          </a:bodyPr>
          <a:lstStyle/>
          <a:p>
            <a:pPr algn="l"/>
            <a:r>
              <a:rPr lang="de-DE" sz="4200">
                <a:solidFill>
                  <a:srgbClr val="FFFFFF"/>
                </a:solidFill>
              </a:rPr>
              <a:t>Das Kanban-Modell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Dmytro und Dima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Einführung in Kanban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70299B6-FCC6-9A39-7608-B4437620C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31285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E793D-8471-F29E-E1F5-FD6169F2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4C699-C37A-DC28-E4E7-E047F4CC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 Kanban-Board</a:t>
            </a:r>
          </a:p>
        </p:txBody>
      </p:sp>
      <p:pic>
        <p:nvPicPr>
          <p:cNvPr id="6" name="Inhaltsplatzhalter 5" descr="Ein Bild, das Text, Screenshot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7AF4CDB8-986D-273F-B96A-F9677B52E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156" r="-1" b="6440"/>
          <a:stretch>
            <a:fillRect/>
          </a:stretch>
        </p:blipFill>
        <p:spPr>
          <a:xfrm>
            <a:off x="3371854" y="581748"/>
            <a:ext cx="5419311" cy="2329047"/>
          </a:xfrm>
          <a:prstGeom prst="rect">
            <a:avLst/>
          </a:prstGeom>
          <a:noFill/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E22E282-56BA-C69F-4BE9-293A076F3997}"/>
              </a:ext>
            </a:extLst>
          </p:cNvPr>
          <p:cNvSpPr txBox="1"/>
          <p:nvPr/>
        </p:nvSpPr>
        <p:spPr>
          <a:xfrm>
            <a:off x="3137717" y="3551536"/>
            <a:ext cx="56633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20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Ein </a:t>
            </a:r>
            <a:r>
              <a:rPr lang="de-DE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Kanban-Board besteht aus Spalten, die den Arbeitsprozess darstellen:</a:t>
            </a:r>
          </a:p>
          <a:p>
            <a:pPr marL="228600" lvl="0" indent="-171450">
              <a:buClr>
                <a:schemeClr val="dk1"/>
              </a:buClr>
              <a:buSzPts val="1800"/>
              <a:buFont typeface="Calibri"/>
              <a:buChar char="●"/>
            </a:pPr>
            <a:r>
              <a:rPr lang="de-DE" sz="2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</a:t>
            </a:r>
            <a:r>
              <a:rPr lang="de-DE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-Do - Aufgaben, die noch zu erledigen sind</a:t>
            </a:r>
          </a:p>
          <a:p>
            <a:pPr marL="228600" lvl="0" indent="-171450">
              <a:buClr>
                <a:schemeClr val="dk1"/>
              </a:buClr>
              <a:buSzPts val="1800"/>
              <a:buFont typeface="Calibri"/>
              <a:buChar char="●"/>
            </a:pPr>
            <a:r>
              <a:rPr lang="de-DE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 Arbeit  - Aufgaben, die gerade bearbeitet werden</a:t>
            </a:r>
          </a:p>
          <a:p>
            <a:pPr marL="228600" lvl="0" indent="-171450">
              <a:buClr>
                <a:schemeClr val="dk1"/>
              </a:buClr>
              <a:buSzPts val="1800"/>
              <a:buFont typeface="Calibri"/>
              <a:buChar char="●"/>
            </a:pPr>
            <a:r>
              <a:rPr lang="de-DE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Überprüfung - Aufgaben, die geprüft werden</a:t>
            </a:r>
          </a:p>
          <a:p>
            <a:pPr marL="228600" lvl="0" indent="-171450">
              <a:buClr>
                <a:schemeClr val="dk1"/>
              </a:buClr>
              <a:buSzPts val="1800"/>
              <a:buFont typeface="Calibri"/>
              <a:buChar char="●"/>
            </a:pPr>
            <a:r>
              <a:rPr lang="de-DE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Fertig - abgeschlossene Aufgaben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59953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2500">
                <a:solidFill>
                  <a:srgbClr val="FFFFFF"/>
                </a:solidFill>
              </a:rPr>
              <a:t>Grundprinzipien des Kanban-Modells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F50AAC-2CE8-3804-282B-98F8227DE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25387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>
                <a:solidFill>
                  <a:srgbClr val="FFFFFF"/>
                </a:solidFill>
              </a:rPr>
              <a:t>Vorteile von Kanban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B48C15-2D3F-5787-3C4A-552EBDAEC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64092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1E3A0-71E6-01D6-0FA8-15B4F1C7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30E060-C4FB-83C3-59B3-CE9EE50DB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33B22-96C4-34F1-BAAE-96257AF6A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4D1D8-B493-F44B-5C9D-AE55220DF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081C62-0D88-DCB1-873B-972B84B35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EE16DC9-1A42-0866-F42A-FC859EFA5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EB4460-147C-86ED-7A73-40BA30382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05A66-7AB6-6CFE-CB29-F9A3341A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 dirty="0">
                <a:solidFill>
                  <a:srgbClr val="FFFFFF"/>
                </a:solidFill>
              </a:rPr>
              <a:t>Nachteile von Kanban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132D7D-2E97-221E-D93D-FD64F6C8C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3445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06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Fazit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76286F-5F54-8248-E398-8ACDFEFD9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5131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186</Words>
  <Application>Microsoft Office PowerPoint</Application>
  <PresentationFormat>Bildschirmpräsentation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Das Kanban-Modell</vt:lpstr>
      <vt:lpstr>Einführung in Kanban</vt:lpstr>
      <vt:lpstr>Das Kanban-Board</vt:lpstr>
      <vt:lpstr>Grundprinzipien des Kanban-Modells</vt:lpstr>
      <vt:lpstr>Vorteile von Kanban</vt:lpstr>
      <vt:lpstr>Nachteile von Kanban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Dima Becker</dc:creator>
  <cp:keywords/>
  <dc:description>generated using python-pptx</dc:description>
  <cp:lastModifiedBy>Dima Becker</cp:lastModifiedBy>
  <cp:revision>9</cp:revision>
  <dcterms:created xsi:type="dcterms:W3CDTF">2013-01-27T09:14:16Z</dcterms:created>
  <dcterms:modified xsi:type="dcterms:W3CDTF">2025-11-15T20:41:45Z</dcterms:modified>
  <cp:category/>
</cp:coreProperties>
</file>