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DEF8D7-B51D-444B-8FF5-98CA3E94FF08}" v="29" dt="2025-11-16T15:03:07.245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lin Gessler" userId="041e78bd-376c-42e1-a3c4-dbebb35bee72" providerId="ADAL" clId="{13DEF8D7-B51D-444B-8FF5-98CA3E94FF08}"/>
    <pc:docChg chg="custSel modSld">
      <pc:chgData name="Merlin Gessler" userId="041e78bd-376c-42e1-a3c4-dbebb35bee72" providerId="ADAL" clId="{13DEF8D7-B51D-444B-8FF5-98CA3E94FF08}" dt="2025-11-16T15:15:32.030" v="54" actId="207"/>
      <pc:docMkLst>
        <pc:docMk/>
      </pc:docMkLst>
      <pc:sldChg chg="modSp mod">
        <pc:chgData name="Merlin Gessler" userId="041e78bd-376c-42e1-a3c4-dbebb35bee72" providerId="ADAL" clId="{13DEF8D7-B51D-444B-8FF5-98CA3E94FF08}" dt="2025-11-16T15:06:39.882" v="50" actId="14100"/>
        <pc:sldMkLst>
          <pc:docMk/>
          <pc:sldMk cId="2176180778" sldId="257"/>
        </pc:sldMkLst>
        <pc:spChg chg="mod">
          <ac:chgData name="Merlin Gessler" userId="041e78bd-376c-42e1-a3c4-dbebb35bee72" providerId="ADAL" clId="{13DEF8D7-B51D-444B-8FF5-98CA3E94FF08}" dt="2025-11-16T15:06:39.882" v="50" actId="14100"/>
          <ac:spMkLst>
            <pc:docMk/>
            <pc:sldMk cId="2176180778" sldId="257"/>
            <ac:spMk id="2" creationId="{3F029EC1-271C-A03A-03B7-BA6DE36710CD}"/>
          </ac:spMkLst>
        </pc:spChg>
        <pc:graphicFrameChg chg="mod">
          <ac:chgData name="Merlin Gessler" userId="041e78bd-376c-42e1-a3c4-dbebb35bee72" providerId="ADAL" clId="{13DEF8D7-B51D-444B-8FF5-98CA3E94FF08}" dt="2025-11-16T15:03:07.245" v="42" actId="122"/>
          <ac:graphicFrameMkLst>
            <pc:docMk/>
            <pc:sldMk cId="2176180778" sldId="257"/>
            <ac:graphicFrameMk id="5" creationId="{E29FC467-5B98-5784-05CF-6A3AE1A6F058}"/>
          </ac:graphicFrameMkLst>
        </pc:graphicFrameChg>
      </pc:sldChg>
      <pc:sldChg chg="modSp mod">
        <pc:chgData name="Merlin Gessler" userId="041e78bd-376c-42e1-a3c4-dbebb35bee72" providerId="ADAL" clId="{13DEF8D7-B51D-444B-8FF5-98CA3E94FF08}" dt="2025-11-16T15:15:32.030" v="54" actId="207"/>
        <pc:sldMkLst>
          <pc:docMk/>
          <pc:sldMk cId="913549553" sldId="258"/>
        </pc:sldMkLst>
        <pc:spChg chg="mod">
          <ac:chgData name="Merlin Gessler" userId="041e78bd-376c-42e1-a3c4-dbebb35bee72" providerId="ADAL" clId="{13DEF8D7-B51D-444B-8FF5-98CA3E94FF08}" dt="2025-11-16T15:07:38.912" v="53" actId="14100"/>
          <ac:spMkLst>
            <pc:docMk/>
            <pc:sldMk cId="913549553" sldId="258"/>
            <ac:spMk id="2" creationId="{836AAFD1-C21D-F3F5-CC19-0E69F68620C0}"/>
          </ac:spMkLst>
        </pc:spChg>
        <pc:graphicFrameChg chg="modGraphic">
          <ac:chgData name="Merlin Gessler" userId="041e78bd-376c-42e1-a3c4-dbebb35bee72" providerId="ADAL" clId="{13DEF8D7-B51D-444B-8FF5-98CA3E94FF08}" dt="2025-11-16T15:15:32.030" v="54" actId="207"/>
          <ac:graphicFrameMkLst>
            <pc:docMk/>
            <pc:sldMk cId="913549553" sldId="258"/>
            <ac:graphicFrameMk id="4" creationId="{545D68F2-9895-BD03-DD1E-80C28209D756}"/>
          </ac:graphicFrameMkLst>
        </pc:graphicFrameChg>
      </pc:sldChg>
      <pc:sldChg chg="modSp mod">
        <pc:chgData name="Merlin Gessler" userId="041e78bd-376c-42e1-a3c4-dbebb35bee72" providerId="ADAL" clId="{13DEF8D7-B51D-444B-8FF5-98CA3E94FF08}" dt="2025-11-16T15:06:33.196" v="49" actId="14100"/>
        <pc:sldMkLst>
          <pc:docMk/>
          <pc:sldMk cId="3307254269" sldId="259"/>
        </pc:sldMkLst>
        <pc:spChg chg="mod">
          <ac:chgData name="Merlin Gessler" userId="041e78bd-376c-42e1-a3c4-dbebb35bee72" providerId="ADAL" clId="{13DEF8D7-B51D-444B-8FF5-98CA3E94FF08}" dt="2025-11-16T15:06:33.196" v="49" actId="14100"/>
          <ac:spMkLst>
            <pc:docMk/>
            <pc:sldMk cId="3307254269" sldId="259"/>
            <ac:spMk id="2" creationId="{4EBAC3FD-8359-444D-DD7A-112F6AF261D0}"/>
          </ac:spMkLst>
        </pc:spChg>
        <pc:graphicFrameChg chg="mod">
          <ac:chgData name="Merlin Gessler" userId="041e78bd-376c-42e1-a3c4-dbebb35bee72" providerId="ADAL" clId="{13DEF8D7-B51D-444B-8FF5-98CA3E94FF08}" dt="2025-11-16T14:54:05.917" v="9" actId="122"/>
          <ac:graphicFrameMkLst>
            <pc:docMk/>
            <pc:sldMk cId="3307254269" sldId="259"/>
            <ac:graphicFrameMk id="5" creationId="{4B9AC95E-7C40-DF7C-2122-BADE06790CE2}"/>
          </ac:graphicFrameMkLst>
        </pc:graphicFrameChg>
      </pc:sldChg>
      <pc:sldChg chg="modSp mod">
        <pc:chgData name="Merlin Gessler" userId="041e78bd-376c-42e1-a3c4-dbebb35bee72" providerId="ADAL" clId="{13DEF8D7-B51D-444B-8FF5-98CA3E94FF08}" dt="2025-11-16T15:06:55.628" v="52" actId="14100"/>
        <pc:sldMkLst>
          <pc:docMk/>
          <pc:sldMk cId="228059392" sldId="260"/>
        </pc:sldMkLst>
        <pc:spChg chg="mod">
          <ac:chgData name="Merlin Gessler" userId="041e78bd-376c-42e1-a3c4-dbebb35bee72" providerId="ADAL" clId="{13DEF8D7-B51D-444B-8FF5-98CA3E94FF08}" dt="2025-11-16T15:06:55.628" v="52" actId="14100"/>
          <ac:spMkLst>
            <pc:docMk/>
            <pc:sldMk cId="228059392" sldId="260"/>
            <ac:spMk id="2" creationId="{F5368AED-C589-92B9-D4EC-F4B71260525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E1DFC4-DB12-4029-8A44-7EB25CE0F52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1D3A520-0747-41FA-8DF4-792045EA5251}">
      <dgm:prSet/>
      <dgm:spPr/>
      <dgm:t>
        <a:bodyPr/>
        <a:lstStyle/>
        <a:p>
          <a:pPr algn="ctr"/>
          <a:r>
            <a:rPr lang="de-DE" b="1" dirty="0"/>
            <a:t>Lineares Vorgehen</a:t>
          </a:r>
          <a:endParaRPr lang="en-US" dirty="0"/>
        </a:p>
      </dgm:t>
    </dgm:pt>
    <dgm:pt modelId="{5A3B489B-80E8-4984-8E49-1E2E84E4DAD9}" type="parTrans" cxnId="{4F9845B7-CC3C-46DD-9CF3-31BBE47A3B39}">
      <dgm:prSet/>
      <dgm:spPr/>
      <dgm:t>
        <a:bodyPr/>
        <a:lstStyle/>
        <a:p>
          <a:endParaRPr lang="en-US"/>
        </a:p>
      </dgm:t>
    </dgm:pt>
    <dgm:pt modelId="{B550BFD4-0C0A-42F9-9D36-77849C331C08}" type="sibTrans" cxnId="{4F9845B7-CC3C-46DD-9CF3-31BBE47A3B39}">
      <dgm:prSet/>
      <dgm:spPr/>
      <dgm:t>
        <a:bodyPr/>
        <a:lstStyle/>
        <a:p>
          <a:endParaRPr lang="en-US"/>
        </a:p>
      </dgm:t>
    </dgm:pt>
    <dgm:pt modelId="{A2CA6B8C-7F01-4C91-9520-EE35EC109116}">
      <dgm:prSet/>
      <dgm:spPr/>
      <dgm:t>
        <a:bodyPr/>
        <a:lstStyle/>
        <a:p>
          <a:pPr algn="ctr"/>
          <a:r>
            <a:rPr lang="de-DE" b="1" dirty="0"/>
            <a:t>Strikte Phasen</a:t>
          </a:r>
          <a:endParaRPr lang="en-US" dirty="0"/>
        </a:p>
      </dgm:t>
    </dgm:pt>
    <dgm:pt modelId="{3A19C070-ABF7-49B4-A4C8-3AD4448A41BF}" type="parTrans" cxnId="{5DAA64C6-3DED-4A9D-8920-4444CACE15A0}">
      <dgm:prSet/>
      <dgm:spPr/>
      <dgm:t>
        <a:bodyPr/>
        <a:lstStyle/>
        <a:p>
          <a:endParaRPr lang="en-US"/>
        </a:p>
      </dgm:t>
    </dgm:pt>
    <dgm:pt modelId="{F3FC6285-53EF-4E11-9D1B-D7A9C3ABE417}" type="sibTrans" cxnId="{5DAA64C6-3DED-4A9D-8920-4444CACE15A0}">
      <dgm:prSet/>
      <dgm:spPr/>
      <dgm:t>
        <a:bodyPr/>
        <a:lstStyle/>
        <a:p>
          <a:endParaRPr lang="en-US"/>
        </a:p>
      </dgm:t>
    </dgm:pt>
    <dgm:pt modelId="{7569663E-4FA5-4C17-B1C2-93DE68AA40D8}">
      <dgm:prSet/>
      <dgm:spPr/>
      <dgm:t>
        <a:bodyPr/>
        <a:lstStyle/>
        <a:p>
          <a:pPr algn="ctr"/>
          <a:r>
            <a:rPr lang="de-DE" b="1" dirty="0"/>
            <a:t>Dokumentation</a:t>
          </a:r>
          <a:endParaRPr lang="en-US" dirty="0"/>
        </a:p>
      </dgm:t>
    </dgm:pt>
    <dgm:pt modelId="{6DAC3702-FB77-4BC5-99AD-DA0DB129A163}" type="parTrans" cxnId="{AADB17FE-8639-4660-ABAB-EFF87EC6A088}">
      <dgm:prSet/>
      <dgm:spPr/>
      <dgm:t>
        <a:bodyPr/>
        <a:lstStyle/>
        <a:p>
          <a:endParaRPr lang="en-US"/>
        </a:p>
      </dgm:t>
    </dgm:pt>
    <dgm:pt modelId="{B57BAEB2-9309-413A-BF42-2F5DEB801713}" type="sibTrans" cxnId="{AADB17FE-8639-4660-ABAB-EFF87EC6A088}">
      <dgm:prSet/>
      <dgm:spPr/>
      <dgm:t>
        <a:bodyPr/>
        <a:lstStyle/>
        <a:p>
          <a:endParaRPr lang="en-US"/>
        </a:p>
      </dgm:t>
    </dgm:pt>
    <dgm:pt modelId="{5DABB88F-7C1D-49B2-A126-1D05EE33875A}">
      <dgm:prSet/>
      <dgm:spPr/>
      <dgm:t>
        <a:bodyPr/>
        <a:lstStyle/>
        <a:p>
          <a:pPr algn="ctr"/>
          <a:r>
            <a:rPr lang="de-DE" b="1" dirty="0"/>
            <a:t>Geringe Flexibilität</a:t>
          </a:r>
          <a:endParaRPr lang="en-US" dirty="0"/>
        </a:p>
      </dgm:t>
    </dgm:pt>
    <dgm:pt modelId="{92432ACB-CCEC-47D3-9A44-FFD79B93ADAE}" type="parTrans" cxnId="{7718CE72-8866-4A84-8D05-091B8827AEF9}">
      <dgm:prSet/>
      <dgm:spPr/>
      <dgm:t>
        <a:bodyPr/>
        <a:lstStyle/>
        <a:p>
          <a:endParaRPr lang="en-US"/>
        </a:p>
      </dgm:t>
    </dgm:pt>
    <dgm:pt modelId="{8D14A906-BC77-4D92-B445-1862EBCDFC2B}" type="sibTrans" cxnId="{7718CE72-8866-4A84-8D05-091B8827AEF9}">
      <dgm:prSet/>
      <dgm:spPr/>
      <dgm:t>
        <a:bodyPr/>
        <a:lstStyle/>
        <a:p>
          <a:endParaRPr lang="en-US"/>
        </a:p>
      </dgm:t>
    </dgm:pt>
    <dgm:pt modelId="{DB7AFF55-C164-4064-B04E-50BCDCF52544}">
      <dgm:prSet/>
      <dgm:spPr/>
      <dgm:t>
        <a:bodyPr/>
        <a:lstStyle/>
        <a:p>
          <a:pPr algn="ctr"/>
          <a:r>
            <a:rPr lang="de-DE" b="1" dirty="0"/>
            <a:t>Fokus auf Planung</a:t>
          </a:r>
          <a:endParaRPr lang="en-US" dirty="0"/>
        </a:p>
      </dgm:t>
    </dgm:pt>
    <dgm:pt modelId="{24C809A3-FE2F-423A-9975-A3241ED232E9}" type="parTrans" cxnId="{CDFC83F1-C653-4369-A883-B742B8E8DFD6}">
      <dgm:prSet/>
      <dgm:spPr/>
      <dgm:t>
        <a:bodyPr/>
        <a:lstStyle/>
        <a:p>
          <a:endParaRPr lang="en-US"/>
        </a:p>
      </dgm:t>
    </dgm:pt>
    <dgm:pt modelId="{6BCAA579-2E98-4377-A8C0-3E1466C6A0F1}" type="sibTrans" cxnId="{CDFC83F1-C653-4369-A883-B742B8E8DFD6}">
      <dgm:prSet/>
      <dgm:spPr/>
      <dgm:t>
        <a:bodyPr/>
        <a:lstStyle/>
        <a:p>
          <a:endParaRPr lang="en-US"/>
        </a:p>
      </dgm:t>
    </dgm:pt>
    <dgm:pt modelId="{4592B537-43F5-4B54-B3A1-ED2C7FE3AEE2}" type="pres">
      <dgm:prSet presAssocID="{6EE1DFC4-DB12-4029-8A44-7EB25CE0F525}" presName="linear" presStyleCnt="0">
        <dgm:presLayoutVars>
          <dgm:animLvl val="lvl"/>
          <dgm:resizeHandles val="exact"/>
        </dgm:presLayoutVars>
      </dgm:prSet>
      <dgm:spPr/>
    </dgm:pt>
    <dgm:pt modelId="{7B28AD1C-179B-4AB6-A17F-A0BD0EB2096C}" type="pres">
      <dgm:prSet presAssocID="{41D3A520-0747-41FA-8DF4-792045EA525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3B4365C-A4B7-4839-B280-43AC73E26AAA}" type="pres">
      <dgm:prSet presAssocID="{B550BFD4-0C0A-42F9-9D36-77849C331C08}" presName="spacer" presStyleCnt="0"/>
      <dgm:spPr/>
    </dgm:pt>
    <dgm:pt modelId="{22F29C23-F8CE-48EF-9E0C-AD10C29D011D}" type="pres">
      <dgm:prSet presAssocID="{A2CA6B8C-7F01-4C91-9520-EE35EC10911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C775018-1F80-492B-90AE-E63320FA1AE0}" type="pres">
      <dgm:prSet presAssocID="{F3FC6285-53EF-4E11-9D1B-D7A9C3ABE417}" presName="spacer" presStyleCnt="0"/>
      <dgm:spPr/>
    </dgm:pt>
    <dgm:pt modelId="{8B7E18C4-9439-458E-AD9F-1AF92123900D}" type="pres">
      <dgm:prSet presAssocID="{7569663E-4FA5-4C17-B1C2-93DE68AA40D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7FA522F-ACB0-4913-878E-DD042CBA52EE}" type="pres">
      <dgm:prSet presAssocID="{B57BAEB2-9309-413A-BF42-2F5DEB801713}" presName="spacer" presStyleCnt="0"/>
      <dgm:spPr/>
    </dgm:pt>
    <dgm:pt modelId="{99E733F4-4370-4984-BA80-DC68159D719F}" type="pres">
      <dgm:prSet presAssocID="{5DABB88F-7C1D-49B2-A126-1D05EE33875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BD5FFC2-BE5D-48F7-8E0A-943C4327FB8A}" type="pres">
      <dgm:prSet presAssocID="{8D14A906-BC77-4D92-B445-1862EBCDFC2B}" presName="spacer" presStyleCnt="0"/>
      <dgm:spPr/>
    </dgm:pt>
    <dgm:pt modelId="{5841E3E2-A047-4EF7-AE6A-7E7AC4AC5D73}" type="pres">
      <dgm:prSet presAssocID="{DB7AFF55-C164-4064-B04E-50BCDCF5254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E226F15-FA0F-4480-94DB-01E4A7352119}" type="presOf" srcId="{6EE1DFC4-DB12-4029-8A44-7EB25CE0F525}" destId="{4592B537-43F5-4B54-B3A1-ED2C7FE3AEE2}" srcOrd="0" destOrd="0" presId="urn:microsoft.com/office/officeart/2005/8/layout/vList2"/>
    <dgm:cxn modelId="{CEBF2064-A821-4E27-A6F5-FE8236117E7D}" type="presOf" srcId="{7569663E-4FA5-4C17-B1C2-93DE68AA40D8}" destId="{8B7E18C4-9439-458E-AD9F-1AF92123900D}" srcOrd="0" destOrd="0" presId="urn:microsoft.com/office/officeart/2005/8/layout/vList2"/>
    <dgm:cxn modelId="{31AA3F47-B1FA-497C-8C18-C7AFA1EF9ED2}" type="presOf" srcId="{A2CA6B8C-7F01-4C91-9520-EE35EC109116}" destId="{22F29C23-F8CE-48EF-9E0C-AD10C29D011D}" srcOrd="0" destOrd="0" presId="urn:microsoft.com/office/officeart/2005/8/layout/vList2"/>
    <dgm:cxn modelId="{5740686C-7C1F-4CD3-A064-97AF4300201D}" type="presOf" srcId="{DB7AFF55-C164-4064-B04E-50BCDCF52544}" destId="{5841E3E2-A047-4EF7-AE6A-7E7AC4AC5D73}" srcOrd="0" destOrd="0" presId="urn:microsoft.com/office/officeart/2005/8/layout/vList2"/>
    <dgm:cxn modelId="{7718CE72-8866-4A84-8D05-091B8827AEF9}" srcId="{6EE1DFC4-DB12-4029-8A44-7EB25CE0F525}" destId="{5DABB88F-7C1D-49B2-A126-1D05EE33875A}" srcOrd="3" destOrd="0" parTransId="{92432ACB-CCEC-47D3-9A44-FFD79B93ADAE}" sibTransId="{8D14A906-BC77-4D92-B445-1862EBCDFC2B}"/>
    <dgm:cxn modelId="{3C656093-0EB5-44ED-8C9F-3EF79C534B78}" type="presOf" srcId="{5DABB88F-7C1D-49B2-A126-1D05EE33875A}" destId="{99E733F4-4370-4984-BA80-DC68159D719F}" srcOrd="0" destOrd="0" presId="urn:microsoft.com/office/officeart/2005/8/layout/vList2"/>
    <dgm:cxn modelId="{670D2CA4-1149-4DCB-927D-0369AF24FFCD}" type="presOf" srcId="{41D3A520-0747-41FA-8DF4-792045EA5251}" destId="{7B28AD1C-179B-4AB6-A17F-A0BD0EB2096C}" srcOrd="0" destOrd="0" presId="urn:microsoft.com/office/officeart/2005/8/layout/vList2"/>
    <dgm:cxn modelId="{4F9845B7-CC3C-46DD-9CF3-31BBE47A3B39}" srcId="{6EE1DFC4-DB12-4029-8A44-7EB25CE0F525}" destId="{41D3A520-0747-41FA-8DF4-792045EA5251}" srcOrd="0" destOrd="0" parTransId="{5A3B489B-80E8-4984-8E49-1E2E84E4DAD9}" sibTransId="{B550BFD4-0C0A-42F9-9D36-77849C331C08}"/>
    <dgm:cxn modelId="{5DAA64C6-3DED-4A9D-8920-4444CACE15A0}" srcId="{6EE1DFC4-DB12-4029-8A44-7EB25CE0F525}" destId="{A2CA6B8C-7F01-4C91-9520-EE35EC109116}" srcOrd="1" destOrd="0" parTransId="{3A19C070-ABF7-49B4-A4C8-3AD4448A41BF}" sibTransId="{F3FC6285-53EF-4E11-9D1B-D7A9C3ABE417}"/>
    <dgm:cxn modelId="{CDFC83F1-C653-4369-A883-B742B8E8DFD6}" srcId="{6EE1DFC4-DB12-4029-8A44-7EB25CE0F525}" destId="{DB7AFF55-C164-4064-B04E-50BCDCF52544}" srcOrd="4" destOrd="0" parTransId="{24C809A3-FE2F-423A-9975-A3241ED232E9}" sibTransId="{6BCAA579-2E98-4377-A8C0-3E1466C6A0F1}"/>
    <dgm:cxn modelId="{AADB17FE-8639-4660-ABAB-EFF87EC6A088}" srcId="{6EE1DFC4-DB12-4029-8A44-7EB25CE0F525}" destId="{7569663E-4FA5-4C17-B1C2-93DE68AA40D8}" srcOrd="2" destOrd="0" parTransId="{6DAC3702-FB77-4BC5-99AD-DA0DB129A163}" sibTransId="{B57BAEB2-9309-413A-BF42-2F5DEB801713}"/>
    <dgm:cxn modelId="{1E0B96E9-9FF4-4607-B3FF-71A9742E310F}" type="presParOf" srcId="{4592B537-43F5-4B54-B3A1-ED2C7FE3AEE2}" destId="{7B28AD1C-179B-4AB6-A17F-A0BD0EB2096C}" srcOrd="0" destOrd="0" presId="urn:microsoft.com/office/officeart/2005/8/layout/vList2"/>
    <dgm:cxn modelId="{46A699DE-564F-4E06-A69F-F1200D6E6915}" type="presParOf" srcId="{4592B537-43F5-4B54-B3A1-ED2C7FE3AEE2}" destId="{E3B4365C-A4B7-4839-B280-43AC73E26AAA}" srcOrd="1" destOrd="0" presId="urn:microsoft.com/office/officeart/2005/8/layout/vList2"/>
    <dgm:cxn modelId="{BF73BC6F-9440-4E05-99C5-A035234C3CFF}" type="presParOf" srcId="{4592B537-43F5-4B54-B3A1-ED2C7FE3AEE2}" destId="{22F29C23-F8CE-48EF-9E0C-AD10C29D011D}" srcOrd="2" destOrd="0" presId="urn:microsoft.com/office/officeart/2005/8/layout/vList2"/>
    <dgm:cxn modelId="{74461B19-A907-475C-B4DF-3F0699826CDE}" type="presParOf" srcId="{4592B537-43F5-4B54-B3A1-ED2C7FE3AEE2}" destId="{4C775018-1F80-492B-90AE-E63320FA1AE0}" srcOrd="3" destOrd="0" presId="urn:microsoft.com/office/officeart/2005/8/layout/vList2"/>
    <dgm:cxn modelId="{8761EBB2-67CB-4E67-BA62-1E616DB3957B}" type="presParOf" srcId="{4592B537-43F5-4B54-B3A1-ED2C7FE3AEE2}" destId="{8B7E18C4-9439-458E-AD9F-1AF92123900D}" srcOrd="4" destOrd="0" presId="urn:microsoft.com/office/officeart/2005/8/layout/vList2"/>
    <dgm:cxn modelId="{532D8DBC-EE7F-4655-9096-CAB23C562416}" type="presParOf" srcId="{4592B537-43F5-4B54-B3A1-ED2C7FE3AEE2}" destId="{97FA522F-ACB0-4913-878E-DD042CBA52EE}" srcOrd="5" destOrd="0" presId="urn:microsoft.com/office/officeart/2005/8/layout/vList2"/>
    <dgm:cxn modelId="{021C8519-DF72-469E-B141-427B4681C8FD}" type="presParOf" srcId="{4592B537-43F5-4B54-B3A1-ED2C7FE3AEE2}" destId="{99E733F4-4370-4984-BA80-DC68159D719F}" srcOrd="6" destOrd="0" presId="urn:microsoft.com/office/officeart/2005/8/layout/vList2"/>
    <dgm:cxn modelId="{F743E607-A4F4-4869-9ABA-CEE7940CBA9F}" type="presParOf" srcId="{4592B537-43F5-4B54-B3A1-ED2C7FE3AEE2}" destId="{2BD5FFC2-BE5D-48F7-8E0A-943C4327FB8A}" srcOrd="7" destOrd="0" presId="urn:microsoft.com/office/officeart/2005/8/layout/vList2"/>
    <dgm:cxn modelId="{1AD86850-5B24-44F6-926A-46E9112E6E3C}" type="presParOf" srcId="{4592B537-43F5-4B54-B3A1-ED2C7FE3AEE2}" destId="{5841E3E2-A047-4EF7-AE6A-7E7AC4AC5D7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5BDB16-D639-4D7E-99BA-A11DE214C06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0623773-DFD3-4474-848E-A5B81F76CC62}">
      <dgm:prSet/>
      <dgm:spPr/>
      <dgm:t>
        <a:bodyPr/>
        <a:lstStyle/>
        <a:p>
          <a:pPr algn="ctr"/>
          <a:r>
            <a:rPr lang="de-DE" b="1" dirty="0"/>
            <a:t>Analyse / Anforderungserhebung</a:t>
          </a:r>
          <a:endParaRPr lang="en-US" dirty="0"/>
        </a:p>
      </dgm:t>
    </dgm:pt>
    <dgm:pt modelId="{48DEDFAF-2997-4DC6-99E6-928BD02B3B65}" type="parTrans" cxnId="{3A2E9A0F-5DE7-490C-B1CA-148CA7AE0F8C}">
      <dgm:prSet/>
      <dgm:spPr/>
      <dgm:t>
        <a:bodyPr/>
        <a:lstStyle/>
        <a:p>
          <a:endParaRPr lang="en-US"/>
        </a:p>
      </dgm:t>
    </dgm:pt>
    <dgm:pt modelId="{F875DA45-96F6-416C-AD77-DBCC528FB203}" type="sibTrans" cxnId="{3A2E9A0F-5DE7-490C-B1CA-148CA7AE0F8C}">
      <dgm:prSet/>
      <dgm:spPr/>
      <dgm:t>
        <a:bodyPr/>
        <a:lstStyle/>
        <a:p>
          <a:endParaRPr lang="en-US"/>
        </a:p>
      </dgm:t>
    </dgm:pt>
    <dgm:pt modelId="{F1BB3FD0-6E4D-4B57-B188-76EA6A53963B}">
      <dgm:prSet/>
      <dgm:spPr/>
      <dgm:t>
        <a:bodyPr/>
        <a:lstStyle/>
        <a:p>
          <a:pPr algn="ctr"/>
          <a:r>
            <a:rPr lang="de-DE" b="1" dirty="0"/>
            <a:t>Design / Entwurf</a:t>
          </a:r>
          <a:endParaRPr lang="en-US" dirty="0"/>
        </a:p>
      </dgm:t>
    </dgm:pt>
    <dgm:pt modelId="{40D47726-4ABD-4559-9D04-7F3EAF7B86DB}" type="parTrans" cxnId="{D9A39734-D840-4ECE-B403-A725B09200B3}">
      <dgm:prSet/>
      <dgm:spPr/>
      <dgm:t>
        <a:bodyPr/>
        <a:lstStyle/>
        <a:p>
          <a:endParaRPr lang="en-US"/>
        </a:p>
      </dgm:t>
    </dgm:pt>
    <dgm:pt modelId="{F4C4EA71-4CD3-4C6C-830A-5A5CCEA2D365}" type="sibTrans" cxnId="{D9A39734-D840-4ECE-B403-A725B09200B3}">
      <dgm:prSet/>
      <dgm:spPr/>
      <dgm:t>
        <a:bodyPr/>
        <a:lstStyle/>
        <a:p>
          <a:endParaRPr lang="en-US"/>
        </a:p>
      </dgm:t>
    </dgm:pt>
    <dgm:pt modelId="{88F25065-2E30-4320-9D50-7F51D47F4D0B}">
      <dgm:prSet/>
      <dgm:spPr/>
      <dgm:t>
        <a:bodyPr/>
        <a:lstStyle/>
        <a:p>
          <a:pPr algn="ctr"/>
          <a:r>
            <a:rPr lang="de-DE" b="1" dirty="0"/>
            <a:t>Implementierung / Umsetzung</a:t>
          </a:r>
          <a:endParaRPr lang="en-US" dirty="0"/>
        </a:p>
      </dgm:t>
    </dgm:pt>
    <dgm:pt modelId="{D4A6AA94-2D44-483D-9003-EB43D59B7352}" type="parTrans" cxnId="{4145DF26-482A-46CE-9351-EE8360F8DB18}">
      <dgm:prSet/>
      <dgm:spPr/>
      <dgm:t>
        <a:bodyPr/>
        <a:lstStyle/>
        <a:p>
          <a:endParaRPr lang="en-US"/>
        </a:p>
      </dgm:t>
    </dgm:pt>
    <dgm:pt modelId="{E3E143CC-FB6F-42AE-9FA5-6F63CCD4CB42}" type="sibTrans" cxnId="{4145DF26-482A-46CE-9351-EE8360F8DB18}">
      <dgm:prSet/>
      <dgm:spPr/>
      <dgm:t>
        <a:bodyPr/>
        <a:lstStyle/>
        <a:p>
          <a:endParaRPr lang="en-US"/>
        </a:p>
      </dgm:t>
    </dgm:pt>
    <dgm:pt modelId="{BE0D9D21-6B37-460C-A7CD-9B58D42DC9BD}">
      <dgm:prSet/>
      <dgm:spPr/>
      <dgm:t>
        <a:bodyPr/>
        <a:lstStyle/>
        <a:p>
          <a:pPr algn="ctr"/>
          <a:r>
            <a:rPr lang="de-DE" b="1" dirty="0"/>
            <a:t>Test / Überprüfung</a:t>
          </a:r>
          <a:endParaRPr lang="en-US" dirty="0"/>
        </a:p>
      </dgm:t>
    </dgm:pt>
    <dgm:pt modelId="{39A2E2F0-0115-4798-A8C8-4E575B4FE7F5}" type="parTrans" cxnId="{34FE75CC-3EC4-45EB-B2E1-8D1F6F26A312}">
      <dgm:prSet/>
      <dgm:spPr/>
      <dgm:t>
        <a:bodyPr/>
        <a:lstStyle/>
        <a:p>
          <a:endParaRPr lang="en-US"/>
        </a:p>
      </dgm:t>
    </dgm:pt>
    <dgm:pt modelId="{0AB2481C-C1AE-44BA-9D3D-11B9B45C289A}" type="sibTrans" cxnId="{34FE75CC-3EC4-45EB-B2E1-8D1F6F26A312}">
      <dgm:prSet/>
      <dgm:spPr/>
      <dgm:t>
        <a:bodyPr/>
        <a:lstStyle/>
        <a:p>
          <a:endParaRPr lang="en-US"/>
        </a:p>
      </dgm:t>
    </dgm:pt>
    <dgm:pt modelId="{21300B4E-0206-4A7D-BA65-2C771DA1357C}">
      <dgm:prSet/>
      <dgm:spPr/>
      <dgm:t>
        <a:bodyPr/>
        <a:lstStyle/>
        <a:p>
          <a:pPr algn="ctr"/>
          <a:r>
            <a:rPr lang="de-DE" b="1" dirty="0"/>
            <a:t>Betrieb / Inbetriebnahme (Wartung)</a:t>
          </a:r>
          <a:endParaRPr lang="en-US" dirty="0"/>
        </a:p>
      </dgm:t>
    </dgm:pt>
    <dgm:pt modelId="{098E5388-B1FC-45A7-841D-046F271D6F40}" type="parTrans" cxnId="{9A0E64C2-207D-4207-A9BD-98C7BBE814A3}">
      <dgm:prSet/>
      <dgm:spPr/>
      <dgm:t>
        <a:bodyPr/>
        <a:lstStyle/>
        <a:p>
          <a:endParaRPr lang="en-US"/>
        </a:p>
      </dgm:t>
    </dgm:pt>
    <dgm:pt modelId="{B8D3D112-0B7B-4337-86D9-B2C753AA391B}" type="sibTrans" cxnId="{9A0E64C2-207D-4207-A9BD-98C7BBE814A3}">
      <dgm:prSet/>
      <dgm:spPr/>
      <dgm:t>
        <a:bodyPr/>
        <a:lstStyle/>
        <a:p>
          <a:endParaRPr lang="en-US"/>
        </a:p>
      </dgm:t>
    </dgm:pt>
    <dgm:pt modelId="{4B27940E-CE03-496B-AC65-891770B17F2D}" type="pres">
      <dgm:prSet presAssocID="{3E5BDB16-D639-4D7E-99BA-A11DE214C066}" presName="linear" presStyleCnt="0">
        <dgm:presLayoutVars>
          <dgm:animLvl val="lvl"/>
          <dgm:resizeHandles val="exact"/>
        </dgm:presLayoutVars>
      </dgm:prSet>
      <dgm:spPr/>
    </dgm:pt>
    <dgm:pt modelId="{D38D6A55-D6DF-41BE-A06B-947D327F9A2A}" type="pres">
      <dgm:prSet presAssocID="{E0623773-DFD3-4474-848E-A5B81F76CC6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3A15546-2888-4CE2-86B5-766F863D5FBF}" type="pres">
      <dgm:prSet presAssocID="{F875DA45-96F6-416C-AD77-DBCC528FB203}" presName="spacer" presStyleCnt="0"/>
      <dgm:spPr/>
    </dgm:pt>
    <dgm:pt modelId="{169D3A1C-8F84-4BB7-85D1-C557B9741539}" type="pres">
      <dgm:prSet presAssocID="{F1BB3FD0-6E4D-4B57-B188-76EA6A53963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842CD79-A964-4EBF-A3CF-7784437FBF07}" type="pres">
      <dgm:prSet presAssocID="{F4C4EA71-4CD3-4C6C-830A-5A5CCEA2D365}" presName="spacer" presStyleCnt="0"/>
      <dgm:spPr/>
    </dgm:pt>
    <dgm:pt modelId="{4A834599-1F01-46AE-8A5E-30A37EC2F58C}" type="pres">
      <dgm:prSet presAssocID="{88F25065-2E30-4320-9D50-7F51D47F4D0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3931DE9-69F8-4808-8DFD-188368F0901F}" type="pres">
      <dgm:prSet presAssocID="{E3E143CC-FB6F-42AE-9FA5-6F63CCD4CB42}" presName="spacer" presStyleCnt="0"/>
      <dgm:spPr/>
    </dgm:pt>
    <dgm:pt modelId="{81DA0394-CFF7-4C01-962F-DF0B470C7C4B}" type="pres">
      <dgm:prSet presAssocID="{BE0D9D21-6B37-460C-A7CD-9B58D42DC9B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AF5BE11-D922-44A6-8846-49D36D8D6FF9}" type="pres">
      <dgm:prSet presAssocID="{0AB2481C-C1AE-44BA-9D3D-11B9B45C289A}" presName="spacer" presStyleCnt="0"/>
      <dgm:spPr/>
    </dgm:pt>
    <dgm:pt modelId="{3FA1161A-0A0A-4CE5-A49F-B4BF3BF3A23B}" type="pres">
      <dgm:prSet presAssocID="{21300B4E-0206-4A7D-BA65-2C771DA1357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7B2D901-01A3-4C9A-9578-4ED7ABF5930D}" type="presOf" srcId="{3E5BDB16-D639-4D7E-99BA-A11DE214C066}" destId="{4B27940E-CE03-496B-AC65-891770B17F2D}" srcOrd="0" destOrd="0" presId="urn:microsoft.com/office/officeart/2005/8/layout/vList2"/>
    <dgm:cxn modelId="{5417FD05-CF0D-4922-B827-D52C9F24CD4F}" type="presOf" srcId="{21300B4E-0206-4A7D-BA65-2C771DA1357C}" destId="{3FA1161A-0A0A-4CE5-A49F-B4BF3BF3A23B}" srcOrd="0" destOrd="0" presId="urn:microsoft.com/office/officeart/2005/8/layout/vList2"/>
    <dgm:cxn modelId="{3A2E9A0F-5DE7-490C-B1CA-148CA7AE0F8C}" srcId="{3E5BDB16-D639-4D7E-99BA-A11DE214C066}" destId="{E0623773-DFD3-4474-848E-A5B81F76CC62}" srcOrd="0" destOrd="0" parTransId="{48DEDFAF-2997-4DC6-99E6-928BD02B3B65}" sibTransId="{F875DA45-96F6-416C-AD77-DBCC528FB203}"/>
    <dgm:cxn modelId="{4145DF26-482A-46CE-9351-EE8360F8DB18}" srcId="{3E5BDB16-D639-4D7E-99BA-A11DE214C066}" destId="{88F25065-2E30-4320-9D50-7F51D47F4D0B}" srcOrd="2" destOrd="0" parTransId="{D4A6AA94-2D44-483D-9003-EB43D59B7352}" sibTransId="{E3E143CC-FB6F-42AE-9FA5-6F63CCD4CB42}"/>
    <dgm:cxn modelId="{D9A39734-D840-4ECE-B403-A725B09200B3}" srcId="{3E5BDB16-D639-4D7E-99BA-A11DE214C066}" destId="{F1BB3FD0-6E4D-4B57-B188-76EA6A53963B}" srcOrd="1" destOrd="0" parTransId="{40D47726-4ABD-4559-9D04-7F3EAF7B86DB}" sibTransId="{F4C4EA71-4CD3-4C6C-830A-5A5CCEA2D365}"/>
    <dgm:cxn modelId="{5966C44F-03A6-4B7E-8D55-94B45980823D}" type="presOf" srcId="{BE0D9D21-6B37-460C-A7CD-9B58D42DC9BD}" destId="{81DA0394-CFF7-4C01-962F-DF0B470C7C4B}" srcOrd="0" destOrd="0" presId="urn:microsoft.com/office/officeart/2005/8/layout/vList2"/>
    <dgm:cxn modelId="{FB0E6D98-6940-485F-A531-325903AEE6B2}" type="presOf" srcId="{E0623773-DFD3-4474-848E-A5B81F76CC62}" destId="{D38D6A55-D6DF-41BE-A06B-947D327F9A2A}" srcOrd="0" destOrd="0" presId="urn:microsoft.com/office/officeart/2005/8/layout/vList2"/>
    <dgm:cxn modelId="{EED361A2-70BB-4974-8376-55D04CF10FE0}" type="presOf" srcId="{F1BB3FD0-6E4D-4B57-B188-76EA6A53963B}" destId="{169D3A1C-8F84-4BB7-85D1-C557B9741539}" srcOrd="0" destOrd="0" presId="urn:microsoft.com/office/officeart/2005/8/layout/vList2"/>
    <dgm:cxn modelId="{797296C0-576E-4F80-A960-0FE1C15C133D}" type="presOf" srcId="{88F25065-2E30-4320-9D50-7F51D47F4D0B}" destId="{4A834599-1F01-46AE-8A5E-30A37EC2F58C}" srcOrd="0" destOrd="0" presId="urn:microsoft.com/office/officeart/2005/8/layout/vList2"/>
    <dgm:cxn modelId="{9A0E64C2-207D-4207-A9BD-98C7BBE814A3}" srcId="{3E5BDB16-D639-4D7E-99BA-A11DE214C066}" destId="{21300B4E-0206-4A7D-BA65-2C771DA1357C}" srcOrd="4" destOrd="0" parTransId="{098E5388-B1FC-45A7-841D-046F271D6F40}" sibTransId="{B8D3D112-0B7B-4337-86D9-B2C753AA391B}"/>
    <dgm:cxn modelId="{34FE75CC-3EC4-45EB-B2E1-8D1F6F26A312}" srcId="{3E5BDB16-D639-4D7E-99BA-A11DE214C066}" destId="{BE0D9D21-6B37-460C-A7CD-9B58D42DC9BD}" srcOrd="3" destOrd="0" parTransId="{39A2E2F0-0115-4798-A8C8-4E575B4FE7F5}" sibTransId="{0AB2481C-C1AE-44BA-9D3D-11B9B45C289A}"/>
    <dgm:cxn modelId="{21F8E8A4-9EAE-40B8-915C-62930603FBCD}" type="presParOf" srcId="{4B27940E-CE03-496B-AC65-891770B17F2D}" destId="{D38D6A55-D6DF-41BE-A06B-947D327F9A2A}" srcOrd="0" destOrd="0" presId="urn:microsoft.com/office/officeart/2005/8/layout/vList2"/>
    <dgm:cxn modelId="{F3C620AD-53D9-42E2-A884-B047332FB12D}" type="presParOf" srcId="{4B27940E-CE03-496B-AC65-891770B17F2D}" destId="{53A15546-2888-4CE2-86B5-766F863D5FBF}" srcOrd="1" destOrd="0" presId="urn:microsoft.com/office/officeart/2005/8/layout/vList2"/>
    <dgm:cxn modelId="{BC1B5207-E052-4AF1-8715-ED1D1F6E3AC1}" type="presParOf" srcId="{4B27940E-CE03-496B-AC65-891770B17F2D}" destId="{169D3A1C-8F84-4BB7-85D1-C557B9741539}" srcOrd="2" destOrd="0" presId="urn:microsoft.com/office/officeart/2005/8/layout/vList2"/>
    <dgm:cxn modelId="{1C384E22-2B7F-48AF-A4F9-C7B60973AA8B}" type="presParOf" srcId="{4B27940E-CE03-496B-AC65-891770B17F2D}" destId="{8842CD79-A964-4EBF-A3CF-7784437FBF07}" srcOrd="3" destOrd="0" presId="urn:microsoft.com/office/officeart/2005/8/layout/vList2"/>
    <dgm:cxn modelId="{C2BDE341-8584-412E-8122-F178E2D5CB6A}" type="presParOf" srcId="{4B27940E-CE03-496B-AC65-891770B17F2D}" destId="{4A834599-1F01-46AE-8A5E-30A37EC2F58C}" srcOrd="4" destOrd="0" presId="urn:microsoft.com/office/officeart/2005/8/layout/vList2"/>
    <dgm:cxn modelId="{70B95A17-F8C7-4277-97A2-289ADF992AD5}" type="presParOf" srcId="{4B27940E-CE03-496B-AC65-891770B17F2D}" destId="{A3931DE9-69F8-4808-8DFD-188368F0901F}" srcOrd="5" destOrd="0" presId="urn:microsoft.com/office/officeart/2005/8/layout/vList2"/>
    <dgm:cxn modelId="{511CCAAD-7136-4EF9-9E29-BD1CB97E5315}" type="presParOf" srcId="{4B27940E-CE03-496B-AC65-891770B17F2D}" destId="{81DA0394-CFF7-4C01-962F-DF0B470C7C4B}" srcOrd="6" destOrd="0" presId="urn:microsoft.com/office/officeart/2005/8/layout/vList2"/>
    <dgm:cxn modelId="{9940F85F-AD45-402E-9584-C9DA4FDC70D9}" type="presParOf" srcId="{4B27940E-CE03-496B-AC65-891770B17F2D}" destId="{BAF5BE11-D922-44A6-8846-49D36D8D6FF9}" srcOrd="7" destOrd="0" presId="urn:microsoft.com/office/officeart/2005/8/layout/vList2"/>
    <dgm:cxn modelId="{1758CB7E-64C4-4368-AAD4-09C7B27D26EB}" type="presParOf" srcId="{4B27940E-CE03-496B-AC65-891770B17F2D}" destId="{3FA1161A-0A0A-4CE5-A49F-B4BF3BF3A23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8D0785-DE5D-4E96-897F-F4E43C4F408D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A2ADFC1-E434-4B5C-A006-90C925F7365B}">
      <dgm:prSet/>
      <dgm:spPr/>
      <dgm:t>
        <a:bodyPr/>
        <a:lstStyle/>
        <a:p>
          <a:r>
            <a:rPr lang="de-DE" b="1" i="0" baseline="0"/>
            <a:t>Stabile Anforderungen:</a:t>
          </a:r>
          <a:r>
            <a:rPr lang="de-DE" b="0" i="0" baseline="0"/>
            <a:t> Projekte, bei denen die </a:t>
          </a:r>
          <a:r>
            <a:rPr lang="de-DE" b="1" i="0" baseline="0"/>
            <a:t>Anforderungen</a:t>
          </a:r>
          <a:r>
            <a:rPr lang="de-DE" b="0" i="0" baseline="0"/>
            <a:t> an das Produkt von Anfang an </a:t>
          </a:r>
          <a:r>
            <a:rPr lang="de-DE" b="1" i="0" baseline="0"/>
            <a:t>vollständig bekannt</a:t>
          </a:r>
          <a:r>
            <a:rPr lang="de-DE" b="0" i="0" baseline="0"/>
            <a:t> und </a:t>
          </a:r>
          <a:r>
            <a:rPr lang="de-DE" b="1" i="0" baseline="0"/>
            <a:t>unveränderlich</a:t>
          </a:r>
          <a:r>
            <a:rPr lang="de-DE" b="0" i="0" baseline="0"/>
            <a:t> sind.</a:t>
          </a:r>
          <a:endParaRPr lang="en-US"/>
        </a:p>
      </dgm:t>
    </dgm:pt>
    <dgm:pt modelId="{A42A845E-09D7-4AC8-92DA-5EDC4326D045}" type="parTrans" cxnId="{4BF84812-DD3F-4AD0-8404-4A9E8553E8F3}">
      <dgm:prSet/>
      <dgm:spPr/>
      <dgm:t>
        <a:bodyPr/>
        <a:lstStyle/>
        <a:p>
          <a:endParaRPr lang="en-US"/>
        </a:p>
      </dgm:t>
    </dgm:pt>
    <dgm:pt modelId="{32A99B7C-CCA5-44C0-A59C-B5445DE6BE7C}" type="sibTrans" cxnId="{4BF84812-DD3F-4AD0-8404-4A9E8553E8F3}">
      <dgm:prSet/>
      <dgm:spPr/>
      <dgm:t>
        <a:bodyPr/>
        <a:lstStyle/>
        <a:p>
          <a:endParaRPr lang="en-US"/>
        </a:p>
      </dgm:t>
    </dgm:pt>
    <dgm:pt modelId="{3CF45299-B897-4F3B-88DC-5BD17E589A3A}">
      <dgm:prSet/>
      <dgm:spPr/>
      <dgm:t>
        <a:bodyPr/>
        <a:lstStyle/>
        <a:p>
          <a:r>
            <a:rPr lang="de-DE" b="1" i="0" baseline="0"/>
            <a:t>Kleine/Kurze Projekte:</a:t>
          </a:r>
          <a:r>
            <a:rPr lang="de-DE" b="0" i="0" baseline="0"/>
            <a:t> Projekte mit </a:t>
          </a:r>
          <a:r>
            <a:rPr lang="de-DE" b="1" i="0" baseline="0"/>
            <a:t>geringer Komplexität</a:t>
          </a:r>
          <a:r>
            <a:rPr lang="de-DE" b="0" i="0" baseline="0"/>
            <a:t> und kurzer Laufzeit, bei denen die Gefahr von Änderungen minimal ist.</a:t>
          </a:r>
          <a:endParaRPr lang="en-US"/>
        </a:p>
      </dgm:t>
    </dgm:pt>
    <dgm:pt modelId="{365F00D6-D8C4-409C-A7D8-6C25EFAE1C5B}" type="parTrans" cxnId="{DED42270-472F-4AB1-9EDF-51C63D1D460B}">
      <dgm:prSet/>
      <dgm:spPr/>
      <dgm:t>
        <a:bodyPr/>
        <a:lstStyle/>
        <a:p>
          <a:endParaRPr lang="en-US"/>
        </a:p>
      </dgm:t>
    </dgm:pt>
    <dgm:pt modelId="{615101AC-4115-4710-88D5-19B34D780FF0}" type="sibTrans" cxnId="{DED42270-472F-4AB1-9EDF-51C63D1D460B}">
      <dgm:prSet/>
      <dgm:spPr/>
      <dgm:t>
        <a:bodyPr/>
        <a:lstStyle/>
        <a:p>
          <a:endParaRPr lang="en-US"/>
        </a:p>
      </dgm:t>
    </dgm:pt>
    <dgm:pt modelId="{331EA5C0-354D-425C-9F0B-D474FAF49527}">
      <dgm:prSet/>
      <dgm:spPr/>
      <dgm:t>
        <a:bodyPr/>
        <a:lstStyle/>
        <a:p>
          <a:r>
            <a:rPr lang="de-DE" b="1" i="0" baseline="0"/>
            <a:t>Regulierte Umgebungen:</a:t>
          </a:r>
          <a:r>
            <a:rPr lang="de-DE" b="0" i="0" baseline="0"/>
            <a:t> Projekte, bei denen die </a:t>
          </a:r>
          <a:r>
            <a:rPr lang="de-DE" b="1" i="0" baseline="0"/>
            <a:t>Spezifikationen fest</a:t>
          </a:r>
          <a:r>
            <a:rPr lang="de-DE" b="0" i="0" baseline="0"/>
            <a:t> vorgegeben sind (z. B. durch gesetzliche oder behördliche Vorschriften).</a:t>
          </a:r>
          <a:endParaRPr lang="en-US"/>
        </a:p>
      </dgm:t>
    </dgm:pt>
    <dgm:pt modelId="{969DF307-85F1-44EA-9932-E8292AFB83AB}" type="parTrans" cxnId="{A56BF544-259B-48D0-AD31-CE37AC9F8B2B}">
      <dgm:prSet/>
      <dgm:spPr/>
      <dgm:t>
        <a:bodyPr/>
        <a:lstStyle/>
        <a:p>
          <a:endParaRPr lang="en-US"/>
        </a:p>
      </dgm:t>
    </dgm:pt>
    <dgm:pt modelId="{CDB11ADE-CF46-42B5-A153-30170FE738DE}" type="sibTrans" cxnId="{A56BF544-259B-48D0-AD31-CE37AC9F8B2B}">
      <dgm:prSet/>
      <dgm:spPr/>
      <dgm:t>
        <a:bodyPr/>
        <a:lstStyle/>
        <a:p>
          <a:endParaRPr lang="en-US"/>
        </a:p>
      </dgm:t>
    </dgm:pt>
    <dgm:pt modelId="{13EA6EDF-7E9E-4C77-98B5-9E4E2071D6D1}">
      <dgm:prSet/>
      <dgm:spPr/>
      <dgm:t>
        <a:bodyPr/>
        <a:lstStyle/>
        <a:p>
          <a:r>
            <a:rPr lang="de-DE" b="1" i="0" baseline="0"/>
            <a:t>Wiederholte Prozesse:</a:t>
          </a:r>
          <a:r>
            <a:rPr lang="de-DE" b="0" i="0" baseline="0"/>
            <a:t> Wenn ähnliche Projekte bereits mehrfach erfolgreich durchgeführt wurden und der Ablauf gut bekannt ist.</a:t>
          </a:r>
          <a:endParaRPr lang="en-US"/>
        </a:p>
      </dgm:t>
    </dgm:pt>
    <dgm:pt modelId="{F38F2E38-FF04-42AF-A894-77285A897E73}" type="parTrans" cxnId="{B0869B4F-FE52-40CB-BBD5-28A665B58325}">
      <dgm:prSet/>
      <dgm:spPr/>
      <dgm:t>
        <a:bodyPr/>
        <a:lstStyle/>
        <a:p>
          <a:endParaRPr lang="en-US"/>
        </a:p>
      </dgm:t>
    </dgm:pt>
    <dgm:pt modelId="{117071C0-5EBF-482E-8753-EEC701A66E51}" type="sibTrans" cxnId="{B0869B4F-FE52-40CB-BBD5-28A665B58325}">
      <dgm:prSet/>
      <dgm:spPr/>
      <dgm:t>
        <a:bodyPr/>
        <a:lstStyle/>
        <a:p>
          <a:endParaRPr lang="en-US"/>
        </a:p>
      </dgm:t>
    </dgm:pt>
    <dgm:pt modelId="{8E0E5AC0-1804-4578-9BA5-0C7933FFCD3E}" type="pres">
      <dgm:prSet presAssocID="{298D0785-DE5D-4E96-897F-F4E43C4F408D}" presName="vert0" presStyleCnt="0">
        <dgm:presLayoutVars>
          <dgm:dir/>
          <dgm:animOne val="branch"/>
          <dgm:animLvl val="lvl"/>
        </dgm:presLayoutVars>
      </dgm:prSet>
      <dgm:spPr/>
    </dgm:pt>
    <dgm:pt modelId="{892DB0A6-E68D-478A-B375-2860D4FF67AD}" type="pres">
      <dgm:prSet presAssocID="{7A2ADFC1-E434-4B5C-A006-90C925F7365B}" presName="thickLine" presStyleLbl="alignNode1" presStyleIdx="0" presStyleCnt="4"/>
      <dgm:spPr/>
    </dgm:pt>
    <dgm:pt modelId="{FD0A5170-14E7-4B92-8727-E0102A4CFF29}" type="pres">
      <dgm:prSet presAssocID="{7A2ADFC1-E434-4B5C-A006-90C925F7365B}" presName="horz1" presStyleCnt="0"/>
      <dgm:spPr/>
    </dgm:pt>
    <dgm:pt modelId="{CF90B278-F0B7-4BEA-BF33-40F96D313FD8}" type="pres">
      <dgm:prSet presAssocID="{7A2ADFC1-E434-4B5C-A006-90C925F7365B}" presName="tx1" presStyleLbl="revTx" presStyleIdx="0" presStyleCnt="4"/>
      <dgm:spPr/>
    </dgm:pt>
    <dgm:pt modelId="{68952F39-791A-4668-96F6-B24309AFADF9}" type="pres">
      <dgm:prSet presAssocID="{7A2ADFC1-E434-4B5C-A006-90C925F7365B}" presName="vert1" presStyleCnt="0"/>
      <dgm:spPr/>
    </dgm:pt>
    <dgm:pt modelId="{73E8700F-4061-4D9B-B8E1-F9683EA9340A}" type="pres">
      <dgm:prSet presAssocID="{3CF45299-B897-4F3B-88DC-5BD17E589A3A}" presName="thickLine" presStyleLbl="alignNode1" presStyleIdx="1" presStyleCnt="4"/>
      <dgm:spPr/>
    </dgm:pt>
    <dgm:pt modelId="{075B4B87-C79D-4F12-BCD2-FF50C4F74BB7}" type="pres">
      <dgm:prSet presAssocID="{3CF45299-B897-4F3B-88DC-5BD17E589A3A}" presName="horz1" presStyleCnt="0"/>
      <dgm:spPr/>
    </dgm:pt>
    <dgm:pt modelId="{49EC9F4D-9CA2-4DDF-A810-CF1360CDE5CD}" type="pres">
      <dgm:prSet presAssocID="{3CF45299-B897-4F3B-88DC-5BD17E589A3A}" presName="tx1" presStyleLbl="revTx" presStyleIdx="1" presStyleCnt="4"/>
      <dgm:spPr/>
    </dgm:pt>
    <dgm:pt modelId="{969A453F-F000-4A18-92D1-9CDC566182D4}" type="pres">
      <dgm:prSet presAssocID="{3CF45299-B897-4F3B-88DC-5BD17E589A3A}" presName="vert1" presStyleCnt="0"/>
      <dgm:spPr/>
    </dgm:pt>
    <dgm:pt modelId="{3DD11BB8-9876-440F-940E-3CE983099AF9}" type="pres">
      <dgm:prSet presAssocID="{331EA5C0-354D-425C-9F0B-D474FAF49527}" presName="thickLine" presStyleLbl="alignNode1" presStyleIdx="2" presStyleCnt="4"/>
      <dgm:spPr/>
    </dgm:pt>
    <dgm:pt modelId="{C43ECA10-A27C-49D0-B7D8-6AAEB34F6EB4}" type="pres">
      <dgm:prSet presAssocID="{331EA5C0-354D-425C-9F0B-D474FAF49527}" presName="horz1" presStyleCnt="0"/>
      <dgm:spPr/>
    </dgm:pt>
    <dgm:pt modelId="{93497DFF-45B3-4391-8B92-A8FCEA53E5B6}" type="pres">
      <dgm:prSet presAssocID="{331EA5C0-354D-425C-9F0B-D474FAF49527}" presName="tx1" presStyleLbl="revTx" presStyleIdx="2" presStyleCnt="4"/>
      <dgm:spPr/>
    </dgm:pt>
    <dgm:pt modelId="{5F434DF4-B119-4D10-ADE2-4E7FE560C403}" type="pres">
      <dgm:prSet presAssocID="{331EA5C0-354D-425C-9F0B-D474FAF49527}" presName="vert1" presStyleCnt="0"/>
      <dgm:spPr/>
    </dgm:pt>
    <dgm:pt modelId="{51D101E6-454C-48B0-8F1D-A9DEFE51B575}" type="pres">
      <dgm:prSet presAssocID="{13EA6EDF-7E9E-4C77-98B5-9E4E2071D6D1}" presName="thickLine" presStyleLbl="alignNode1" presStyleIdx="3" presStyleCnt="4"/>
      <dgm:spPr/>
    </dgm:pt>
    <dgm:pt modelId="{37973118-AAA4-47BB-A026-074FCBB87E4A}" type="pres">
      <dgm:prSet presAssocID="{13EA6EDF-7E9E-4C77-98B5-9E4E2071D6D1}" presName="horz1" presStyleCnt="0"/>
      <dgm:spPr/>
    </dgm:pt>
    <dgm:pt modelId="{3840C5B0-B940-4471-9C67-203517ACB954}" type="pres">
      <dgm:prSet presAssocID="{13EA6EDF-7E9E-4C77-98B5-9E4E2071D6D1}" presName="tx1" presStyleLbl="revTx" presStyleIdx="3" presStyleCnt="4"/>
      <dgm:spPr/>
    </dgm:pt>
    <dgm:pt modelId="{ACAB3629-9563-48C9-A2F6-B4ECF7D04653}" type="pres">
      <dgm:prSet presAssocID="{13EA6EDF-7E9E-4C77-98B5-9E4E2071D6D1}" presName="vert1" presStyleCnt="0"/>
      <dgm:spPr/>
    </dgm:pt>
  </dgm:ptLst>
  <dgm:cxnLst>
    <dgm:cxn modelId="{4BF84812-DD3F-4AD0-8404-4A9E8553E8F3}" srcId="{298D0785-DE5D-4E96-897F-F4E43C4F408D}" destId="{7A2ADFC1-E434-4B5C-A006-90C925F7365B}" srcOrd="0" destOrd="0" parTransId="{A42A845E-09D7-4AC8-92DA-5EDC4326D045}" sibTransId="{32A99B7C-CCA5-44C0-A59C-B5445DE6BE7C}"/>
    <dgm:cxn modelId="{3C13B221-E4DB-4A6F-BA12-85BB10A57EF9}" type="presOf" srcId="{3CF45299-B897-4F3B-88DC-5BD17E589A3A}" destId="{49EC9F4D-9CA2-4DDF-A810-CF1360CDE5CD}" srcOrd="0" destOrd="0" presId="urn:microsoft.com/office/officeart/2008/layout/LinedList"/>
    <dgm:cxn modelId="{A56BF544-259B-48D0-AD31-CE37AC9F8B2B}" srcId="{298D0785-DE5D-4E96-897F-F4E43C4F408D}" destId="{331EA5C0-354D-425C-9F0B-D474FAF49527}" srcOrd="2" destOrd="0" parTransId="{969DF307-85F1-44EA-9932-E8292AFB83AB}" sibTransId="{CDB11ADE-CF46-42B5-A153-30170FE738DE}"/>
    <dgm:cxn modelId="{B0869B4F-FE52-40CB-BBD5-28A665B58325}" srcId="{298D0785-DE5D-4E96-897F-F4E43C4F408D}" destId="{13EA6EDF-7E9E-4C77-98B5-9E4E2071D6D1}" srcOrd="3" destOrd="0" parTransId="{F38F2E38-FF04-42AF-A894-77285A897E73}" sibTransId="{117071C0-5EBF-482E-8753-EEC701A66E51}"/>
    <dgm:cxn modelId="{DED42270-472F-4AB1-9EDF-51C63D1D460B}" srcId="{298D0785-DE5D-4E96-897F-F4E43C4F408D}" destId="{3CF45299-B897-4F3B-88DC-5BD17E589A3A}" srcOrd="1" destOrd="0" parTransId="{365F00D6-D8C4-409C-A7D8-6C25EFAE1C5B}" sibTransId="{615101AC-4115-4710-88D5-19B34D780FF0}"/>
    <dgm:cxn modelId="{54778591-8638-4C6B-9413-66D03679F467}" type="presOf" srcId="{331EA5C0-354D-425C-9F0B-D474FAF49527}" destId="{93497DFF-45B3-4391-8B92-A8FCEA53E5B6}" srcOrd="0" destOrd="0" presId="urn:microsoft.com/office/officeart/2008/layout/LinedList"/>
    <dgm:cxn modelId="{673B9795-9E3C-4E5F-ACCD-0642F0A107E5}" type="presOf" srcId="{7A2ADFC1-E434-4B5C-A006-90C925F7365B}" destId="{CF90B278-F0B7-4BEA-BF33-40F96D313FD8}" srcOrd="0" destOrd="0" presId="urn:microsoft.com/office/officeart/2008/layout/LinedList"/>
    <dgm:cxn modelId="{3C12D6C0-C666-4382-9665-94EC9164621D}" type="presOf" srcId="{13EA6EDF-7E9E-4C77-98B5-9E4E2071D6D1}" destId="{3840C5B0-B940-4471-9C67-203517ACB954}" srcOrd="0" destOrd="0" presId="urn:microsoft.com/office/officeart/2008/layout/LinedList"/>
    <dgm:cxn modelId="{EEA9FDF6-61A4-4E50-8508-5F4E4BB29FC0}" type="presOf" srcId="{298D0785-DE5D-4E96-897F-F4E43C4F408D}" destId="{8E0E5AC0-1804-4578-9BA5-0C7933FFCD3E}" srcOrd="0" destOrd="0" presId="urn:microsoft.com/office/officeart/2008/layout/LinedList"/>
    <dgm:cxn modelId="{CCF93079-A850-4B1B-BECB-288C26E1F774}" type="presParOf" srcId="{8E0E5AC0-1804-4578-9BA5-0C7933FFCD3E}" destId="{892DB0A6-E68D-478A-B375-2860D4FF67AD}" srcOrd="0" destOrd="0" presId="urn:microsoft.com/office/officeart/2008/layout/LinedList"/>
    <dgm:cxn modelId="{A0B6AF04-4287-4B57-8C8F-AC1B8B62E9BA}" type="presParOf" srcId="{8E0E5AC0-1804-4578-9BA5-0C7933FFCD3E}" destId="{FD0A5170-14E7-4B92-8727-E0102A4CFF29}" srcOrd="1" destOrd="0" presId="urn:microsoft.com/office/officeart/2008/layout/LinedList"/>
    <dgm:cxn modelId="{C1799B2F-2721-48FC-8E8F-56BED358EC1B}" type="presParOf" srcId="{FD0A5170-14E7-4B92-8727-E0102A4CFF29}" destId="{CF90B278-F0B7-4BEA-BF33-40F96D313FD8}" srcOrd="0" destOrd="0" presId="urn:microsoft.com/office/officeart/2008/layout/LinedList"/>
    <dgm:cxn modelId="{6892E305-8727-4DF3-8803-880767CA8178}" type="presParOf" srcId="{FD0A5170-14E7-4B92-8727-E0102A4CFF29}" destId="{68952F39-791A-4668-96F6-B24309AFADF9}" srcOrd="1" destOrd="0" presId="urn:microsoft.com/office/officeart/2008/layout/LinedList"/>
    <dgm:cxn modelId="{3A85A5FA-52C3-4C72-8EE1-EA66BB952CF7}" type="presParOf" srcId="{8E0E5AC0-1804-4578-9BA5-0C7933FFCD3E}" destId="{73E8700F-4061-4D9B-B8E1-F9683EA9340A}" srcOrd="2" destOrd="0" presId="urn:microsoft.com/office/officeart/2008/layout/LinedList"/>
    <dgm:cxn modelId="{25EB217E-5865-49CA-9EBE-D43A85463563}" type="presParOf" srcId="{8E0E5AC0-1804-4578-9BA5-0C7933FFCD3E}" destId="{075B4B87-C79D-4F12-BCD2-FF50C4F74BB7}" srcOrd="3" destOrd="0" presId="urn:microsoft.com/office/officeart/2008/layout/LinedList"/>
    <dgm:cxn modelId="{2FE12DD8-4837-462E-87F7-3233924170F2}" type="presParOf" srcId="{075B4B87-C79D-4F12-BCD2-FF50C4F74BB7}" destId="{49EC9F4D-9CA2-4DDF-A810-CF1360CDE5CD}" srcOrd="0" destOrd="0" presId="urn:microsoft.com/office/officeart/2008/layout/LinedList"/>
    <dgm:cxn modelId="{78C017BF-2E13-4F22-8402-61FA50267EAF}" type="presParOf" srcId="{075B4B87-C79D-4F12-BCD2-FF50C4F74BB7}" destId="{969A453F-F000-4A18-92D1-9CDC566182D4}" srcOrd="1" destOrd="0" presId="urn:microsoft.com/office/officeart/2008/layout/LinedList"/>
    <dgm:cxn modelId="{4E9F4A11-49D3-405A-AC99-4703996C2959}" type="presParOf" srcId="{8E0E5AC0-1804-4578-9BA5-0C7933FFCD3E}" destId="{3DD11BB8-9876-440F-940E-3CE983099AF9}" srcOrd="4" destOrd="0" presId="urn:microsoft.com/office/officeart/2008/layout/LinedList"/>
    <dgm:cxn modelId="{3C2D6399-70FC-4725-B2CA-52BDA38280E2}" type="presParOf" srcId="{8E0E5AC0-1804-4578-9BA5-0C7933FFCD3E}" destId="{C43ECA10-A27C-49D0-B7D8-6AAEB34F6EB4}" srcOrd="5" destOrd="0" presId="urn:microsoft.com/office/officeart/2008/layout/LinedList"/>
    <dgm:cxn modelId="{B8FB0A5A-1C24-4CB7-88B3-962D4BCC08B8}" type="presParOf" srcId="{C43ECA10-A27C-49D0-B7D8-6AAEB34F6EB4}" destId="{93497DFF-45B3-4391-8B92-A8FCEA53E5B6}" srcOrd="0" destOrd="0" presId="urn:microsoft.com/office/officeart/2008/layout/LinedList"/>
    <dgm:cxn modelId="{14A8D545-B7BF-4762-88F1-FE43E4931C21}" type="presParOf" srcId="{C43ECA10-A27C-49D0-B7D8-6AAEB34F6EB4}" destId="{5F434DF4-B119-4D10-ADE2-4E7FE560C403}" srcOrd="1" destOrd="0" presId="urn:microsoft.com/office/officeart/2008/layout/LinedList"/>
    <dgm:cxn modelId="{120128AA-24E5-449D-BFFE-FEB67D0BD1F8}" type="presParOf" srcId="{8E0E5AC0-1804-4578-9BA5-0C7933FFCD3E}" destId="{51D101E6-454C-48B0-8F1D-A9DEFE51B575}" srcOrd="6" destOrd="0" presId="urn:microsoft.com/office/officeart/2008/layout/LinedList"/>
    <dgm:cxn modelId="{2A1866EA-43CB-42BC-810E-AA762CD5B66E}" type="presParOf" srcId="{8E0E5AC0-1804-4578-9BA5-0C7933FFCD3E}" destId="{37973118-AAA4-47BB-A026-074FCBB87E4A}" srcOrd="7" destOrd="0" presId="urn:microsoft.com/office/officeart/2008/layout/LinedList"/>
    <dgm:cxn modelId="{A5D237FA-F961-4FC3-B463-25A590D792AA}" type="presParOf" srcId="{37973118-AAA4-47BB-A026-074FCBB87E4A}" destId="{3840C5B0-B940-4471-9C67-203517ACB954}" srcOrd="0" destOrd="0" presId="urn:microsoft.com/office/officeart/2008/layout/LinedList"/>
    <dgm:cxn modelId="{6401D0CB-9836-468F-9EAB-5CED6CA8C617}" type="presParOf" srcId="{37973118-AAA4-47BB-A026-074FCBB87E4A}" destId="{ACAB3629-9563-48C9-A2F6-B4ECF7D0465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8AD1C-179B-4AB6-A17F-A0BD0EB2096C}">
      <dsp:nvSpPr>
        <dsp:cNvPr id="0" name=""/>
        <dsp:cNvSpPr/>
      </dsp:nvSpPr>
      <dsp:spPr>
        <a:xfrm>
          <a:off x="0" y="39559"/>
          <a:ext cx="6666833" cy="982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b="1" kern="1200" dirty="0"/>
            <a:t>Lineares Vorgehen</a:t>
          </a:r>
          <a:endParaRPr lang="en-US" sz="4000" kern="1200" dirty="0"/>
        </a:p>
      </dsp:txBody>
      <dsp:txXfrm>
        <a:off x="47976" y="87535"/>
        <a:ext cx="6570881" cy="886848"/>
      </dsp:txXfrm>
    </dsp:sp>
    <dsp:sp modelId="{22F29C23-F8CE-48EF-9E0C-AD10C29D011D}">
      <dsp:nvSpPr>
        <dsp:cNvPr id="0" name=""/>
        <dsp:cNvSpPr/>
      </dsp:nvSpPr>
      <dsp:spPr>
        <a:xfrm>
          <a:off x="0" y="1137559"/>
          <a:ext cx="6666833" cy="98280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b="1" kern="1200" dirty="0"/>
            <a:t>Strikte Phasen</a:t>
          </a:r>
          <a:endParaRPr lang="en-US" sz="4000" kern="1200" dirty="0"/>
        </a:p>
      </dsp:txBody>
      <dsp:txXfrm>
        <a:off x="47976" y="1185535"/>
        <a:ext cx="6570881" cy="886848"/>
      </dsp:txXfrm>
    </dsp:sp>
    <dsp:sp modelId="{8B7E18C4-9439-458E-AD9F-1AF92123900D}">
      <dsp:nvSpPr>
        <dsp:cNvPr id="0" name=""/>
        <dsp:cNvSpPr/>
      </dsp:nvSpPr>
      <dsp:spPr>
        <a:xfrm>
          <a:off x="0" y="2235560"/>
          <a:ext cx="6666833" cy="9828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b="1" kern="1200" dirty="0"/>
            <a:t>Dokumentation</a:t>
          </a:r>
          <a:endParaRPr lang="en-US" sz="4000" kern="1200" dirty="0"/>
        </a:p>
      </dsp:txBody>
      <dsp:txXfrm>
        <a:off x="47976" y="2283536"/>
        <a:ext cx="6570881" cy="886848"/>
      </dsp:txXfrm>
    </dsp:sp>
    <dsp:sp modelId="{99E733F4-4370-4984-BA80-DC68159D719F}">
      <dsp:nvSpPr>
        <dsp:cNvPr id="0" name=""/>
        <dsp:cNvSpPr/>
      </dsp:nvSpPr>
      <dsp:spPr>
        <a:xfrm>
          <a:off x="0" y="3333560"/>
          <a:ext cx="6666833" cy="98280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b="1" kern="1200" dirty="0"/>
            <a:t>Geringe Flexibilität</a:t>
          </a:r>
          <a:endParaRPr lang="en-US" sz="4000" kern="1200" dirty="0"/>
        </a:p>
      </dsp:txBody>
      <dsp:txXfrm>
        <a:off x="47976" y="3381536"/>
        <a:ext cx="6570881" cy="886848"/>
      </dsp:txXfrm>
    </dsp:sp>
    <dsp:sp modelId="{5841E3E2-A047-4EF7-AE6A-7E7AC4AC5D73}">
      <dsp:nvSpPr>
        <dsp:cNvPr id="0" name=""/>
        <dsp:cNvSpPr/>
      </dsp:nvSpPr>
      <dsp:spPr>
        <a:xfrm>
          <a:off x="0" y="4431560"/>
          <a:ext cx="6666833" cy="9828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b="1" kern="1200" dirty="0"/>
            <a:t>Fokus auf Planung</a:t>
          </a:r>
          <a:endParaRPr lang="en-US" sz="4000" kern="1200" dirty="0"/>
        </a:p>
      </dsp:txBody>
      <dsp:txXfrm>
        <a:off x="47976" y="4479536"/>
        <a:ext cx="6570881" cy="886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8D6A55-D6DF-41BE-A06B-947D327F9A2A}">
      <dsp:nvSpPr>
        <dsp:cNvPr id="0" name=""/>
        <dsp:cNvSpPr/>
      </dsp:nvSpPr>
      <dsp:spPr>
        <a:xfrm>
          <a:off x="0" y="644224"/>
          <a:ext cx="6666833" cy="7616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b="1" kern="1200" dirty="0"/>
            <a:t>Analyse / Anforderungserhebung</a:t>
          </a:r>
          <a:endParaRPr lang="en-US" sz="3100" kern="1200" dirty="0"/>
        </a:p>
      </dsp:txBody>
      <dsp:txXfrm>
        <a:off x="37182" y="681406"/>
        <a:ext cx="6592469" cy="687306"/>
      </dsp:txXfrm>
    </dsp:sp>
    <dsp:sp modelId="{169D3A1C-8F84-4BB7-85D1-C557B9741539}">
      <dsp:nvSpPr>
        <dsp:cNvPr id="0" name=""/>
        <dsp:cNvSpPr/>
      </dsp:nvSpPr>
      <dsp:spPr>
        <a:xfrm>
          <a:off x="0" y="1495174"/>
          <a:ext cx="6666833" cy="76167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b="1" kern="1200" dirty="0"/>
            <a:t>Design / Entwurf</a:t>
          </a:r>
          <a:endParaRPr lang="en-US" sz="3100" kern="1200" dirty="0"/>
        </a:p>
      </dsp:txBody>
      <dsp:txXfrm>
        <a:off x="37182" y="1532356"/>
        <a:ext cx="6592469" cy="687306"/>
      </dsp:txXfrm>
    </dsp:sp>
    <dsp:sp modelId="{4A834599-1F01-46AE-8A5E-30A37EC2F58C}">
      <dsp:nvSpPr>
        <dsp:cNvPr id="0" name=""/>
        <dsp:cNvSpPr/>
      </dsp:nvSpPr>
      <dsp:spPr>
        <a:xfrm>
          <a:off x="0" y="2346125"/>
          <a:ext cx="6666833" cy="76167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b="1" kern="1200" dirty="0"/>
            <a:t>Implementierung / Umsetzung</a:t>
          </a:r>
          <a:endParaRPr lang="en-US" sz="3100" kern="1200" dirty="0"/>
        </a:p>
      </dsp:txBody>
      <dsp:txXfrm>
        <a:off x="37182" y="2383307"/>
        <a:ext cx="6592469" cy="687306"/>
      </dsp:txXfrm>
    </dsp:sp>
    <dsp:sp modelId="{81DA0394-CFF7-4C01-962F-DF0B470C7C4B}">
      <dsp:nvSpPr>
        <dsp:cNvPr id="0" name=""/>
        <dsp:cNvSpPr/>
      </dsp:nvSpPr>
      <dsp:spPr>
        <a:xfrm>
          <a:off x="0" y="3197075"/>
          <a:ext cx="6666833" cy="76167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b="1" kern="1200" dirty="0"/>
            <a:t>Test / Überprüfung</a:t>
          </a:r>
          <a:endParaRPr lang="en-US" sz="3100" kern="1200" dirty="0"/>
        </a:p>
      </dsp:txBody>
      <dsp:txXfrm>
        <a:off x="37182" y="3234257"/>
        <a:ext cx="6592469" cy="687306"/>
      </dsp:txXfrm>
    </dsp:sp>
    <dsp:sp modelId="{3FA1161A-0A0A-4CE5-A49F-B4BF3BF3A23B}">
      <dsp:nvSpPr>
        <dsp:cNvPr id="0" name=""/>
        <dsp:cNvSpPr/>
      </dsp:nvSpPr>
      <dsp:spPr>
        <a:xfrm>
          <a:off x="0" y="4048025"/>
          <a:ext cx="6666833" cy="76167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b="1" kern="1200" dirty="0"/>
            <a:t>Betrieb / Inbetriebnahme (Wartung)</a:t>
          </a:r>
          <a:endParaRPr lang="en-US" sz="3100" kern="1200" dirty="0"/>
        </a:p>
      </dsp:txBody>
      <dsp:txXfrm>
        <a:off x="37182" y="4085207"/>
        <a:ext cx="6592469" cy="6873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DB0A6-E68D-478A-B375-2860D4FF67AD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90B278-F0B7-4BEA-BF33-40F96D313FD8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i="0" kern="1200" baseline="0"/>
            <a:t>Stabile Anforderungen:</a:t>
          </a:r>
          <a:r>
            <a:rPr lang="de-DE" sz="2400" b="0" i="0" kern="1200" baseline="0"/>
            <a:t> Projekte, bei denen die </a:t>
          </a:r>
          <a:r>
            <a:rPr lang="de-DE" sz="2400" b="1" i="0" kern="1200" baseline="0"/>
            <a:t>Anforderungen</a:t>
          </a:r>
          <a:r>
            <a:rPr lang="de-DE" sz="2400" b="0" i="0" kern="1200" baseline="0"/>
            <a:t> an das Produkt von Anfang an </a:t>
          </a:r>
          <a:r>
            <a:rPr lang="de-DE" sz="2400" b="1" i="0" kern="1200" baseline="0"/>
            <a:t>vollständig bekannt</a:t>
          </a:r>
          <a:r>
            <a:rPr lang="de-DE" sz="2400" b="0" i="0" kern="1200" baseline="0"/>
            <a:t> und </a:t>
          </a:r>
          <a:r>
            <a:rPr lang="de-DE" sz="2400" b="1" i="0" kern="1200" baseline="0"/>
            <a:t>unveränderlich</a:t>
          </a:r>
          <a:r>
            <a:rPr lang="de-DE" sz="2400" b="0" i="0" kern="1200" baseline="0"/>
            <a:t> sind.</a:t>
          </a:r>
          <a:endParaRPr lang="en-US" sz="2400" kern="1200"/>
        </a:p>
      </dsp:txBody>
      <dsp:txXfrm>
        <a:off x="0" y="0"/>
        <a:ext cx="6666833" cy="1363480"/>
      </dsp:txXfrm>
    </dsp:sp>
    <dsp:sp modelId="{73E8700F-4061-4D9B-B8E1-F9683EA9340A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EC9F4D-9CA2-4DDF-A810-CF1360CDE5CD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i="0" kern="1200" baseline="0"/>
            <a:t>Kleine/Kurze Projekte:</a:t>
          </a:r>
          <a:r>
            <a:rPr lang="de-DE" sz="2400" b="0" i="0" kern="1200" baseline="0"/>
            <a:t> Projekte mit </a:t>
          </a:r>
          <a:r>
            <a:rPr lang="de-DE" sz="2400" b="1" i="0" kern="1200" baseline="0"/>
            <a:t>geringer Komplexität</a:t>
          </a:r>
          <a:r>
            <a:rPr lang="de-DE" sz="2400" b="0" i="0" kern="1200" baseline="0"/>
            <a:t> und kurzer Laufzeit, bei denen die Gefahr von Änderungen minimal ist.</a:t>
          </a:r>
          <a:endParaRPr lang="en-US" sz="2400" kern="1200"/>
        </a:p>
      </dsp:txBody>
      <dsp:txXfrm>
        <a:off x="0" y="1363480"/>
        <a:ext cx="6666833" cy="1363480"/>
      </dsp:txXfrm>
    </dsp:sp>
    <dsp:sp modelId="{3DD11BB8-9876-440F-940E-3CE983099AF9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497DFF-45B3-4391-8B92-A8FCEA53E5B6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i="0" kern="1200" baseline="0"/>
            <a:t>Regulierte Umgebungen:</a:t>
          </a:r>
          <a:r>
            <a:rPr lang="de-DE" sz="2400" b="0" i="0" kern="1200" baseline="0"/>
            <a:t> Projekte, bei denen die </a:t>
          </a:r>
          <a:r>
            <a:rPr lang="de-DE" sz="2400" b="1" i="0" kern="1200" baseline="0"/>
            <a:t>Spezifikationen fest</a:t>
          </a:r>
          <a:r>
            <a:rPr lang="de-DE" sz="2400" b="0" i="0" kern="1200" baseline="0"/>
            <a:t> vorgegeben sind (z. B. durch gesetzliche oder behördliche Vorschriften).</a:t>
          </a:r>
          <a:endParaRPr lang="en-US" sz="2400" kern="1200"/>
        </a:p>
      </dsp:txBody>
      <dsp:txXfrm>
        <a:off x="0" y="2726960"/>
        <a:ext cx="6666833" cy="1363480"/>
      </dsp:txXfrm>
    </dsp:sp>
    <dsp:sp modelId="{51D101E6-454C-48B0-8F1D-A9DEFE51B575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840C5B0-B940-4471-9C67-203517ACB954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i="0" kern="1200" baseline="0"/>
            <a:t>Wiederholte Prozesse:</a:t>
          </a:r>
          <a:r>
            <a:rPr lang="de-DE" sz="2400" b="0" i="0" kern="1200" baseline="0"/>
            <a:t> Wenn ähnliche Projekte bereits mehrfach erfolgreich durchgeführt wurden und der Ablauf gut bekannt ist.</a:t>
          </a:r>
          <a:endParaRPr lang="en-US" sz="2400" kern="1200"/>
        </a:p>
      </dsp:txBody>
      <dsp:txXfrm>
        <a:off x="0" y="4090440"/>
        <a:ext cx="6666833" cy="1363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C9EEBB-E4CE-BB61-85BF-BBA9CB70F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A9B7629-42F6-DE62-0F6A-584AE4F36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454B58-1561-80FE-5FB5-DEE2613D4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B505-B299-4413-8D89-A405127869F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36957D-73EF-92ED-DC0F-75507FB43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124A11-819D-0E25-566A-0318C70B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3A14-2C40-41FB-A485-9F9EBFD70B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027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BD084D-5D49-4207-D47A-70090C61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79719A-1A15-5FD2-8A04-BAA2B1B2C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A8B507-FE51-474C-4DBF-95E57CA49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B505-B299-4413-8D89-A405127869F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DF7A27-4EF3-82ED-1721-F31AF8487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1F1DA6-635D-DE46-8C46-48904F55C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3A14-2C40-41FB-A485-9F9EBFD70B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65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071ECB-24E1-24CB-C65A-A7AAFB1C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A72E07-8806-88B0-AE0B-7E823F38A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38A272-3830-3863-E243-96FE2695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B505-B299-4413-8D89-A405127869F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65FE6C-FDB2-6AB1-F933-F8E9E4BF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002D48-A5AE-C663-1514-9C15128C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3A14-2C40-41FB-A485-9F9EBFD70B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2503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CED3F-54B0-8215-5596-43089B3C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1B6D9B-D549-FED8-A17C-BA04A3C4A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803446-A8CF-4A03-3A20-9276994AA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B9B4D4-8DD9-8817-DD86-57491F836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B505-B299-4413-8D89-A405127869F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4D9911-E09E-DA6C-2599-4A4275D8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FE86EF-D339-D6C4-A911-FB39DA3F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3A14-2C40-41FB-A485-9F9EBFD70B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69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849ED7-E4B8-B52E-8A0D-AAC4F03D1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6B27D0-389E-3A05-47FB-C2A5B9F91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803F85-7452-7D13-7A00-DACE3D2BE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D20198B-369A-FA51-1EB3-C9149D424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A8E6C75-180C-7B73-82A4-22D1F1092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FB24A1E-B5F5-B78D-4777-CC6F1D9A6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B505-B299-4413-8D89-A405127869F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37BE8B6-5027-5819-49CC-C47F77CF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EC1FA97-2E0A-BAE7-0C8F-B25C8FA1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3A14-2C40-41FB-A485-9F9EBFD70B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5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9DF4D3-4BD0-AE60-C480-C4F25EE9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23A06B-0F08-C5CB-458C-D40C81DB1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B505-B299-4413-8D89-A405127869F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B1B3BD-94B4-259B-09D6-45A6E08DC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D455A3-1101-52F4-8A4B-0544630C6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3A14-2C40-41FB-A485-9F9EBFD70B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9134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7F047D2-CBD4-E0D7-96D5-8ABC6E27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B505-B299-4413-8D89-A405127869F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A5B0C19-9774-9044-99A0-50F1C1A12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F75AAF-AAFD-747F-F279-EE08881C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3A14-2C40-41FB-A485-9F9EBFD70B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273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ADE999-EF50-0C4D-7D9B-58018158B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08DF75-937B-5E23-089B-D295E232B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576C3C-A52A-6B34-8762-6ECA8116E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B9BA65-1B47-DEB4-8E42-1AE2274A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B505-B299-4413-8D89-A405127869F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E7D5CB-47F9-F1DE-A64A-C3C2A0E50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40544B-0D9F-5652-269C-EBCC4671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3A14-2C40-41FB-A485-9F9EBFD70B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078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C61548-8CDA-9635-6C1C-449BDA23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252F9BA-F69E-E03E-B965-2D02EDC37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81D754-B0D1-9201-83F0-63B2FB24E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5F020B-9638-16AC-AF1B-0EA9CB7A7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B505-B299-4413-8D89-A405127869F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053C0D-A634-A300-5ECA-07C1C49AC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0C16B4-A7B7-C620-08A7-64477917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3A14-2C40-41FB-A485-9F9EBFD70B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677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C6C555-CD9C-1407-ABCC-C6173849C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ED8DC8-CE83-9079-0FBA-76E06DB0C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CD9DB5-A99A-C43A-14D9-2FF437B2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B505-B299-4413-8D89-A405127869F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1CF044-5DD9-78FB-2D0D-F71DF7BB8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48D8EE-7740-DCCC-0D68-E6530C4C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3A14-2C40-41FB-A485-9F9EBFD70B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2839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5A6CE60-BC1B-7FC2-B161-6B3166A42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988CD20-FEDF-B54A-17B6-7919B3EF0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7BD06D-F545-403F-C510-8AD97B9B6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B505-B299-4413-8D89-A405127869F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FCA49A-FB5B-9E47-1E4B-51394687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09AAF6-ED66-DF2F-5927-F4DA0C63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3A14-2C40-41FB-A485-9F9EBFD70B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883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7C8EE75-E50E-903E-5BC9-F8592BE8F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262D15-6BA1-056A-0C91-ED61F00C5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7DEB33-DBE7-8838-E252-4FA0CCB25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6B505-B299-4413-8D89-A405127869F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268CC6-41E8-9E24-A0C3-A88F9820D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62787B-E264-E915-DC94-7F54BFDE8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53A14-2C40-41FB-A485-9F9EBFD70B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767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5CC186-8529-A795-F1E4-868A03198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Wasserfallmodell</a:t>
            </a:r>
            <a:endParaRPr lang="de-DE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81EFB35-6C37-376F-A80A-239C04E9E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2567" y="3856159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Von Merlin und Florian</a:t>
            </a:r>
            <a:endParaRPr lang="de-DE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06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BAC3FD-8359-444D-DD7A-112F6AF26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930400"/>
            <a:ext cx="3115265" cy="2425611"/>
          </a:xfrm>
        </p:spPr>
        <p:txBody>
          <a:bodyPr anchor="b">
            <a:normAutofit/>
          </a:bodyPr>
          <a:lstStyle/>
          <a:p>
            <a:pPr algn="r"/>
            <a:r>
              <a:rPr lang="de-DE" sz="2800" b="1" dirty="0">
                <a:solidFill>
                  <a:srgbClr val="FFFFFF"/>
                </a:solidFill>
              </a:rPr>
              <a:t>🌊 Kernpunkte</a:t>
            </a:r>
            <a:endParaRPr lang="de-DE" sz="2800" dirty="0">
              <a:solidFill>
                <a:srgbClr val="FFFFFF"/>
              </a:solidFill>
            </a:endParaRP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4B9AC95E-7C40-DF7C-2122-BADE06790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88782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7254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F029EC1-271C-A03A-03B7-BA6DE367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662120"/>
          </a:xfrm>
        </p:spPr>
        <p:txBody>
          <a:bodyPr anchor="b">
            <a:normAutofit/>
          </a:bodyPr>
          <a:lstStyle/>
          <a:p>
            <a:pPr algn="r"/>
            <a:r>
              <a:rPr lang="de-DE" sz="2800" b="1" dirty="0">
                <a:solidFill>
                  <a:srgbClr val="FFFFFF"/>
                </a:solidFill>
              </a:rPr>
              <a:t>🌊 Phasen</a:t>
            </a:r>
            <a:endParaRPr lang="de-DE" sz="2800" dirty="0">
              <a:solidFill>
                <a:srgbClr val="FFFFFF"/>
              </a:solidFill>
            </a:endParaRP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E29FC467-5B98-5784-05CF-6A3AE1A6F0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3878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6180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6AAFD1-C21D-F3F5-CC19-0E69F686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" y="1683755"/>
            <a:ext cx="3620463" cy="2672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de-DE" sz="2800" b="1" dirty="0">
                <a:solidFill>
                  <a:srgbClr val="FFFFFF"/>
                </a:solidFill>
              </a:rPr>
              <a:t>🌊 </a:t>
            </a:r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Vor</a:t>
            </a:r>
            <a:r>
              <a:rPr lang="en-US" sz="2800" b="1" dirty="0">
                <a:solidFill>
                  <a:srgbClr val="FFFFFF"/>
                </a:solidFill>
              </a:rPr>
              <a:t>- und </a:t>
            </a:r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Nachteile</a:t>
            </a: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545D68F2-9895-BD03-DD1E-80C28209D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1426746"/>
              </p:ext>
            </p:extLst>
          </p:nvPr>
        </p:nvGraphicFramePr>
        <p:xfrm>
          <a:off x="4905052" y="1003349"/>
          <a:ext cx="6666834" cy="494810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841568">
                  <a:extLst>
                    <a:ext uri="{9D8B030D-6E8A-4147-A177-3AD203B41FA5}">
                      <a16:colId xmlns:a16="http://schemas.microsoft.com/office/drawing/2014/main" val="646625143"/>
                    </a:ext>
                  </a:extLst>
                </a:gridCol>
                <a:gridCol w="2453723">
                  <a:extLst>
                    <a:ext uri="{9D8B030D-6E8A-4147-A177-3AD203B41FA5}">
                      <a16:colId xmlns:a16="http://schemas.microsoft.com/office/drawing/2014/main" val="3622949246"/>
                    </a:ext>
                  </a:extLst>
                </a:gridCol>
                <a:gridCol w="2371543">
                  <a:extLst>
                    <a:ext uri="{9D8B030D-6E8A-4147-A177-3AD203B41FA5}">
                      <a16:colId xmlns:a16="http://schemas.microsoft.com/office/drawing/2014/main" val="4024046587"/>
                    </a:ext>
                  </a:extLst>
                </a:gridCol>
              </a:tblGrid>
              <a:tr h="552755">
                <a:tc>
                  <a:txBody>
                    <a:bodyPr/>
                    <a:lstStyle/>
                    <a:p>
                      <a:r>
                        <a:rPr lang="de-DE" sz="18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Aspekt</a:t>
                      </a:r>
                      <a:endParaRPr lang="de-DE" sz="18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56263" marR="120202" marT="120202" marB="12020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Vorteile (+)</a:t>
                      </a:r>
                      <a:endParaRPr lang="de-DE" sz="18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56263" marR="120202" marT="120202" marB="12020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Nachteile (-)</a:t>
                      </a:r>
                      <a:endParaRPr lang="de-DE" sz="18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56263" marR="120202" marT="120202" marB="12020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630914"/>
                  </a:ext>
                </a:extLst>
              </a:tr>
              <a:tr h="1373880">
                <a:tc>
                  <a:txBody>
                    <a:bodyPr/>
                    <a:lstStyle/>
                    <a:p>
                      <a:r>
                        <a:rPr lang="de-DE" sz="18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Struktur</a:t>
                      </a:r>
                      <a:endParaRPr lang="de-DE" sz="18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56263" marR="120202" marT="120202" marB="12020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Klare, leicht verständliche Struktur und hohe Dokumentation.</a:t>
                      </a:r>
                    </a:p>
                  </a:txBody>
                  <a:tcPr marL="156263" marR="120202" marT="120202" marB="12020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Geringe Flexibilität und Anpassungsfähigkeit an Änderungen.</a:t>
                      </a:r>
                    </a:p>
                  </a:txBody>
                  <a:tcPr marL="156263" marR="120202" marT="120202" marB="12020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80522"/>
                  </a:ext>
                </a:extLst>
              </a:tr>
              <a:tr h="1373880">
                <a:tc>
                  <a:txBody>
                    <a:bodyPr/>
                    <a:lstStyle/>
                    <a:p>
                      <a:r>
                        <a:rPr lang="de-DE" sz="18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Planung</a:t>
                      </a:r>
                      <a:endParaRPr lang="de-DE" sz="18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56263" marR="120202" marT="120202" marB="12020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Hohe </a:t>
                      </a:r>
                      <a:r>
                        <a:rPr lang="de-DE" sz="18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Planungssicherheit</a:t>
                      </a:r>
                      <a:r>
                        <a:rPr lang="de-DE" sz="18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und gute Kontrollierbarkeit.</a:t>
                      </a:r>
                    </a:p>
                  </a:txBody>
                  <a:tcPr marL="156263" marR="120202" marT="120202" marB="12020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Änderungen in späteren Phasen sind sehr teuer und zeitaufwändig.</a:t>
                      </a:r>
                    </a:p>
                  </a:txBody>
                  <a:tcPr marL="156263" marR="120202" marT="120202" marB="12020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689456"/>
                  </a:ext>
                </a:extLst>
              </a:tr>
              <a:tr h="1647589">
                <a:tc>
                  <a:txBody>
                    <a:bodyPr/>
                    <a:lstStyle/>
                    <a:p>
                      <a:r>
                        <a:rPr lang="de-DE" sz="18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Anforderungen</a:t>
                      </a:r>
                      <a:endParaRPr lang="de-DE" sz="18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56263" marR="120202" marT="120202" marB="12020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Geeignet für Projekte, bei denen die </a:t>
                      </a:r>
                      <a:r>
                        <a:rPr lang="de-DE" sz="18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Anforderungen zu Beginn klar</a:t>
                      </a:r>
                      <a:r>
                        <a:rPr lang="de-DE" sz="18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und stabil sind.</a:t>
                      </a:r>
                    </a:p>
                  </a:txBody>
                  <a:tcPr marL="156263" marR="120202" marT="120202" marB="12020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Das Endprodukt wird erst sehr spät im Projektverlauf sichtbar und testbar.</a:t>
                      </a:r>
                    </a:p>
                  </a:txBody>
                  <a:tcPr marL="156263" marR="120202" marT="120202" marB="12020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375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549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368AED-C589-92B9-D4EC-F4B712605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2" y="1683756"/>
            <a:ext cx="3603772" cy="2662120"/>
          </a:xfrm>
        </p:spPr>
        <p:txBody>
          <a:bodyPr anchor="b">
            <a:normAutofit/>
          </a:bodyPr>
          <a:lstStyle/>
          <a:p>
            <a:pPr algn="r"/>
            <a:r>
              <a:rPr lang="de-DE" sz="2400" b="1" dirty="0">
                <a:solidFill>
                  <a:srgbClr val="FFFFFF"/>
                </a:solidFill>
              </a:rPr>
              <a:t>🌊 </a:t>
            </a:r>
            <a:r>
              <a:rPr lang="en-US" sz="2500" b="1" dirty="0" err="1">
                <a:solidFill>
                  <a:srgbClr val="FFFFFF"/>
                </a:solidFill>
              </a:rPr>
              <a:t>Anwendungsbereiche</a:t>
            </a:r>
            <a:endParaRPr lang="de-DE" sz="2500" b="1" dirty="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AB44752-AF31-2F32-CE30-BE4C9AA5DE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607801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05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Breitbild</PresentationFormat>
  <Paragraphs>32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Google Sans Text</vt:lpstr>
      <vt:lpstr>Office</vt:lpstr>
      <vt:lpstr>Wasserfallmodell</vt:lpstr>
      <vt:lpstr>🌊 Kernpunkte</vt:lpstr>
      <vt:lpstr>🌊 Phasen</vt:lpstr>
      <vt:lpstr>🌊 Vor- und Nachteile</vt:lpstr>
      <vt:lpstr>🌊 Anwendungsbereiche</vt:lpstr>
    </vt:vector>
  </TitlesOfParts>
  <Company>Koerber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Merlin Gessler</dc:creator>
  <cp:lastModifiedBy>Merlin Gessler</cp:lastModifiedBy>
  <cp:revision>1</cp:revision>
  <dcterms:created xsi:type="dcterms:W3CDTF">2025-11-03T14:24:23Z</dcterms:created>
  <dcterms:modified xsi:type="dcterms:W3CDTF">2025-11-16T15:15:40Z</dcterms:modified>
</cp:coreProperties>
</file>