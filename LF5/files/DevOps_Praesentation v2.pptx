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quickStyle2.xml" ContentType="application/vnd.openxmlformats-officedocument.drawingml.diagramStyle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EAACF6-914D-4D00-AB6D-FF2026F906D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9AE6C45-3B63-409D-8946-CCEF718BE5CA}">
      <dgm:prSet/>
      <dgm:spPr/>
      <dgm:t>
        <a:bodyPr/>
        <a:lstStyle/>
        <a:p>
          <a:r>
            <a:rPr lang="de-DE"/>
            <a:t>• Development + Operations vereint</a:t>
          </a:r>
          <a:endParaRPr lang="en-US"/>
        </a:p>
      </dgm:t>
    </dgm:pt>
    <dgm:pt modelId="{851AF80C-6E83-4F34-9FBF-5B8BB561AB9D}" type="parTrans" cxnId="{C7ABF83B-62D4-4C16-A356-CDE8FE04C571}">
      <dgm:prSet/>
      <dgm:spPr/>
      <dgm:t>
        <a:bodyPr/>
        <a:lstStyle/>
        <a:p>
          <a:endParaRPr lang="en-US"/>
        </a:p>
      </dgm:t>
    </dgm:pt>
    <dgm:pt modelId="{92804014-CE2E-4587-8980-B0BC2F3053CE}" type="sibTrans" cxnId="{C7ABF83B-62D4-4C16-A356-CDE8FE04C571}">
      <dgm:prSet/>
      <dgm:spPr/>
      <dgm:t>
        <a:bodyPr/>
        <a:lstStyle/>
        <a:p>
          <a:endParaRPr lang="en-US"/>
        </a:p>
      </dgm:t>
    </dgm:pt>
    <dgm:pt modelId="{8B94B9A0-BC68-4F7A-8D9F-6F5BA51E8B3D}">
      <dgm:prSet/>
      <dgm:spPr/>
      <dgm:t>
        <a:bodyPr/>
        <a:lstStyle/>
        <a:p>
          <a:r>
            <a:rPr lang="de-DE"/>
            <a:t>• Kulturwandel + Methoden + Tools</a:t>
          </a:r>
          <a:endParaRPr lang="en-US"/>
        </a:p>
      </dgm:t>
    </dgm:pt>
    <dgm:pt modelId="{B40D81C1-2EA8-461A-B486-565C78266B08}" type="parTrans" cxnId="{73F1C1B8-D852-485B-9A85-B894BC7B0F3A}">
      <dgm:prSet/>
      <dgm:spPr/>
      <dgm:t>
        <a:bodyPr/>
        <a:lstStyle/>
        <a:p>
          <a:endParaRPr lang="en-US"/>
        </a:p>
      </dgm:t>
    </dgm:pt>
    <dgm:pt modelId="{65FA63E9-EF3B-4927-A930-A58AD2FD5EF3}" type="sibTrans" cxnId="{73F1C1B8-D852-485B-9A85-B894BC7B0F3A}">
      <dgm:prSet/>
      <dgm:spPr/>
      <dgm:t>
        <a:bodyPr/>
        <a:lstStyle/>
        <a:p>
          <a:endParaRPr lang="en-US"/>
        </a:p>
      </dgm:t>
    </dgm:pt>
    <dgm:pt modelId="{FAE65C0E-B8FD-48A9-82E5-4BF411FECBDC}">
      <dgm:prSet/>
      <dgm:spPr/>
      <dgm:t>
        <a:bodyPr/>
        <a:lstStyle/>
        <a:p>
          <a:r>
            <a:rPr lang="de-DE"/>
            <a:t>• Ziel: Schneller von Code → Production</a:t>
          </a:r>
          <a:endParaRPr lang="en-US"/>
        </a:p>
      </dgm:t>
    </dgm:pt>
    <dgm:pt modelId="{764E29B7-4745-4C61-9CC7-28F5B535CD3C}" type="parTrans" cxnId="{F65EFD32-1AD5-45D0-91B7-22525BEE60E7}">
      <dgm:prSet/>
      <dgm:spPr/>
      <dgm:t>
        <a:bodyPr/>
        <a:lstStyle/>
        <a:p>
          <a:endParaRPr lang="en-US"/>
        </a:p>
      </dgm:t>
    </dgm:pt>
    <dgm:pt modelId="{E53C660F-87E1-465B-B8AB-395EA645BE8F}" type="sibTrans" cxnId="{F65EFD32-1AD5-45D0-91B7-22525BEE60E7}">
      <dgm:prSet/>
      <dgm:spPr/>
      <dgm:t>
        <a:bodyPr/>
        <a:lstStyle/>
        <a:p>
          <a:endParaRPr lang="en-US"/>
        </a:p>
      </dgm:t>
    </dgm:pt>
    <dgm:pt modelId="{15DB933D-5293-4B36-BB88-4A726745D847}">
      <dgm:prSet/>
      <dgm:spPr/>
      <dgm:t>
        <a:bodyPr/>
        <a:lstStyle/>
        <a:p>
          <a:r>
            <a:rPr lang="de-DE"/>
            <a:t>• Automatisierung des gesamten Lifecycles</a:t>
          </a:r>
          <a:endParaRPr lang="en-US"/>
        </a:p>
      </dgm:t>
    </dgm:pt>
    <dgm:pt modelId="{B9D8A556-8CFE-4BA3-A015-727F91725DF9}" type="parTrans" cxnId="{D405635A-CE90-4158-854F-A21485110AFD}">
      <dgm:prSet/>
      <dgm:spPr/>
      <dgm:t>
        <a:bodyPr/>
        <a:lstStyle/>
        <a:p>
          <a:endParaRPr lang="en-US"/>
        </a:p>
      </dgm:t>
    </dgm:pt>
    <dgm:pt modelId="{89D38C7F-E6C2-4929-A828-91CC4FE14070}" type="sibTrans" cxnId="{D405635A-CE90-4158-854F-A21485110AFD}">
      <dgm:prSet/>
      <dgm:spPr/>
      <dgm:t>
        <a:bodyPr/>
        <a:lstStyle/>
        <a:p>
          <a:endParaRPr lang="en-US"/>
        </a:p>
      </dgm:t>
    </dgm:pt>
    <dgm:pt modelId="{FE0D63BC-6656-4CD6-9FFB-6FFA68B81244}">
      <dgm:prSet/>
      <dgm:spPr/>
      <dgm:t>
        <a:bodyPr/>
        <a:lstStyle/>
        <a:p>
          <a:r>
            <a:rPr lang="de-DE"/>
            <a:t>• Gemeinsame Verantwortung für das Produkt</a:t>
          </a:r>
          <a:endParaRPr lang="en-US"/>
        </a:p>
      </dgm:t>
    </dgm:pt>
    <dgm:pt modelId="{4BD40240-2691-4BFD-8EF1-74207438259B}" type="parTrans" cxnId="{1A0144F3-768B-4F65-8224-2710C07DC610}">
      <dgm:prSet/>
      <dgm:spPr/>
      <dgm:t>
        <a:bodyPr/>
        <a:lstStyle/>
        <a:p>
          <a:endParaRPr lang="en-US"/>
        </a:p>
      </dgm:t>
    </dgm:pt>
    <dgm:pt modelId="{99C86543-50C7-43AB-ABB2-80CF9B452F53}" type="sibTrans" cxnId="{1A0144F3-768B-4F65-8224-2710C07DC610}">
      <dgm:prSet/>
      <dgm:spPr/>
      <dgm:t>
        <a:bodyPr/>
        <a:lstStyle/>
        <a:p>
          <a:endParaRPr lang="en-US"/>
        </a:p>
      </dgm:t>
    </dgm:pt>
    <dgm:pt modelId="{0383CD42-95F5-4B58-A0C1-B60EE117EA88}">
      <dgm:prSet/>
      <dgm:spPr/>
      <dgm:t>
        <a:bodyPr/>
        <a:lstStyle/>
        <a:p>
          <a:r>
            <a:rPr lang="de-DE"/>
            <a:t>• "You build it, you run it"</a:t>
          </a:r>
          <a:endParaRPr lang="en-US"/>
        </a:p>
      </dgm:t>
    </dgm:pt>
    <dgm:pt modelId="{D4473331-CF9B-4E96-90F7-1E21E8099B58}" type="parTrans" cxnId="{FC63C780-CABB-4D9C-87BF-063F547E73BC}">
      <dgm:prSet/>
      <dgm:spPr/>
      <dgm:t>
        <a:bodyPr/>
        <a:lstStyle/>
        <a:p>
          <a:endParaRPr lang="en-US"/>
        </a:p>
      </dgm:t>
    </dgm:pt>
    <dgm:pt modelId="{8FA7F875-3E93-46A5-A93D-2B99958D01CD}" type="sibTrans" cxnId="{FC63C780-CABB-4D9C-87BF-063F547E73BC}">
      <dgm:prSet/>
      <dgm:spPr/>
      <dgm:t>
        <a:bodyPr/>
        <a:lstStyle/>
        <a:p>
          <a:endParaRPr lang="en-US"/>
        </a:p>
      </dgm:t>
    </dgm:pt>
    <dgm:pt modelId="{8FD2FC33-962B-4187-BE6E-FFDB707FA1A8}" type="pres">
      <dgm:prSet presAssocID="{BBEAACF6-914D-4D00-AB6D-FF2026F906D2}" presName="vert0" presStyleCnt="0">
        <dgm:presLayoutVars>
          <dgm:dir/>
          <dgm:animOne val="branch"/>
          <dgm:animLvl val="lvl"/>
        </dgm:presLayoutVars>
      </dgm:prSet>
      <dgm:spPr/>
    </dgm:pt>
    <dgm:pt modelId="{9B1AA05C-62D1-4225-94F1-843CD757719B}" type="pres">
      <dgm:prSet presAssocID="{19AE6C45-3B63-409D-8946-CCEF718BE5CA}" presName="thickLine" presStyleLbl="alignNode1" presStyleIdx="0" presStyleCnt="6"/>
      <dgm:spPr/>
    </dgm:pt>
    <dgm:pt modelId="{EAAF351E-2F0B-4CC8-A322-D75D6617DDAB}" type="pres">
      <dgm:prSet presAssocID="{19AE6C45-3B63-409D-8946-CCEF718BE5CA}" presName="horz1" presStyleCnt="0"/>
      <dgm:spPr/>
    </dgm:pt>
    <dgm:pt modelId="{EB29B82E-DE39-4979-A3B9-89D4811361B3}" type="pres">
      <dgm:prSet presAssocID="{19AE6C45-3B63-409D-8946-CCEF718BE5CA}" presName="tx1" presStyleLbl="revTx" presStyleIdx="0" presStyleCnt="6"/>
      <dgm:spPr/>
    </dgm:pt>
    <dgm:pt modelId="{1613D6F0-67E8-4C1B-B0C8-3057AC09718C}" type="pres">
      <dgm:prSet presAssocID="{19AE6C45-3B63-409D-8946-CCEF718BE5CA}" presName="vert1" presStyleCnt="0"/>
      <dgm:spPr/>
    </dgm:pt>
    <dgm:pt modelId="{F4D0C66A-45C7-4AD6-83F4-1E9F41624E91}" type="pres">
      <dgm:prSet presAssocID="{8B94B9A0-BC68-4F7A-8D9F-6F5BA51E8B3D}" presName="thickLine" presStyleLbl="alignNode1" presStyleIdx="1" presStyleCnt="6"/>
      <dgm:spPr/>
    </dgm:pt>
    <dgm:pt modelId="{6662B7D7-7430-461C-9D41-AA6F44C6A61C}" type="pres">
      <dgm:prSet presAssocID="{8B94B9A0-BC68-4F7A-8D9F-6F5BA51E8B3D}" presName="horz1" presStyleCnt="0"/>
      <dgm:spPr/>
    </dgm:pt>
    <dgm:pt modelId="{C8AD62DE-5A08-456B-98C0-094F82DA608B}" type="pres">
      <dgm:prSet presAssocID="{8B94B9A0-BC68-4F7A-8D9F-6F5BA51E8B3D}" presName="tx1" presStyleLbl="revTx" presStyleIdx="1" presStyleCnt="6"/>
      <dgm:spPr/>
    </dgm:pt>
    <dgm:pt modelId="{33D2FE6D-4C1B-475F-A37B-C159194EF43B}" type="pres">
      <dgm:prSet presAssocID="{8B94B9A0-BC68-4F7A-8D9F-6F5BA51E8B3D}" presName="vert1" presStyleCnt="0"/>
      <dgm:spPr/>
    </dgm:pt>
    <dgm:pt modelId="{B618C934-004A-45D9-9476-C1349C4FBB9C}" type="pres">
      <dgm:prSet presAssocID="{FAE65C0E-B8FD-48A9-82E5-4BF411FECBDC}" presName="thickLine" presStyleLbl="alignNode1" presStyleIdx="2" presStyleCnt="6"/>
      <dgm:spPr/>
    </dgm:pt>
    <dgm:pt modelId="{7CA71D2B-A350-4D21-B260-9C34AB8101F4}" type="pres">
      <dgm:prSet presAssocID="{FAE65C0E-B8FD-48A9-82E5-4BF411FECBDC}" presName="horz1" presStyleCnt="0"/>
      <dgm:spPr/>
    </dgm:pt>
    <dgm:pt modelId="{6C179B4D-0511-4551-96A2-FBE14014319F}" type="pres">
      <dgm:prSet presAssocID="{FAE65C0E-B8FD-48A9-82E5-4BF411FECBDC}" presName="tx1" presStyleLbl="revTx" presStyleIdx="2" presStyleCnt="6"/>
      <dgm:spPr/>
    </dgm:pt>
    <dgm:pt modelId="{314CF487-465C-482C-A3B3-A1C6EA0E9532}" type="pres">
      <dgm:prSet presAssocID="{FAE65C0E-B8FD-48A9-82E5-4BF411FECBDC}" presName="vert1" presStyleCnt="0"/>
      <dgm:spPr/>
    </dgm:pt>
    <dgm:pt modelId="{100CFA0C-2C40-4C13-9CF5-99646117ECD9}" type="pres">
      <dgm:prSet presAssocID="{15DB933D-5293-4B36-BB88-4A726745D847}" presName="thickLine" presStyleLbl="alignNode1" presStyleIdx="3" presStyleCnt="6"/>
      <dgm:spPr/>
    </dgm:pt>
    <dgm:pt modelId="{C4E63260-1EA6-4ABC-9D00-753E3CB06222}" type="pres">
      <dgm:prSet presAssocID="{15DB933D-5293-4B36-BB88-4A726745D847}" presName="horz1" presStyleCnt="0"/>
      <dgm:spPr/>
    </dgm:pt>
    <dgm:pt modelId="{B027CD9C-0FF0-484E-ADE9-3852DEEC2A2D}" type="pres">
      <dgm:prSet presAssocID="{15DB933D-5293-4B36-BB88-4A726745D847}" presName="tx1" presStyleLbl="revTx" presStyleIdx="3" presStyleCnt="6"/>
      <dgm:spPr/>
    </dgm:pt>
    <dgm:pt modelId="{E6897A5F-4B5E-4517-95CB-3CA3CC9106E8}" type="pres">
      <dgm:prSet presAssocID="{15DB933D-5293-4B36-BB88-4A726745D847}" presName="vert1" presStyleCnt="0"/>
      <dgm:spPr/>
    </dgm:pt>
    <dgm:pt modelId="{1A54D40C-8C92-447E-96A2-073BAA20D6A8}" type="pres">
      <dgm:prSet presAssocID="{FE0D63BC-6656-4CD6-9FFB-6FFA68B81244}" presName="thickLine" presStyleLbl="alignNode1" presStyleIdx="4" presStyleCnt="6"/>
      <dgm:spPr/>
    </dgm:pt>
    <dgm:pt modelId="{FC434CD5-5A6C-45F9-848C-86C74AE53788}" type="pres">
      <dgm:prSet presAssocID="{FE0D63BC-6656-4CD6-9FFB-6FFA68B81244}" presName="horz1" presStyleCnt="0"/>
      <dgm:spPr/>
    </dgm:pt>
    <dgm:pt modelId="{CC1F8951-084D-4C8C-87F5-C53F927FAC23}" type="pres">
      <dgm:prSet presAssocID="{FE0D63BC-6656-4CD6-9FFB-6FFA68B81244}" presName="tx1" presStyleLbl="revTx" presStyleIdx="4" presStyleCnt="6"/>
      <dgm:spPr/>
    </dgm:pt>
    <dgm:pt modelId="{5D4CA4AF-AFB8-46B7-8754-D779697C81F2}" type="pres">
      <dgm:prSet presAssocID="{FE0D63BC-6656-4CD6-9FFB-6FFA68B81244}" presName="vert1" presStyleCnt="0"/>
      <dgm:spPr/>
    </dgm:pt>
    <dgm:pt modelId="{38788BC4-59B7-4746-B358-B59241CE6355}" type="pres">
      <dgm:prSet presAssocID="{0383CD42-95F5-4B58-A0C1-B60EE117EA88}" presName="thickLine" presStyleLbl="alignNode1" presStyleIdx="5" presStyleCnt="6"/>
      <dgm:spPr/>
    </dgm:pt>
    <dgm:pt modelId="{4E946AA2-3792-442F-AEC6-51045C279B58}" type="pres">
      <dgm:prSet presAssocID="{0383CD42-95F5-4B58-A0C1-B60EE117EA88}" presName="horz1" presStyleCnt="0"/>
      <dgm:spPr/>
    </dgm:pt>
    <dgm:pt modelId="{3BD307D2-5D16-4EF9-9911-C6984A57DAD0}" type="pres">
      <dgm:prSet presAssocID="{0383CD42-95F5-4B58-A0C1-B60EE117EA88}" presName="tx1" presStyleLbl="revTx" presStyleIdx="5" presStyleCnt="6"/>
      <dgm:spPr/>
    </dgm:pt>
    <dgm:pt modelId="{8ABFC1B5-328E-4EF0-BD42-4766A9A87B99}" type="pres">
      <dgm:prSet presAssocID="{0383CD42-95F5-4B58-A0C1-B60EE117EA88}" presName="vert1" presStyleCnt="0"/>
      <dgm:spPr/>
    </dgm:pt>
  </dgm:ptLst>
  <dgm:cxnLst>
    <dgm:cxn modelId="{030C1623-9911-4929-A4D8-D11F430BAC2F}" type="presOf" srcId="{8B94B9A0-BC68-4F7A-8D9F-6F5BA51E8B3D}" destId="{C8AD62DE-5A08-456B-98C0-094F82DA608B}" srcOrd="0" destOrd="0" presId="urn:microsoft.com/office/officeart/2008/layout/LinedList"/>
    <dgm:cxn modelId="{BA42E02D-815D-475F-89A5-6ED817E1997B}" type="presOf" srcId="{0383CD42-95F5-4B58-A0C1-B60EE117EA88}" destId="{3BD307D2-5D16-4EF9-9911-C6984A57DAD0}" srcOrd="0" destOrd="0" presId="urn:microsoft.com/office/officeart/2008/layout/LinedList"/>
    <dgm:cxn modelId="{F65EFD32-1AD5-45D0-91B7-22525BEE60E7}" srcId="{BBEAACF6-914D-4D00-AB6D-FF2026F906D2}" destId="{FAE65C0E-B8FD-48A9-82E5-4BF411FECBDC}" srcOrd="2" destOrd="0" parTransId="{764E29B7-4745-4C61-9CC7-28F5B535CD3C}" sibTransId="{E53C660F-87E1-465B-B8AB-395EA645BE8F}"/>
    <dgm:cxn modelId="{C7ABF83B-62D4-4C16-A356-CDE8FE04C571}" srcId="{BBEAACF6-914D-4D00-AB6D-FF2026F906D2}" destId="{19AE6C45-3B63-409D-8946-CCEF718BE5CA}" srcOrd="0" destOrd="0" parTransId="{851AF80C-6E83-4F34-9FBF-5B8BB561AB9D}" sibTransId="{92804014-CE2E-4587-8980-B0BC2F3053CE}"/>
    <dgm:cxn modelId="{5D16F63E-F7BB-4B7F-A6E0-953A02CE5BDC}" type="presOf" srcId="{FAE65C0E-B8FD-48A9-82E5-4BF411FECBDC}" destId="{6C179B4D-0511-4551-96A2-FBE14014319F}" srcOrd="0" destOrd="0" presId="urn:microsoft.com/office/officeart/2008/layout/LinedList"/>
    <dgm:cxn modelId="{7104C25E-D0F2-4204-9F92-E729E5C91F25}" type="presOf" srcId="{FE0D63BC-6656-4CD6-9FFB-6FFA68B81244}" destId="{CC1F8951-084D-4C8C-87F5-C53F927FAC23}" srcOrd="0" destOrd="0" presId="urn:microsoft.com/office/officeart/2008/layout/LinedList"/>
    <dgm:cxn modelId="{CCB0424B-7677-49A2-9A00-9A2DD6584176}" type="presOf" srcId="{15DB933D-5293-4B36-BB88-4A726745D847}" destId="{B027CD9C-0FF0-484E-ADE9-3852DEEC2A2D}" srcOrd="0" destOrd="0" presId="urn:microsoft.com/office/officeart/2008/layout/LinedList"/>
    <dgm:cxn modelId="{D405635A-CE90-4158-854F-A21485110AFD}" srcId="{BBEAACF6-914D-4D00-AB6D-FF2026F906D2}" destId="{15DB933D-5293-4B36-BB88-4A726745D847}" srcOrd="3" destOrd="0" parTransId="{B9D8A556-8CFE-4BA3-A015-727F91725DF9}" sibTransId="{89D38C7F-E6C2-4929-A828-91CC4FE14070}"/>
    <dgm:cxn modelId="{FC63C780-CABB-4D9C-87BF-063F547E73BC}" srcId="{BBEAACF6-914D-4D00-AB6D-FF2026F906D2}" destId="{0383CD42-95F5-4B58-A0C1-B60EE117EA88}" srcOrd="5" destOrd="0" parTransId="{D4473331-CF9B-4E96-90F7-1E21E8099B58}" sibTransId="{8FA7F875-3E93-46A5-A93D-2B99958D01CD}"/>
    <dgm:cxn modelId="{73F1C1B8-D852-485B-9A85-B894BC7B0F3A}" srcId="{BBEAACF6-914D-4D00-AB6D-FF2026F906D2}" destId="{8B94B9A0-BC68-4F7A-8D9F-6F5BA51E8B3D}" srcOrd="1" destOrd="0" parTransId="{B40D81C1-2EA8-461A-B486-565C78266B08}" sibTransId="{65FA63E9-EF3B-4927-A930-A58AD2FD5EF3}"/>
    <dgm:cxn modelId="{E9F68ABF-11B3-4C15-B9A9-D6CE19D9FFF1}" type="presOf" srcId="{19AE6C45-3B63-409D-8946-CCEF718BE5CA}" destId="{EB29B82E-DE39-4979-A3B9-89D4811361B3}" srcOrd="0" destOrd="0" presId="urn:microsoft.com/office/officeart/2008/layout/LinedList"/>
    <dgm:cxn modelId="{1A0144F3-768B-4F65-8224-2710C07DC610}" srcId="{BBEAACF6-914D-4D00-AB6D-FF2026F906D2}" destId="{FE0D63BC-6656-4CD6-9FFB-6FFA68B81244}" srcOrd="4" destOrd="0" parTransId="{4BD40240-2691-4BFD-8EF1-74207438259B}" sibTransId="{99C86543-50C7-43AB-ABB2-80CF9B452F53}"/>
    <dgm:cxn modelId="{D7F387F8-BED2-4C2E-A019-66965AE346AD}" type="presOf" srcId="{BBEAACF6-914D-4D00-AB6D-FF2026F906D2}" destId="{8FD2FC33-962B-4187-BE6E-FFDB707FA1A8}" srcOrd="0" destOrd="0" presId="urn:microsoft.com/office/officeart/2008/layout/LinedList"/>
    <dgm:cxn modelId="{67D7E63B-7C10-4D46-8A1E-2D29CC21242B}" type="presParOf" srcId="{8FD2FC33-962B-4187-BE6E-FFDB707FA1A8}" destId="{9B1AA05C-62D1-4225-94F1-843CD757719B}" srcOrd="0" destOrd="0" presId="urn:microsoft.com/office/officeart/2008/layout/LinedList"/>
    <dgm:cxn modelId="{E9C484ED-F77D-4471-8601-9F6ADE3A09ED}" type="presParOf" srcId="{8FD2FC33-962B-4187-BE6E-FFDB707FA1A8}" destId="{EAAF351E-2F0B-4CC8-A322-D75D6617DDAB}" srcOrd="1" destOrd="0" presId="urn:microsoft.com/office/officeart/2008/layout/LinedList"/>
    <dgm:cxn modelId="{6B4502B2-66E2-4CD4-B5B1-9FE46B49D812}" type="presParOf" srcId="{EAAF351E-2F0B-4CC8-A322-D75D6617DDAB}" destId="{EB29B82E-DE39-4979-A3B9-89D4811361B3}" srcOrd="0" destOrd="0" presId="urn:microsoft.com/office/officeart/2008/layout/LinedList"/>
    <dgm:cxn modelId="{8EA6106C-2130-4D36-A578-88E00766990B}" type="presParOf" srcId="{EAAF351E-2F0B-4CC8-A322-D75D6617DDAB}" destId="{1613D6F0-67E8-4C1B-B0C8-3057AC09718C}" srcOrd="1" destOrd="0" presId="urn:microsoft.com/office/officeart/2008/layout/LinedList"/>
    <dgm:cxn modelId="{468C284B-D6DE-4E82-A608-B8AD11A1802C}" type="presParOf" srcId="{8FD2FC33-962B-4187-BE6E-FFDB707FA1A8}" destId="{F4D0C66A-45C7-4AD6-83F4-1E9F41624E91}" srcOrd="2" destOrd="0" presId="urn:microsoft.com/office/officeart/2008/layout/LinedList"/>
    <dgm:cxn modelId="{CF2618D4-DCEB-446D-916D-F8013B659F58}" type="presParOf" srcId="{8FD2FC33-962B-4187-BE6E-FFDB707FA1A8}" destId="{6662B7D7-7430-461C-9D41-AA6F44C6A61C}" srcOrd="3" destOrd="0" presId="urn:microsoft.com/office/officeart/2008/layout/LinedList"/>
    <dgm:cxn modelId="{39E4A04E-BD5E-4379-8589-16C4C86892DE}" type="presParOf" srcId="{6662B7D7-7430-461C-9D41-AA6F44C6A61C}" destId="{C8AD62DE-5A08-456B-98C0-094F82DA608B}" srcOrd="0" destOrd="0" presId="urn:microsoft.com/office/officeart/2008/layout/LinedList"/>
    <dgm:cxn modelId="{54CF638A-8C1F-41BC-8621-E8C715D2F9FE}" type="presParOf" srcId="{6662B7D7-7430-461C-9D41-AA6F44C6A61C}" destId="{33D2FE6D-4C1B-475F-A37B-C159194EF43B}" srcOrd="1" destOrd="0" presId="urn:microsoft.com/office/officeart/2008/layout/LinedList"/>
    <dgm:cxn modelId="{5C09E1C3-F8C5-46C4-91D8-3B3F53716C41}" type="presParOf" srcId="{8FD2FC33-962B-4187-BE6E-FFDB707FA1A8}" destId="{B618C934-004A-45D9-9476-C1349C4FBB9C}" srcOrd="4" destOrd="0" presId="urn:microsoft.com/office/officeart/2008/layout/LinedList"/>
    <dgm:cxn modelId="{D5067DDC-4BF9-4AF1-A608-EBC899CBBE2C}" type="presParOf" srcId="{8FD2FC33-962B-4187-BE6E-FFDB707FA1A8}" destId="{7CA71D2B-A350-4D21-B260-9C34AB8101F4}" srcOrd="5" destOrd="0" presId="urn:microsoft.com/office/officeart/2008/layout/LinedList"/>
    <dgm:cxn modelId="{8AC50C3F-43EC-4108-84B8-E9B0354EFBE5}" type="presParOf" srcId="{7CA71D2B-A350-4D21-B260-9C34AB8101F4}" destId="{6C179B4D-0511-4551-96A2-FBE14014319F}" srcOrd="0" destOrd="0" presId="urn:microsoft.com/office/officeart/2008/layout/LinedList"/>
    <dgm:cxn modelId="{42B0351A-8883-42AE-8944-C187A32C7234}" type="presParOf" srcId="{7CA71D2B-A350-4D21-B260-9C34AB8101F4}" destId="{314CF487-465C-482C-A3B3-A1C6EA0E9532}" srcOrd="1" destOrd="0" presId="urn:microsoft.com/office/officeart/2008/layout/LinedList"/>
    <dgm:cxn modelId="{01471696-6E1D-4938-A0FC-3A4E05C6E881}" type="presParOf" srcId="{8FD2FC33-962B-4187-BE6E-FFDB707FA1A8}" destId="{100CFA0C-2C40-4C13-9CF5-99646117ECD9}" srcOrd="6" destOrd="0" presId="urn:microsoft.com/office/officeart/2008/layout/LinedList"/>
    <dgm:cxn modelId="{4D81CC60-EB84-46B4-A592-AB40F4FF989E}" type="presParOf" srcId="{8FD2FC33-962B-4187-BE6E-FFDB707FA1A8}" destId="{C4E63260-1EA6-4ABC-9D00-753E3CB06222}" srcOrd="7" destOrd="0" presId="urn:microsoft.com/office/officeart/2008/layout/LinedList"/>
    <dgm:cxn modelId="{75EC0B24-F2FB-4EA8-B260-99E893627CAE}" type="presParOf" srcId="{C4E63260-1EA6-4ABC-9D00-753E3CB06222}" destId="{B027CD9C-0FF0-484E-ADE9-3852DEEC2A2D}" srcOrd="0" destOrd="0" presId="urn:microsoft.com/office/officeart/2008/layout/LinedList"/>
    <dgm:cxn modelId="{ACBE7F6B-5D9D-4A1D-85F2-E801C2D74351}" type="presParOf" srcId="{C4E63260-1EA6-4ABC-9D00-753E3CB06222}" destId="{E6897A5F-4B5E-4517-95CB-3CA3CC9106E8}" srcOrd="1" destOrd="0" presId="urn:microsoft.com/office/officeart/2008/layout/LinedList"/>
    <dgm:cxn modelId="{EB804FE2-9438-4E40-9A87-414E703EDC83}" type="presParOf" srcId="{8FD2FC33-962B-4187-BE6E-FFDB707FA1A8}" destId="{1A54D40C-8C92-447E-96A2-073BAA20D6A8}" srcOrd="8" destOrd="0" presId="urn:microsoft.com/office/officeart/2008/layout/LinedList"/>
    <dgm:cxn modelId="{497806AE-B42E-41F5-91C8-C28F3805D3C8}" type="presParOf" srcId="{8FD2FC33-962B-4187-BE6E-FFDB707FA1A8}" destId="{FC434CD5-5A6C-45F9-848C-86C74AE53788}" srcOrd="9" destOrd="0" presId="urn:microsoft.com/office/officeart/2008/layout/LinedList"/>
    <dgm:cxn modelId="{C325E6D1-2FAB-421C-A977-B83A28652841}" type="presParOf" srcId="{FC434CD5-5A6C-45F9-848C-86C74AE53788}" destId="{CC1F8951-084D-4C8C-87F5-C53F927FAC23}" srcOrd="0" destOrd="0" presId="urn:microsoft.com/office/officeart/2008/layout/LinedList"/>
    <dgm:cxn modelId="{31BA60C4-00DA-4F10-A9D6-110D48583E54}" type="presParOf" srcId="{FC434CD5-5A6C-45F9-848C-86C74AE53788}" destId="{5D4CA4AF-AFB8-46B7-8754-D779697C81F2}" srcOrd="1" destOrd="0" presId="urn:microsoft.com/office/officeart/2008/layout/LinedList"/>
    <dgm:cxn modelId="{C7AB43F7-822C-4A64-A24E-A13514D9FEF4}" type="presParOf" srcId="{8FD2FC33-962B-4187-BE6E-FFDB707FA1A8}" destId="{38788BC4-59B7-4746-B358-B59241CE6355}" srcOrd="10" destOrd="0" presId="urn:microsoft.com/office/officeart/2008/layout/LinedList"/>
    <dgm:cxn modelId="{9DE81452-54B9-458B-81C3-FB458DADC031}" type="presParOf" srcId="{8FD2FC33-962B-4187-BE6E-FFDB707FA1A8}" destId="{4E946AA2-3792-442F-AEC6-51045C279B58}" srcOrd="11" destOrd="0" presId="urn:microsoft.com/office/officeart/2008/layout/LinedList"/>
    <dgm:cxn modelId="{F6152BF8-2047-4ABC-AFF2-3BC6F181D122}" type="presParOf" srcId="{4E946AA2-3792-442F-AEC6-51045C279B58}" destId="{3BD307D2-5D16-4EF9-9911-C6984A57DAD0}" srcOrd="0" destOrd="0" presId="urn:microsoft.com/office/officeart/2008/layout/LinedList"/>
    <dgm:cxn modelId="{7DC3515D-24D0-43FB-BC28-A7B212AD07E4}" type="presParOf" srcId="{4E946AA2-3792-442F-AEC6-51045C279B58}" destId="{8ABFC1B5-328E-4EF0-BD42-4766A9A87B9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0C06774-1FDD-4D6D-B395-DC5FE7114573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BA9308C-DD59-4EF4-8214-3373DDDCA67B}">
      <dgm:prSet/>
      <dgm:spPr/>
      <dgm:t>
        <a:bodyPr/>
        <a:lstStyle/>
        <a:p>
          <a:r>
            <a:rPr lang="de-DE"/>
            <a:t>• CI/CD: Continuous Integration/Deployment</a:t>
          </a:r>
          <a:endParaRPr lang="en-US"/>
        </a:p>
      </dgm:t>
    </dgm:pt>
    <dgm:pt modelId="{26FC5E11-5876-474C-81BA-9D0566AA0D40}" type="parTrans" cxnId="{0DB7F364-C8FF-477E-9A6A-126B7FF16F15}">
      <dgm:prSet/>
      <dgm:spPr/>
      <dgm:t>
        <a:bodyPr/>
        <a:lstStyle/>
        <a:p>
          <a:endParaRPr lang="en-US"/>
        </a:p>
      </dgm:t>
    </dgm:pt>
    <dgm:pt modelId="{AAFBDE2B-C20E-42E6-9ACA-404ABA5FDFBA}" type="sibTrans" cxnId="{0DB7F364-C8FF-477E-9A6A-126B7FF16F15}">
      <dgm:prSet/>
      <dgm:spPr/>
      <dgm:t>
        <a:bodyPr/>
        <a:lstStyle/>
        <a:p>
          <a:endParaRPr lang="en-US"/>
        </a:p>
      </dgm:t>
    </dgm:pt>
    <dgm:pt modelId="{80F6FA5E-6E58-4434-BA03-63CB32364741}">
      <dgm:prSet/>
      <dgm:spPr/>
      <dgm:t>
        <a:bodyPr/>
        <a:lstStyle/>
        <a:p>
          <a:r>
            <a:rPr lang="de-DE"/>
            <a:t>• Automatisierung: Build, Test, Deploy</a:t>
          </a:r>
          <a:endParaRPr lang="en-US"/>
        </a:p>
      </dgm:t>
    </dgm:pt>
    <dgm:pt modelId="{BEBF5DA9-66B7-49AE-B23B-AA0ED85B28D1}" type="parTrans" cxnId="{FA1FD4A4-CA1B-4842-A3FD-589603757B11}">
      <dgm:prSet/>
      <dgm:spPr/>
      <dgm:t>
        <a:bodyPr/>
        <a:lstStyle/>
        <a:p>
          <a:endParaRPr lang="en-US"/>
        </a:p>
      </dgm:t>
    </dgm:pt>
    <dgm:pt modelId="{7EEC9696-B2FA-4BFF-883A-A65D87615535}" type="sibTrans" cxnId="{FA1FD4A4-CA1B-4842-A3FD-589603757B11}">
      <dgm:prSet/>
      <dgm:spPr/>
      <dgm:t>
        <a:bodyPr/>
        <a:lstStyle/>
        <a:p>
          <a:endParaRPr lang="en-US"/>
        </a:p>
      </dgm:t>
    </dgm:pt>
    <dgm:pt modelId="{8152FAC8-8E1E-41CA-9FCF-BD53403ECBC7}">
      <dgm:prSet/>
      <dgm:spPr/>
      <dgm:t>
        <a:bodyPr/>
        <a:lstStyle/>
        <a:p>
          <a:r>
            <a:rPr lang="de-DE"/>
            <a:t>• Infrastructure as Code (IaC)</a:t>
          </a:r>
          <a:endParaRPr lang="en-US"/>
        </a:p>
      </dgm:t>
    </dgm:pt>
    <dgm:pt modelId="{B21A145B-25CF-44E4-A626-A17F3C598682}" type="parTrans" cxnId="{74FA0B43-DAF2-46EB-B330-8A230C66D947}">
      <dgm:prSet/>
      <dgm:spPr/>
      <dgm:t>
        <a:bodyPr/>
        <a:lstStyle/>
        <a:p>
          <a:endParaRPr lang="en-US"/>
        </a:p>
      </dgm:t>
    </dgm:pt>
    <dgm:pt modelId="{C817F4D5-E488-4A55-B5C0-9AA1DEAD7873}" type="sibTrans" cxnId="{74FA0B43-DAF2-46EB-B330-8A230C66D947}">
      <dgm:prSet/>
      <dgm:spPr/>
      <dgm:t>
        <a:bodyPr/>
        <a:lstStyle/>
        <a:p>
          <a:endParaRPr lang="en-US"/>
        </a:p>
      </dgm:t>
    </dgm:pt>
    <dgm:pt modelId="{AE793CE6-9937-46B7-8B47-83BCC6A6B943}">
      <dgm:prSet/>
      <dgm:spPr/>
      <dgm:t>
        <a:bodyPr/>
        <a:lstStyle/>
        <a:p>
          <a:r>
            <a:rPr lang="de-DE"/>
            <a:t>• Monitoring &amp; Feedback: Prometheus, Grafana</a:t>
          </a:r>
          <a:endParaRPr lang="en-US"/>
        </a:p>
      </dgm:t>
    </dgm:pt>
    <dgm:pt modelId="{B51276AC-0B01-4CCC-9D8E-C15BC7B232CE}" type="parTrans" cxnId="{D1A9BC3B-F86A-4D9F-BC47-1E9B1583D5AB}">
      <dgm:prSet/>
      <dgm:spPr/>
      <dgm:t>
        <a:bodyPr/>
        <a:lstStyle/>
        <a:p>
          <a:endParaRPr lang="en-US"/>
        </a:p>
      </dgm:t>
    </dgm:pt>
    <dgm:pt modelId="{17654964-585A-49E2-BD0A-DC726501FCC8}" type="sibTrans" cxnId="{D1A9BC3B-F86A-4D9F-BC47-1E9B1583D5AB}">
      <dgm:prSet/>
      <dgm:spPr/>
      <dgm:t>
        <a:bodyPr/>
        <a:lstStyle/>
        <a:p>
          <a:endParaRPr lang="en-US"/>
        </a:p>
      </dgm:t>
    </dgm:pt>
    <dgm:pt modelId="{C60EDF70-4046-4919-AA14-E68FDB13F8BD}">
      <dgm:prSet/>
      <dgm:spPr/>
      <dgm:t>
        <a:bodyPr/>
        <a:lstStyle/>
        <a:p>
          <a:r>
            <a:rPr lang="de-DE"/>
            <a:t>• Collaboration: Shared Ownership</a:t>
          </a:r>
          <a:endParaRPr lang="en-US"/>
        </a:p>
      </dgm:t>
    </dgm:pt>
    <dgm:pt modelId="{F76982FD-4ADF-48BE-BB2E-6F5F75EF0D94}" type="parTrans" cxnId="{B3452A1F-FA37-45A7-BCFA-D4A4DCC43CBB}">
      <dgm:prSet/>
      <dgm:spPr/>
      <dgm:t>
        <a:bodyPr/>
        <a:lstStyle/>
        <a:p>
          <a:endParaRPr lang="en-US"/>
        </a:p>
      </dgm:t>
    </dgm:pt>
    <dgm:pt modelId="{465F5C25-411E-4014-8539-5A7D7D907DE0}" type="sibTrans" cxnId="{B3452A1F-FA37-45A7-BCFA-D4A4DCC43CBB}">
      <dgm:prSet/>
      <dgm:spPr/>
      <dgm:t>
        <a:bodyPr/>
        <a:lstStyle/>
        <a:p>
          <a:endParaRPr lang="en-US"/>
        </a:p>
      </dgm:t>
    </dgm:pt>
    <dgm:pt modelId="{E4D00233-37FE-4558-BFE4-B957D05875BC}">
      <dgm:prSet/>
      <dgm:spPr/>
      <dgm:t>
        <a:bodyPr/>
        <a:lstStyle/>
        <a:p>
          <a:r>
            <a:rPr lang="de-DE"/>
            <a:t>• Iterativ: Kleine, häufige Releases</a:t>
          </a:r>
          <a:endParaRPr lang="en-US"/>
        </a:p>
      </dgm:t>
    </dgm:pt>
    <dgm:pt modelId="{CE0CEB91-3FAE-44B8-A207-51E91B6429D8}" type="parTrans" cxnId="{EBA1A797-13DE-4B96-93B2-2145C8A4599D}">
      <dgm:prSet/>
      <dgm:spPr/>
      <dgm:t>
        <a:bodyPr/>
        <a:lstStyle/>
        <a:p>
          <a:endParaRPr lang="en-US"/>
        </a:p>
      </dgm:t>
    </dgm:pt>
    <dgm:pt modelId="{85CC58DC-839B-4A99-94C6-4B37680FC580}" type="sibTrans" cxnId="{EBA1A797-13DE-4B96-93B2-2145C8A4599D}">
      <dgm:prSet/>
      <dgm:spPr/>
      <dgm:t>
        <a:bodyPr/>
        <a:lstStyle/>
        <a:p>
          <a:endParaRPr lang="en-US"/>
        </a:p>
      </dgm:t>
    </dgm:pt>
    <dgm:pt modelId="{AC77E754-116A-4FD5-BBAF-FAD614A7E9C2}" type="pres">
      <dgm:prSet presAssocID="{D0C06774-1FDD-4D6D-B395-DC5FE7114573}" presName="vert0" presStyleCnt="0">
        <dgm:presLayoutVars>
          <dgm:dir/>
          <dgm:animOne val="branch"/>
          <dgm:animLvl val="lvl"/>
        </dgm:presLayoutVars>
      </dgm:prSet>
      <dgm:spPr/>
    </dgm:pt>
    <dgm:pt modelId="{DF894ABA-B272-4780-B093-E4F1FAD52310}" type="pres">
      <dgm:prSet presAssocID="{1BA9308C-DD59-4EF4-8214-3373DDDCA67B}" presName="thickLine" presStyleLbl="alignNode1" presStyleIdx="0" presStyleCnt="6"/>
      <dgm:spPr/>
    </dgm:pt>
    <dgm:pt modelId="{E141F7D0-DBB0-4BF2-BA04-626176C6815E}" type="pres">
      <dgm:prSet presAssocID="{1BA9308C-DD59-4EF4-8214-3373DDDCA67B}" presName="horz1" presStyleCnt="0"/>
      <dgm:spPr/>
    </dgm:pt>
    <dgm:pt modelId="{37AD5A33-C4C7-498E-9F16-EE7954E5E3F2}" type="pres">
      <dgm:prSet presAssocID="{1BA9308C-DD59-4EF4-8214-3373DDDCA67B}" presName="tx1" presStyleLbl="revTx" presStyleIdx="0" presStyleCnt="6"/>
      <dgm:spPr/>
    </dgm:pt>
    <dgm:pt modelId="{EA98FEC7-D268-4CEA-8D06-324227604274}" type="pres">
      <dgm:prSet presAssocID="{1BA9308C-DD59-4EF4-8214-3373DDDCA67B}" presName="vert1" presStyleCnt="0"/>
      <dgm:spPr/>
    </dgm:pt>
    <dgm:pt modelId="{A5ABEB8A-75DE-4C58-86EC-4D1F2398D82E}" type="pres">
      <dgm:prSet presAssocID="{80F6FA5E-6E58-4434-BA03-63CB32364741}" presName="thickLine" presStyleLbl="alignNode1" presStyleIdx="1" presStyleCnt="6"/>
      <dgm:spPr/>
    </dgm:pt>
    <dgm:pt modelId="{C9E4CF2D-5179-4472-B65E-1C059D101E55}" type="pres">
      <dgm:prSet presAssocID="{80F6FA5E-6E58-4434-BA03-63CB32364741}" presName="horz1" presStyleCnt="0"/>
      <dgm:spPr/>
    </dgm:pt>
    <dgm:pt modelId="{F9793DF6-C6C3-4DB8-A644-BDFE6B751200}" type="pres">
      <dgm:prSet presAssocID="{80F6FA5E-6E58-4434-BA03-63CB32364741}" presName="tx1" presStyleLbl="revTx" presStyleIdx="1" presStyleCnt="6"/>
      <dgm:spPr/>
    </dgm:pt>
    <dgm:pt modelId="{40BBD386-57FC-4738-917E-DD5325F1553A}" type="pres">
      <dgm:prSet presAssocID="{80F6FA5E-6E58-4434-BA03-63CB32364741}" presName="vert1" presStyleCnt="0"/>
      <dgm:spPr/>
    </dgm:pt>
    <dgm:pt modelId="{AF2B1BC4-C83D-4133-8BA5-D5B2328EB0FD}" type="pres">
      <dgm:prSet presAssocID="{8152FAC8-8E1E-41CA-9FCF-BD53403ECBC7}" presName="thickLine" presStyleLbl="alignNode1" presStyleIdx="2" presStyleCnt="6"/>
      <dgm:spPr/>
    </dgm:pt>
    <dgm:pt modelId="{8DBA2240-3B20-4607-BEAF-CBD2ABEE8844}" type="pres">
      <dgm:prSet presAssocID="{8152FAC8-8E1E-41CA-9FCF-BD53403ECBC7}" presName="horz1" presStyleCnt="0"/>
      <dgm:spPr/>
    </dgm:pt>
    <dgm:pt modelId="{F2460B24-7A7E-4CF1-8CD7-423B74173DF6}" type="pres">
      <dgm:prSet presAssocID="{8152FAC8-8E1E-41CA-9FCF-BD53403ECBC7}" presName="tx1" presStyleLbl="revTx" presStyleIdx="2" presStyleCnt="6"/>
      <dgm:spPr/>
    </dgm:pt>
    <dgm:pt modelId="{CE0D64EE-F811-44BE-9E68-B0D1BD33FE64}" type="pres">
      <dgm:prSet presAssocID="{8152FAC8-8E1E-41CA-9FCF-BD53403ECBC7}" presName="vert1" presStyleCnt="0"/>
      <dgm:spPr/>
    </dgm:pt>
    <dgm:pt modelId="{05318428-D999-43DC-85C6-883B91F30235}" type="pres">
      <dgm:prSet presAssocID="{AE793CE6-9937-46B7-8B47-83BCC6A6B943}" presName="thickLine" presStyleLbl="alignNode1" presStyleIdx="3" presStyleCnt="6"/>
      <dgm:spPr/>
    </dgm:pt>
    <dgm:pt modelId="{7936B463-22EA-4202-B020-7904B1FF5895}" type="pres">
      <dgm:prSet presAssocID="{AE793CE6-9937-46B7-8B47-83BCC6A6B943}" presName="horz1" presStyleCnt="0"/>
      <dgm:spPr/>
    </dgm:pt>
    <dgm:pt modelId="{56DB37E4-BF03-4550-A97B-F9F2AC27E68E}" type="pres">
      <dgm:prSet presAssocID="{AE793CE6-9937-46B7-8B47-83BCC6A6B943}" presName="tx1" presStyleLbl="revTx" presStyleIdx="3" presStyleCnt="6"/>
      <dgm:spPr/>
    </dgm:pt>
    <dgm:pt modelId="{66EB7047-2BD1-4B0E-8C3B-01146FE8BCC5}" type="pres">
      <dgm:prSet presAssocID="{AE793CE6-9937-46B7-8B47-83BCC6A6B943}" presName="vert1" presStyleCnt="0"/>
      <dgm:spPr/>
    </dgm:pt>
    <dgm:pt modelId="{97580CD0-AC67-4244-BC87-5687691060BF}" type="pres">
      <dgm:prSet presAssocID="{C60EDF70-4046-4919-AA14-E68FDB13F8BD}" presName="thickLine" presStyleLbl="alignNode1" presStyleIdx="4" presStyleCnt="6"/>
      <dgm:spPr/>
    </dgm:pt>
    <dgm:pt modelId="{58E8BF3F-F38E-4DE7-AEB5-1BA8BBE14D2B}" type="pres">
      <dgm:prSet presAssocID="{C60EDF70-4046-4919-AA14-E68FDB13F8BD}" presName="horz1" presStyleCnt="0"/>
      <dgm:spPr/>
    </dgm:pt>
    <dgm:pt modelId="{65A1CFD5-C2C2-4F86-BC3E-B913A012ECED}" type="pres">
      <dgm:prSet presAssocID="{C60EDF70-4046-4919-AA14-E68FDB13F8BD}" presName="tx1" presStyleLbl="revTx" presStyleIdx="4" presStyleCnt="6"/>
      <dgm:spPr/>
    </dgm:pt>
    <dgm:pt modelId="{3A7A3BFD-0ECD-4C13-A5AA-26694C21A60E}" type="pres">
      <dgm:prSet presAssocID="{C60EDF70-4046-4919-AA14-E68FDB13F8BD}" presName="vert1" presStyleCnt="0"/>
      <dgm:spPr/>
    </dgm:pt>
    <dgm:pt modelId="{920F4E75-21FB-4C16-92CE-E8ED3D4806A2}" type="pres">
      <dgm:prSet presAssocID="{E4D00233-37FE-4558-BFE4-B957D05875BC}" presName="thickLine" presStyleLbl="alignNode1" presStyleIdx="5" presStyleCnt="6"/>
      <dgm:spPr/>
    </dgm:pt>
    <dgm:pt modelId="{34CFC33C-8921-44BB-A2C3-D69CE8762A95}" type="pres">
      <dgm:prSet presAssocID="{E4D00233-37FE-4558-BFE4-B957D05875BC}" presName="horz1" presStyleCnt="0"/>
      <dgm:spPr/>
    </dgm:pt>
    <dgm:pt modelId="{C0B9F399-C980-4862-A256-F84AFABCC284}" type="pres">
      <dgm:prSet presAssocID="{E4D00233-37FE-4558-BFE4-B957D05875BC}" presName="tx1" presStyleLbl="revTx" presStyleIdx="5" presStyleCnt="6"/>
      <dgm:spPr/>
    </dgm:pt>
    <dgm:pt modelId="{F91BFE2B-5EA1-4466-BF77-F7306749B3BB}" type="pres">
      <dgm:prSet presAssocID="{E4D00233-37FE-4558-BFE4-B957D05875BC}" presName="vert1" presStyleCnt="0"/>
      <dgm:spPr/>
    </dgm:pt>
  </dgm:ptLst>
  <dgm:cxnLst>
    <dgm:cxn modelId="{B3452A1F-FA37-45A7-BCFA-D4A4DCC43CBB}" srcId="{D0C06774-1FDD-4D6D-B395-DC5FE7114573}" destId="{C60EDF70-4046-4919-AA14-E68FDB13F8BD}" srcOrd="4" destOrd="0" parTransId="{F76982FD-4ADF-48BE-BB2E-6F5F75EF0D94}" sibTransId="{465F5C25-411E-4014-8539-5A7D7D907DE0}"/>
    <dgm:cxn modelId="{D1A9BC3B-F86A-4D9F-BC47-1E9B1583D5AB}" srcId="{D0C06774-1FDD-4D6D-B395-DC5FE7114573}" destId="{AE793CE6-9937-46B7-8B47-83BCC6A6B943}" srcOrd="3" destOrd="0" parTransId="{B51276AC-0B01-4CCC-9D8E-C15BC7B232CE}" sibTransId="{17654964-585A-49E2-BD0A-DC726501FCC8}"/>
    <dgm:cxn modelId="{74FA0B43-DAF2-46EB-B330-8A230C66D947}" srcId="{D0C06774-1FDD-4D6D-B395-DC5FE7114573}" destId="{8152FAC8-8E1E-41CA-9FCF-BD53403ECBC7}" srcOrd="2" destOrd="0" parTransId="{B21A145B-25CF-44E4-A626-A17F3C598682}" sibTransId="{C817F4D5-E488-4A55-B5C0-9AA1DEAD7873}"/>
    <dgm:cxn modelId="{0DB7F364-C8FF-477E-9A6A-126B7FF16F15}" srcId="{D0C06774-1FDD-4D6D-B395-DC5FE7114573}" destId="{1BA9308C-DD59-4EF4-8214-3373DDDCA67B}" srcOrd="0" destOrd="0" parTransId="{26FC5E11-5876-474C-81BA-9D0566AA0D40}" sibTransId="{AAFBDE2B-C20E-42E6-9ACA-404ABA5FDFBA}"/>
    <dgm:cxn modelId="{80AF684D-50D7-491F-B7C9-811F7D455B3A}" type="presOf" srcId="{8152FAC8-8E1E-41CA-9FCF-BD53403ECBC7}" destId="{F2460B24-7A7E-4CF1-8CD7-423B74173DF6}" srcOrd="0" destOrd="0" presId="urn:microsoft.com/office/officeart/2008/layout/LinedList"/>
    <dgm:cxn modelId="{F0874182-9172-42E1-BE05-C91DF3C78754}" type="presOf" srcId="{C60EDF70-4046-4919-AA14-E68FDB13F8BD}" destId="{65A1CFD5-C2C2-4F86-BC3E-B913A012ECED}" srcOrd="0" destOrd="0" presId="urn:microsoft.com/office/officeart/2008/layout/LinedList"/>
    <dgm:cxn modelId="{4229B68A-4BF4-4BFB-99D3-E69E53836641}" type="presOf" srcId="{80F6FA5E-6E58-4434-BA03-63CB32364741}" destId="{F9793DF6-C6C3-4DB8-A644-BDFE6B751200}" srcOrd="0" destOrd="0" presId="urn:microsoft.com/office/officeart/2008/layout/LinedList"/>
    <dgm:cxn modelId="{EBA1A797-13DE-4B96-93B2-2145C8A4599D}" srcId="{D0C06774-1FDD-4D6D-B395-DC5FE7114573}" destId="{E4D00233-37FE-4558-BFE4-B957D05875BC}" srcOrd="5" destOrd="0" parTransId="{CE0CEB91-3FAE-44B8-A207-51E91B6429D8}" sibTransId="{85CC58DC-839B-4A99-94C6-4B37680FC580}"/>
    <dgm:cxn modelId="{FA1FD4A4-CA1B-4842-A3FD-589603757B11}" srcId="{D0C06774-1FDD-4D6D-B395-DC5FE7114573}" destId="{80F6FA5E-6E58-4434-BA03-63CB32364741}" srcOrd="1" destOrd="0" parTransId="{BEBF5DA9-66B7-49AE-B23B-AA0ED85B28D1}" sibTransId="{7EEC9696-B2FA-4BFF-883A-A65D87615535}"/>
    <dgm:cxn modelId="{FBCDBFAA-D88C-413B-AF53-99713073679C}" type="presOf" srcId="{E4D00233-37FE-4558-BFE4-B957D05875BC}" destId="{C0B9F399-C980-4862-A256-F84AFABCC284}" srcOrd="0" destOrd="0" presId="urn:microsoft.com/office/officeart/2008/layout/LinedList"/>
    <dgm:cxn modelId="{2ACBCDBD-A42E-4AE9-8287-58802F0746B7}" type="presOf" srcId="{AE793CE6-9937-46B7-8B47-83BCC6A6B943}" destId="{56DB37E4-BF03-4550-A97B-F9F2AC27E68E}" srcOrd="0" destOrd="0" presId="urn:microsoft.com/office/officeart/2008/layout/LinedList"/>
    <dgm:cxn modelId="{28C5BCEB-B400-4F5E-82CA-88CF1C8E17ED}" type="presOf" srcId="{D0C06774-1FDD-4D6D-B395-DC5FE7114573}" destId="{AC77E754-116A-4FD5-BBAF-FAD614A7E9C2}" srcOrd="0" destOrd="0" presId="urn:microsoft.com/office/officeart/2008/layout/LinedList"/>
    <dgm:cxn modelId="{C5F979FF-9763-4A7A-93CB-A173C8F80BBE}" type="presOf" srcId="{1BA9308C-DD59-4EF4-8214-3373DDDCA67B}" destId="{37AD5A33-C4C7-498E-9F16-EE7954E5E3F2}" srcOrd="0" destOrd="0" presId="urn:microsoft.com/office/officeart/2008/layout/LinedList"/>
    <dgm:cxn modelId="{5F035C69-7EA1-456C-9580-5E87B9DFBBE2}" type="presParOf" srcId="{AC77E754-116A-4FD5-BBAF-FAD614A7E9C2}" destId="{DF894ABA-B272-4780-B093-E4F1FAD52310}" srcOrd="0" destOrd="0" presId="urn:microsoft.com/office/officeart/2008/layout/LinedList"/>
    <dgm:cxn modelId="{3B6B9438-55F1-4170-A9D2-A144032BCA3A}" type="presParOf" srcId="{AC77E754-116A-4FD5-BBAF-FAD614A7E9C2}" destId="{E141F7D0-DBB0-4BF2-BA04-626176C6815E}" srcOrd="1" destOrd="0" presId="urn:microsoft.com/office/officeart/2008/layout/LinedList"/>
    <dgm:cxn modelId="{1D89C168-BC30-4F97-BDEA-02087CDC76D3}" type="presParOf" srcId="{E141F7D0-DBB0-4BF2-BA04-626176C6815E}" destId="{37AD5A33-C4C7-498E-9F16-EE7954E5E3F2}" srcOrd="0" destOrd="0" presId="urn:microsoft.com/office/officeart/2008/layout/LinedList"/>
    <dgm:cxn modelId="{8C929E9A-CCEA-4239-8FFA-DF0091B00C93}" type="presParOf" srcId="{E141F7D0-DBB0-4BF2-BA04-626176C6815E}" destId="{EA98FEC7-D268-4CEA-8D06-324227604274}" srcOrd="1" destOrd="0" presId="urn:microsoft.com/office/officeart/2008/layout/LinedList"/>
    <dgm:cxn modelId="{F25AB203-C66A-4BA0-B3DE-5F0CE5FD94E7}" type="presParOf" srcId="{AC77E754-116A-4FD5-BBAF-FAD614A7E9C2}" destId="{A5ABEB8A-75DE-4C58-86EC-4D1F2398D82E}" srcOrd="2" destOrd="0" presId="urn:microsoft.com/office/officeart/2008/layout/LinedList"/>
    <dgm:cxn modelId="{9EA141AD-FB13-4F25-98C4-F250BB3713AF}" type="presParOf" srcId="{AC77E754-116A-4FD5-BBAF-FAD614A7E9C2}" destId="{C9E4CF2D-5179-4472-B65E-1C059D101E55}" srcOrd="3" destOrd="0" presId="urn:microsoft.com/office/officeart/2008/layout/LinedList"/>
    <dgm:cxn modelId="{CD283D2C-EDB8-418C-8B4B-7EB578404114}" type="presParOf" srcId="{C9E4CF2D-5179-4472-B65E-1C059D101E55}" destId="{F9793DF6-C6C3-4DB8-A644-BDFE6B751200}" srcOrd="0" destOrd="0" presId="urn:microsoft.com/office/officeart/2008/layout/LinedList"/>
    <dgm:cxn modelId="{1D62EAC3-062B-4285-A357-548EDBFD4126}" type="presParOf" srcId="{C9E4CF2D-5179-4472-B65E-1C059D101E55}" destId="{40BBD386-57FC-4738-917E-DD5325F1553A}" srcOrd="1" destOrd="0" presId="urn:microsoft.com/office/officeart/2008/layout/LinedList"/>
    <dgm:cxn modelId="{E6DE5BD6-F554-44E1-ABCC-73F6145DD344}" type="presParOf" srcId="{AC77E754-116A-4FD5-BBAF-FAD614A7E9C2}" destId="{AF2B1BC4-C83D-4133-8BA5-D5B2328EB0FD}" srcOrd="4" destOrd="0" presId="urn:microsoft.com/office/officeart/2008/layout/LinedList"/>
    <dgm:cxn modelId="{482EE40B-6433-4B79-8824-6048E52B5FC4}" type="presParOf" srcId="{AC77E754-116A-4FD5-BBAF-FAD614A7E9C2}" destId="{8DBA2240-3B20-4607-BEAF-CBD2ABEE8844}" srcOrd="5" destOrd="0" presId="urn:microsoft.com/office/officeart/2008/layout/LinedList"/>
    <dgm:cxn modelId="{63400F2E-AEAB-46F2-B598-4200BDA0D3DA}" type="presParOf" srcId="{8DBA2240-3B20-4607-BEAF-CBD2ABEE8844}" destId="{F2460B24-7A7E-4CF1-8CD7-423B74173DF6}" srcOrd="0" destOrd="0" presId="urn:microsoft.com/office/officeart/2008/layout/LinedList"/>
    <dgm:cxn modelId="{C343EA62-E55E-490C-B05B-7FBEB73A9C0C}" type="presParOf" srcId="{8DBA2240-3B20-4607-BEAF-CBD2ABEE8844}" destId="{CE0D64EE-F811-44BE-9E68-B0D1BD33FE64}" srcOrd="1" destOrd="0" presId="urn:microsoft.com/office/officeart/2008/layout/LinedList"/>
    <dgm:cxn modelId="{C47C991E-F45D-4FA1-9B41-0FF58BE9940D}" type="presParOf" srcId="{AC77E754-116A-4FD5-BBAF-FAD614A7E9C2}" destId="{05318428-D999-43DC-85C6-883B91F30235}" srcOrd="6" destOrd="0" presId="urn:microsoft.com/office/officeart/2008/layout/LinedList"/>
    <dgm:cxn modelId="{1A0FA075-E80F-4777-B483-BC53848CA95B}" type="presParOf" srcId="{AC77E754-116A-4FD5-BBAF-FAD614A7E9C2}" destId="{7936B463-22EA-4202-B020-7904B1FF5895}" srcOrd="7" destOrd="0" presId="urn:microsoft.com/office/officeart/2008/layout/LinedList"/>
    <dgm:cxn modelId="{21CC94EE-7B94-4B3F-A5CD-05E0D8812C21}" type="presParOf" srcId="{7936B463-22EA-4202-B020-7904B1FF5895}" destId="{56DB37E4-BF03-4550-A97B-F9F2AC27E68E}" srcOrd="0" destOrd="0" presId="urn:microsoft.com/office/officeart/2008/layout/LinedList"/>
    <dgm:cxn modelId="{034C1496-281D-4C4A-92DB-35632C421995}" type="presParOf" srcId="{7936B463-22EA-4202-B020-7904B1FF5895}" destId="{66EB7047-2BD1-4B0E-8C3B-01146FE8BCC5}" srcOrd="1" destOrd="0" presId="urn:microsoft.com/office/officeart/2008/layout/LinedList"/>
    <dgm:cxn modelId="{1430E16A-2784-4C64-B93E-431B8EAF9812}" type="presParOf" srcId="{AC77E754-116A-4FD5-BBAF-FAD614A7E9C2}" destId="{97580CD0-AC67-4244-BC87-5687691060BF}" srcOrd="8" destOrd="0" presId="urn:microsoft.com/office/officeart/2008/layout/LinedList"/>
    <dgm:cxn modelId="{E86844C5-1FD2-4044-B4BF-76B5987C4384}" type="presParOf" srcId="{AC77E754-116A-4FD5-BBAF-FAD614A7E9C2}" destId="{58E8BF3F-F38E-4DE7-AEB5-1BA8BBE14D2B}" srcOrd="9" destOrd="0" presId="urn:microsoft.com/office/officeart/2008/layout/LinedList"/>
    <dgm:cxn modelId="{07E3D988-2812-4D90-90DF-233AC70A1131}" type="presParOf" srcId="{58E8BF3F-F38E-4DE7-AEB5-1BA8BBE14D2B}" destId="{65A1CFD5-C2C2-4F86-BC3E-B913A012ECED}" srcOrd="0" destOrd="0" presId="urn:microsoft.com/office/officeart/2008/layout/LinedList"/>
    <dgm:cxn modelId="{30247AEE-8B9A-488A-8AF8-464E10783747}" type="presParOf" srcId="{58E8BF3F-F38E-4DE7-AEB5-1BA8BBE14D2B}" destId="{3A7A3BFD-0ECD-4C13-A5AA-26694C21A60E}" srcOrd="1" destOrd="0" presId="urn:microsoft.com/office/officeart/2008/layout/LinedList"/>
    <dgm:cxn modelId="{9EECD7A1-7128-41B7-AE05-8FF7C65BEE0A}" type="presParOf" srcId="{AC77E754-116A-4FD5-BBAF-FAD614A7E9C2}" destId="{920F4E75-21FB-4C16-92CE-E8ED3D4806A2}" srcOrd="10" destOrd="0" presId="urn:microsoft.com/office/officeart/2008/layout/LinedList"/>
    <dgm:cxn modelId="{F8D3017D-D97E-4A38-81C1-A37679B93D5B}" type="presParOf" srcId="{AC77E754-116A-4FD5-BBAF-FAD614A7E9C2}" destId="{34CFC33C-8921-44BB-A2C3-D69CE8762A95}" srcOrd="11" destOrd="0" presId="urn:microsoft.com/office/officeart/2008/layout/LinedList"/>
    <dgm:cxn modelId="{F160452E-38E5-4DF9-9C01-2BC206BF87F3}" type="presParOf" srcId="{34CFC33C-8921-44BB-A2C3-D69CE8762A95}" destId="{C0B9F399-C980-4862-A256-F84AFABCC284}" srcOrd="0" destOrd="0" presId="urn:microsoft.com/office/officeart/2008/layout/LinedList"/>
    <dgm:cxn modelId="{490A44E1-8472-4A6A-AFEE-748446DEB002}" type="presParOf" srcId="{34CFC33C-8921-44BB-A2C3-D69CE8762A95}" destId="{F91BFE2B-5EA1-4466-BF77-F7306749B3B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AA05C-62D1-4225-94F1-843CD757719B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29B82E-DE39-4979-A3B9-89D4811361B3}">
      <dsp:nvSpPr>
        <dsp:cNvPr id="0" name=""/>
        <dsp:cNvSpPr/>
      </dsp:nvSpPr>
      <dsp:spPr>
        <a:xfrm>
          <a:off x="0" y="2703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• Development + Operations vereint</a:t>
          </a:r>
          <a:endParaRPr lang="en-US" sz="2500" kern="1200"/>
        </a:p>
      </dsp:txBody>
      <dsp:txXfrm>
        <a:off x="0" y="2703"/>
        <a:ext cx="5175384" cy="921789"/>
      </dsp:txXfrm>
    </dsp:sp>
    <dsp:sp modelId="{F4D0C66A-45C7-4AD6-83F4-1E9F41624E91}">
      <dsp:nvSpPr>
        <dsp:cNvPr id="0" name=""/>
        <dsp:cNvSpPr/>
      </dsp:nvSpPr>
      <dsp:spPr>
        <a:xfrm>
          <a:off x="0" y="924492"/>
          <a:ext cx="5175384" cy="0"/>
        </a:xfrm>
        <a:prstGeom prst="line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accent2">
              <a:hueOff val="936304"/>
              <a:satOff val="-1168"/>
              <a:lumOff val="2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AD62DE-5A08-456B-98C0-094F82DA608B}">
      <dsp:nvSpPr>
        <dsp:cNvPr id="0" name=""/>
        <dsp:cNvSpPr/>
      </dsp:nvSpPr>
      <dsp:spPr>
        <a:xfrm>
          <a:off x="0" y="924492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• Kulturwandel + Methoden + Tools</a:t>
          </a:r>
          <a:endParaRPr lang="en-US" sz="2500" kern="1200"/>
        </a:p>
      </dsp:txBody>
      <dsp:txXfrm>
        <a:off x="0" y="924492"/>
        <a:ext cx="5175384" cy="921789"/>
      </dsp:txXfrm>
    </dsp:sp>
    <dsp:sp modelId="{B618C934-004A-45D9-9476-C1349C4FBB9C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accent2">
              <a:hueOff val="1872608"/>
              <a:satOff val="-2336"/>
              <a:lumOff val="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179B4D-0511-4551-96A2-FBE14014319F}">
      <dsp:nvSpPr>
        <dsp:cNvPr id="0" name=""/>
        <dsp:cNvSpPr/>
      </dsp:nvSpPr>
      <dsp:spPr>
        <a:xfrm>
          <a:off x="0" y="1846281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• Ziel: Schneller von Code → Production</a:t>
          </a:r>
          <a:endParaRPr lang="en-US" sz="2500" kern="1200"/>
        </a:p>
      </dsp:txBody>
      <dsp:txXfrm>
        <a:off x="0" y="1846281"/>
        <a:ext cx="5175384" cy="921789"/>
      </dsp:txXfrm>
    </dsp:sp>
    <dsp:sp modelId="{100CFA0C-2C40-4C13-9CF5-99646117ECD9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accent2">
              <a:hueOff val="2808911"/>
              <a:satOff val="-3503"/>
              <a:lumOff val="8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27CD9C-0FF0-484E-ADE9-3852DEEC2A2D}">
      <dsp:nvSpPr>
        <dsp:cNvPr id="0" name=""/>
        <dsp:cNvSpPr/>
      </dsp:nvSpPr>
      <dsp:spPr>
        <a:xfrm>
          <a:off x="0" y="2768070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• Automatisierung des gesamten Lifecycles</a:t>
          </a:r>
          <a:endParaRPr lang="en-US" sz="2500" kern="1200"/>
        </a:p>
      </dsp:txBody>
      <dsp:txXfrm>
        <a:off x="0" y="2768070"/>
        <a:ext cx="5175384" cy="921789"/>
      </dsp:txXfrm>
    </dsp:sp>
    <dsp:sp modelId="{1A54D40C-8C92-447E-96A2-073BAA20D6A8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accent2">
              <a:hueOff val="3745215"/>
              <a:satOff val="-4671"/>
              <a:lumOff val="1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1F8951-084D-4C8C-87F5-C53F927FAC23}">
      <dsp:nvSpPr>
        <dsp:cNvPr id="0" name=""/>
        <dsp:cNvSpPr/>
      </dsp:nvSpPr>
      <dsp:spPr>
        <a:xfrm>
          <a:off x="0" y="3689859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• Gemeinsame Verantwortung für das Produkt</a:t>
          </a:r>
          <a:endParaRPr lang="en-US" sz="2500" kern="1200"/>
        </a:p>
      </dsp:txBody>
      <dsp:txXfrm>
        <a:off x="0" y="3689859"/>
        <a:ext cx="5175384" cy="921789"/>
      </dsp:txXfrm>
    </dsp:sp>
    <dsp:sp modelId="{38788BC4-59B7-4746-B358-B59241CE6355}">
      <dsp:nvSpPr>
        <dsp:cNvPr id="0" name=""/>
        <dsp:cNvSpPr/>
      </dsp:nvSpPr>
      <dsp:spPr>
        <a:xfrm>
          <a:off x="0" y="4611648"/>
          <a:ext cx="5175384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D307D2-5D16-4EF9-9911-C6984A57DAD0}">
      <dsp:nvSpPr>
        <dsp:cNvPr id="0" name=""/>
        <dsp:cNvSpPr/>
      </dsp:nvSpPr>
      <dsp:spPr>
        <a:xfrm>
          <a:off x="0" y="4611648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• "You build it, you run it"</a:t>
          </a:r>
          <a:endParaRPr lang="en-US" sz="2500" kern="1200"/>
        </a:p>
      </dsp:txBody>
      <dsp:txXfrm>
        <a:off x="0" y="4611648"/>
        <a:ext cx="5175384" cy="9217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894ABA-B272-4780-B093-E4F1FAD52310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AD5A33-C4C7-498E-9F16-EE7954E5E3F2}">
      <dsp:nvSpPr>
        <dsp:cNvPr id="0" name=""/>
        <dsp:cNvSpPr/>
      </dsp:nvSpPr>
      <dsp:spPr>
        <a:xfrm>
          <a:off x="0" y="2703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• CI/CD: Continuous Integration/Deployment</a:t>
          </a:r>
          <a:endParaRPr lang="en-US" sz="2500" kern="1200"/>
        </a:p>
      </dsp:txBody>
      <dsp:txXfrm>
        <a:off x="0" y="2703"/>
        <a:ext cx="5175384" cy="921789"/>
      </dsp:txXfrm>
    </dsp:sp>
    <dsp:sp modelId="{A5ABEB8A-75DE-4C58-86EC-4D1F2398D82E}">
      <dsp:nvSpPr>
        <dsp:cNvPr id="0" name=""/>
        <dsp:cNvSpPr/>
      </dsp:nvSpPr>
      <dsp:spPr>
        <a:xfrm>
          <a:off x="0" y="924492"/>
          <a:ext cx="5175384" cy="0"/>
        </a:xfrm>
        <a:prstGeom prst="line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accent2">
              <a:hueOff val="936304"/>
              <a:satOff val="-1168"/>
              <a:lumOff val="2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793DF6-C6C3-4DB8-A644-BDFE6B751200}">
      <dsp:nvSpPr>
        <dsp:cNvPr id="0" name=""/>
        <dsp:cNvSpPr/>
      </dsp:nvSpPr>
      <dsp:spPr>
        <a:xfrm>
          <a:off x="0" y="924492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• Automatisierung: Build, Test, Deploy</a:t>
          </a:r>
          <a:endParaRPr lang="en-US" sz="2500" kern="1200"/>
        </a:p>
      </dsp:txBody>
      <dsp:txXfrm>
        <a:off x="0" y="924492"/>
        <a:ext cx="5175384" cy="921789"/>
      </dsp:txXfrm>
    </dsp:sp>
    <dsp:sp modelId="{AF2B1BC4-C83D-4133-8BA5-D5B2328EB0FD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accent2">
              <a:hueOff val="1872608"/>
              <a:satOff val="-2336"/>
              <a:lumOff val="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460B24-7A7E-4CF1-8CD7-423B74173DF6}">
      <dsp:nvSpPr>
        <dsp:cNvPr id="0" name=""/>
        <dsp:cNvSpPr/>
      </dsp:nvSpPr>
      <dsp:spPr>
        <a:xfrm>
          <a:off x="0" y="1846281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• Infrastructure as Code (IaC)</a:t>
          </a:r>
          <a:endParaRPr lang="en-US" sz="2500" kern="1200"/>
        </a:p>
      </dsp:txBody>
      <dsp:txXfrm>
        <a:off x="0" y="1846281"/>
        <a:ext cx="5175384" cy="921789"/>
      </dsp:txXfrm>
    </dsp:sp>
    <dsp:sp modelId="{05318428-D999-43DC-85C6-883B91F30235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accent2">
              <a:hueOff val="2808911"/>
              <a:satOff val="-3503"/>
              <a:lumOff val="8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DB37E4-BF03-4550-A97B-F9F2AC27E68E}">
      <dsp:nvSpPr>
        <dsp:cNvPr id="0" name=""/>
        <dsp:cNvSpPr/>
      </dsp:nvSpPr>
      <dsp:spPr>
        <a:xfrm>
          <a:off x="0" y="2768070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• Monitoring &amp; Feedback: Prometheus, Grafana</a:t>
          </a:r>
          <a:endParaRPr lang="en-US" sz="2500" kern="1200"/>
        </a:p>
      </dsp:txBody>
      <dsp:txXfrm>
        <a:off x="0" y="2768070"/>
        <a:ext cx="5175384" cy="921789"/>
      </dsp:txXfrm>
    </dsp:sp>
    <dsp:sp modelId="{97580CD0-AC67-4244-BC87-5687691060BF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accent2">
              <a:hueOff val="3745215"/>
              <a:satOff val="-4671"/>
              <a:lumOff val="1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A1CFD5-C2C2-4F86-BC3E-B913A012ECED}">
      <dsp:nvSpPr>
        <dsp:cNvPr id="0" name=""/>
        <dsp:cNvSpPr/>
      </dsp:nvSpPr>
      <dsp:spPr>
        <a:xfrm>
          <a:off x="0" y="3689859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• Collaboration: Shared Ownership</a:t>
          </a:r>
          <a:endParaRPr lang="en-US" sz="2500" kern="1200"/>
        </a:p>
      </dsp:txBody>
      <dsp:txXfrm>
        <a:off x="0" y="3689859"/>
        <a:ext cx="5175384" cy="921789"/>
      </dsp:txXfrm>
    </dsp:sp>
    <dsp:sp modelId="{920F4E75-21FB-4C16-92CE-E8ED3D4806A2}">
      <dsp:nvSpPr>
        <dsp:cNvPr id="0" name=""/>
        <dsp:cNvSpPr/>
      </dsp:nvSpPr>
      <dsp:spPr>
        <a:xfrm>
          <a:off x="0" y="4611648"/>
          <a:ext cx="5175384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B9F399-C980-4862-A256-F84AFABCC284}">
      <dsp:nvSpPr>
        <dsp:cNvPr id="0" name=""/>
        <dsp:cNvSpPr/>
      </dsp:nvSpPr>
      <dsp:spPr>
        <a:xfrm>
          <a:off x="0" y="4611648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• Iterativ: Kleine, häufige Releases</a:t>
          </a:r>
          <a:endParaRPr lang="en-US" sz="2500" kern="1200"/>
        </a:p>
      </dsp:txBody>
      <dsp:txXfrm>
        <a:off x="0" y="4611648"/>
        <a:ext cx="5175384" cy="9217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3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3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ABB632D-01EF-4BA3-B84B-53D64B53963D}" type="slidenum"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de-D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09AFBFF-CB52-4A90-AFD6-93DB5511334C}" type="slidenum">
              <a:rPr b="0" lang="de-D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5B93E3-15C1-47C1-8306-1FF093EEB6B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C4AC67-3CDA-4285-9C7F-CECDD4B7C5B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8EB4E6B-82F2-4789-91B8-0A62A5A7052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CC4909-430C-4E19-9658-9FAEF47E7CC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EBFC87-03E7-4DA1-9CC4-192CC284DDD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E8368D5-507C-475A-A882-198B581D782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9C6C349-2A14-429C-9700-8CF83B2477E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B114B0-3877-45F5-8710-53961408FDE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E9D4D8B-5B10-405E-8EC5-4B15C236743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8E4A75-4E3B-400D-A11C-68497D6D49E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39BC6D-2370-43E0-B6AA-8070D7A7E15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199A0B5-1A03-44AE-A2AD-09D8FDFBAB3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diagramData" Target="../diagrams/data2.xml"/><Relationship Id="rId2" Type="http://schemas.openxmlformats.org/officeDocument/2006/relationships/diagramLayout" Target="../diagrams/layout2.xml"/><Relationship Id="rId3" Type="http://schemas.openxmlformats.org/officeDocument/2006/relationships/diagramQuickStyle" Target="../diagrams/quickStyle2.xml"/><Relationship Id="rId4" Type="http://schemas.openxmlformats.org/officeDocument/2006/relationships/diagramColors" Target="../diagrams/colors2.xml"/><Relationship Id="rId5" Type="http://schemas.microsoft.com/office/2007/relationships/diagramDrawing" Target="../diagrams/drawing2.xml"/><Relationship Id="rId6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5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148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28560" y="451440"/>
            <a:ext cx="7884000" cy="406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de-DE" sz="57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DevOps</a:t>
            </a:r>
            <a:endParaRPr b="0" lang="en-US" sz="57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ubTitle"/>
          </p:nvPr>
        </p:nvSpPr>
        <p:spPr>
          <a:xfrm>
            <a:off x="628560" y="4983120"/>
            <a:ext cx="7884000" cy="112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de-DE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Ein Überblick über Konzepte, Probleme und Vorteile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8560" y="4718520"/>
            <a:ext cx="4057200" cy="18000"/>
          </a:xfrm>
          <a:custGeom>
            <a:avLst/>
            <a:gdLst>
              <a:gd name="textAreaLeft" fmla="*/ 0 w 4057200"/>
              <a:gd name="textAreaRight" fmla="*/ 4057560 w 4057200"/>
              <a:gd name="textAreaTop" fmla="*/ 0 h 18000"/>
              <a:gd name="textAreaBottom" fmla="*/ 18360 h 18000"/>
              <a:gd name="GluePoint1X" fmla="*/ 0 w 4057650"/>
              <a:gd name="GluePoint1Y" fmla="*/ 0 h 18288"/>
              <a:gd name="GluePoint2X" fmla="*/ 757428 w 4057650"/>
              <a:gd name="GluePoint2Y" fmla="*/ 0 h 18288"/>
              <a:gd name="GluePoint3X" fmla="*/ 1474279 w 4057650"/>
              <a:gd name="GluePoint3Y" fmla="*/ 0 h 18288"/>
              <a:gd name="GluePoint4X" fmla="*/ 2191131 w 4057650"/>
              <a:gd name="GluePoint4Y" fmla="*/ 0 h 18288"/>
              <a:gd name="GluePoint5X" fmla="*/ 2745676 w 4057650"/>
              <a:gd name="GluePoint5Y" fmla="*/ 0 h 18288"/>
              <a:gd name="GluePoint6X" fmla="*/ 3340798 w 4057650"/>
              <a:gd name="GluePoint6Y" fmla="*/ 0 h 18288"/>
              <a:gd name="GluePoint7X" fmla="*/ 4057650 w 4057650"/>
              <a:gd name="GluePoint7Y" fmla="*/ 0 h 18288"/>
              <a:gd name="GluePoint8X" fmla="*/ 4057650 w 4057650"/>
              <a:gd name="GluePoint8Y" fmla="*/ 18288 h 18288"/>
              <a:gd name="GluePoint9X" fmla="*/ 3381375 w 4057650"/>
              <a:gd name="GluePoint9Y" fmla="*/ 18288 h 18288"/>
              <a:gd name="GluePoint10X" fmla="*/ 2826830 w 4057650"/>
              <a:gd name="GluePoint10Y" fmla="*/ 18288 h 18288"/>
              <a:gd name="GluePoint11X" fmla="*/ 2272284 w 4057650"/>
              <a:gd name="GluePoint11Y" fmla="*/ 18288 h 18288"/>
              <a:gd name="GluePoint12X" fmla="*/ 1555432 w 4057650"/>
              <a:gd name="GluePoint12Y" fmla="*/ 18288 h 18288"/>
              <a:gd name="GluePoint13X" fmla="*/ 960310 w 4057650"/>
              <a:gd name="GluePoint13Y" fmla="*/ 18288 h 18288"/>
              <a:gd name="GluePoint14X" fmla="*/ 0 w 4057650"/>
              <a:gd name="GluePoint14Y" fmla="*/ 18288 h 18288"/>
              <a:gd name="GluePoint15X" fmla="*/ 0 w 4057650"/>
              <a:gd name="GluePoint15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</a:cxnLst>
            <a:rect l="textAreaLeft" t="textAreaTop" r="textAreaRight" b="textAreaBottom"/>
            <a:pathLst>
              <a:path fill="none" w="4057650" h="18288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stroke="0" w="4057650" h="18288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1275">
            <a:solidFill>
              <a:srgbClr val="c0504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10">
                                  <p:stCondLst>
                                    <p:cond delay="1000"/>
                                  </p:stCondLst>
                                  <p:iterate type="el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7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nodeType="withEffect" fill="hold" presetClass="entr" presetID="10">
                                  <p:stCondLst>
                                    <p:cond delay="1500"/>
                                  </p:stCondLst>
                                  <p:iterate type="el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" dur="7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" descr=""/>
          <p:cNvPicPr/>
          <p:nvPr/>
        </p:nvPicPr>
        <p:blipFill>
          <a:blip r:embed="rId1"/>
          <a:stretch/>
        </p:blipFill>
        <p:spPr>
          <a:xfrm>
            <a:off x="1647360" y="1620000"/>
            <a:ext cx="5552640" cy="3543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4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148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76280" y="640800"/>
            <a:ext cx="2563560" cy="558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de-DE" sz="47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Das Problem – Warum DevOps?</a:t>
            </a:r>
            <a:endParaRPr b="0" lang="en-US" sz="47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sketch lin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44320" y="3465000"/>
            <a:ext cx="5409720" cy="13320"/>
          </a:xfrm>
          <a:custGeom>
            <a:avLst/>
            <a:gdLst>
              <a:gd name="textAreaLeft" fmla="*/ 0 w 5409720"/>
              <a:gd name="textAreaRight" fmla="*/ 5410080 w 5409720"/>
              <a:gd name="textAreaTop" fmla="*/ 0 h 13320"/>
              <a:gd name="textAreaBottom" fmla="*/ 13680 h 13320"/>
              <a:gd name="GluePoint1X" fmla="*/ 0 w 5410200"/>
              <a:gd name="GluePoint1Y" fmla="*/ 0 h 13716"/>
              <a:gd name="GluePoint2X" fmla="*/ 568071 w 5410200"/>
              <a:gd name="GluePoint2Y" fmla="*/ 0 h 13716"/>
              <a:gd name="GluePoint3X" fmla="*/ 1298448 w 5410200"/>
              <a:gd name="GluePoint3Y" fmla="*/ 0 h 13716"/>
              <a:gd name="GluePoint4X" fmla="*/ 1920621 w 5410200"/>
              <a:gd name="GluePoint4Y" fmla="*/ 0 h 13716"/>
              <a:gd name="GluePoint5X" fmla="*/ 2488692 w 5410200"/>
              <a:gd name="GluePoint5Y" fmla="*/ 0 h 13716"/>
              <a:gd name="GluePoint6X" fmla="*/ 3219069 w 5410200"/>
              <a:gd name="GluePoint6Y" fmla="*/ 0 h 13716"/>
              <a:gd name="GluePoint7X" fmla="*/ 3895344 w 5410200"/>
              <a:gd name="GluePoint7Y" fmla="*/ 0 h 13716"/>
              <a:gd name="GluePoint8X" fmla="*/ 4571619 w 5410200"/>
              <a:gd name="GluePoint8Y" fmla="*/ 0 h 13716"/>
              <a:gd name="GluePoint9X" fmla="*/ 5410200 w 5410200"/>
              <a:gd name="GluePoint9Y" fmla="*/ 0 h 13716"/>
              <a:gd name="GluePoint10X" fmla="*/ 5410200 w 5410200"/>
              <a:gd name="GluePoint10Y" fmla="*/ 13716 h 13716"/>
              <a:gd name="GluePoint11X" fmla="*/ 4842129 w 5410200"/>
              <a:gd name="GluePoint11Y" fmla="*/ 13716 h 13716"/>
              <a:gd name="GluePoint12X" fmla="*/ 4328160 w 5410200"/>
              <a:gd name="GluePoint12Y" fmla="*/ 13716 h 13716"/>
              <a:gd name="GluePoint13X" fmla="*/ 3597783 w 5410200"/>
              <a:gd name="GluePoint13Y" fmla="*/ 13716 h 13716"/>
              <a:gd name="GluePoint14X" fmla="*/ 3029712 w 5410200"/>
              <a:gd name="GluePoint14Y" fmla="*/ 13716 h 13716"/>
              <a:gd name="GluePoint15X" fmla="*/ 2299335 w 5410200"/>
              <a:gd name="GluePoint15Y" fmla="*/ 13716 h 13716"/>
              <a:gd name="GluePoint16X" fmla="*/ 1514856 w 5410200"/>
              <a:gd name="GluePoint16Y" fmla="*/ 13716 h 13716"/>
              <a:gd name="GluePoint17X" fmla="*/ 892683 w 5410200"/>
              <a:gd name="GluePoint17Y" fmla="*/ 13716 h 13716"/>
              <a:gd name="GluePoint18X" fmla="*/ 0 w 5410200"/>
              <a:gd name="GluePoint18Y" fmla="*/ 13716 h 13716"/>
              <a:gd name="GluePoint19X" fmla="*/ 0 w 5410200"/>
              <a:gd name="GluePoint19Y" fmla="*/ 0 h 1371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</a:cxnLst>
            <a:rect l="textAreaLeft" t="textAreaTop" r="textAreaRight" b="textAreaBottom"/>
            <a:pathLst>
              <a:path fill="none" w="5410200" h="13716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stroke="0" w="5410200" h="13716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1275">
            <a:solidFill>
              <a:srgbClr val="c0504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77" name="Content Placeholder 3"/>
          <p:cNvGrpSpPr/>
          <p:nvPr/>
        </p:nvGrpSpPr>
        <p:grpSpPr>
          <a:xfrm>
            <a:off x="3485880" y="640800"/>
            <a:ext cx="5175360" cy="5535720"/>
            <a:chOff x="3485880" y="640800"/>
            <a:chExt cx="5175360" cy="5535720"/>
          </a:xfrm>
        </p:grpSpPr>
        <p:sp>
          <p:nvSpPr>
            <p:cNvPr id="78" name=""/>
            <p:cNvSpPr/>
            <p:nvPr/>
          </p:nvSpPr>
          <p:spPr>
            <a:xfrm>
              <a:off x="3485880" y="640800"/>
              <a:ext cx="5175000" cy="5535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"/>
            <p:cNvSpPr/>
            <p:nvPr/>
          </p:nvSpPr>
          <p:spPr>
            <a:xfrm>
              <a:off x="3485880" y="641160"/>
              <a:ext cx="5175360" cy="360"/>
            </a:xfrm>
            <a:prstGeom prst="line">
              <a:avLst/>
            </a:prstGeom>
            <a:ln>
              <a:solidFill>
                <a:srgbClr val="c0504d">
                  <a:hueOff val="0"/>
                  <a:satOff val="0"/>
                  <a:lumOff val="0"/>
                  <a:alphaOff val="0"/>
                </a:srgbClr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"/>
            <p:cNvSpPr/>
            <p:nvPr/>
          </p:nvSpPr>
          <p:spPr>
            <a:xfrm>
              <a:off x="3485880" y="641520"/>
              <a:ext cx="5175000" cy="79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1440" lIns="83880" rIns="83880" tIns="83880" bIns="83880" anchor="t">
              <a:noAutofit/>
            </a:bodyPr>
            <a:p>
              <a:pPr defTabSz="977760">
                <a:lnSpc>
                  <a:spcPct val="90000"/>
                </a:lnSpc>
                <a:spcAft>
                  <a:spcPts val="771"/>
                </a:spcAft>
                <a:tabLst>
                  <a:tab algn="l" pos="0"/>
                </a:tabLst>
              </a:pPr>
              <a:r>
                <a:rPr b="0" lang="de-DE" sz="22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• Traditionell: Dev &amp; Ops getrennte Teams (Silos)</a:t>
              </a:r>
              <a:endParaRPr b="0" lang="en-GB" sz="2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3485880" y="1432080"/>
              <a:ext cx="5175360" cy="360"/>
            </a:xfrm>
            <a:prstGeom prst="line">
              <a:avLst/>
            </a:prstGeom>
            <a:ln>
              <a:solidFill>
                <a:srgbClr val="c0504d">
                  <a:hueOff val="780253"/>
                  <a:satOff val="-973"/>
                  <a:lumOff val="229"/>
                  <a:alphaOff val="0"/>
                </a:srgbClr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"/>
            <p:cNvSpPr/>
            <p:nvPr/>
          </p:nvSpPr>
          <p:spPr>
            <a:xfrm>
              <a:off x="3485880" y="1432080"/>
              <a:ext cx="5175000" cy="79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1440" lIns="83880" rIns="83880" tIns="83880" bIns="83880" anchor="t">
              <a:noAutofit/>
            </a:bodyPr>
            <a:p>
              <a:pPr defTabSz="977760">
                <a:lnSpc>
                  <a:spcPct val="90000"/>
                </a:lnSpc>
                <a:spcAft>
                  <a:spcPts val="771"/>
                </a:spcAft>
                <a:tabLst>
                  <a:tab algn="l" pos="0"/>
                </a:tabLst>
              </a:pPr>
              <a:r>
                <a:rPr b="0" lang="de-DE" sz="22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• Dev will: Schnelle neue Features</a:t>
              </a:r>
              <a:endParaRPr b="0" lang="en-GB" sz="2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"/>
            <p:cNvSpPr/>
            <p:nvPr/>
          </p:nvSpPr>
          <p:spPr>
            <a:xfrm>
              <a:off x="3485880" y="2222640"/>
              <a:ext cx="5175360" cy="360"/>
            </a:xfrm>
            <a:prstGeom prst="line">
              <a:avLst/>
            </a:prstGeom>
            <a:ln>
              <a:solidFill>
                <a:srgbClr val="c0504d">
                  <a:hueOff val="1560506"/>
                  <a:satOff val="-1946"/>
                  <a:lumOff val="458"/>
                  <a:alphaOff val="0"/>
                </a:srgbClr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3485880" y="2223000"/>
              <a:ext cx="5175000" cy="79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1440" lIns="83880" rIns="83880" tIns="83880" bIns="83880" anchor="t">
              <a:noAutofit/>
            </a:bodyPr>
            <a:p>
              <a:pPr defTabSz="977760">
                <a:lnSpc>
                  <a:spcPct val="90000"/>
                </a:lnSpc>
                <a:spcAft>
                  <a:spcPts val="771"/>
                </a:spcAft>
                <a:tabLst>
                  <a:tab algn="l" pos="0"/>
                </a:tabLst>
              </a:pPr>
              <a:r>
                <a:rPr b="0" lang="de-DE" sz="22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• Ops will: Stabile, sichere Systeme</a:t>
              </a:r>
              <a:endParaRPr b="0" lang="en-GB" sz="2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"/>
            <p:cNvSpPr/>
            <p:nvPr/>
          </p:nvSpPr>
          <p:spPr>
            <a:xfrm>
              <a:off x="3485880" y="3013200"/>
              <a:ext cx="5175360" cy="360"/>
            </a:xfrm>
            <a:prstGeom prst="line">
              <a:avLst/>
            </a:prstGeom>
            <a:ln>
              <a:solidFill>
                <a:srgbClr val="c0504d">
                  <a:hueOff val="2340759"/>
                  <a:satOff val="-2919"/>
                  <a:lumOff val="686"/>
                  <a:alphaOff val="0"/>
                </a:srgbClr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"/>
            <p:cNvSpPr/>
            <p:nvPr/>
          </p:nvSpPr>
          <p:spPr>
            <a:xfrm>
              <a:off x="3485880" y="3013560"/>
              <a:ext cx="5175000" cy="79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1440" lIns="83880" rIns="83880" tIns="83880" bIns="83880" anchor="t">
              <a:noAutofit/>
            </a:bodyPr>
            <a:p>
              <a:pPr defTabSz="977760">
                <a:lnSpc>
                  <a:spcPct val="90000"/>
                </a:lnSpc>
                <a:spcAft>
                  <a:spcPts val="771"/>
                </a:spcAft>
                <a:tabLst>
                  <a:tab algn="l" pos="0"/>
                </a:tabLst>
              </a:pPr>
              <a:r>
                <a:rPr b="0" lang="de-DE" sz="22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• Konflikt: "Works on my machine" vs. Production</a:t>
              </a:r>
              <a:endParaRPr b="0" lang="en-GB" sz="2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"/>
            <p:cNvSpPr/>
            <p:nvPr/>
          </p:nvSpPr>
          <p:spPr>
            <a:xfrm>
              <a:off x="3485880" y="3804120"/>
              <a:ext cx="5175360" cy="360"/>
            </a:xfrm>
            <a:prstGeom prst="line">
              <a:avLst/>
            </a:prstGeom>
            <a:ln>
              <a:solidFill>
                <a:srgbClr val="c0504d">
                  <a:hueOff val="3121013"/>
                  <a:satOff val="-3893"/>
                  <a:lumOff val="915"/>
                  <a:alphaOff val="0"/>
                </a:srgbClr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"/>
            <p:cNvSpPr/>
            <p:nvPr/>
          </p:nvSpPr>
          <p:spPr>
            <a:xfrm>
              <a:off x="3485880" y="3804120"/>
              <a:ext cx="5175000" cy="79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1440" lIns="83880" rIns="83880" tIns="83880" bIns="83880" anchor="t">
              <a:noAutofit/>
            </a:bodyPr>
            <a:p>
              <a:pPr defTabSz="977760">
                <a:lnSpc>
                  <a:spcPct val="90000"/>
                </a:lnSpc>
                <a:spcAft>
                  <a:spcPts val="771"/>
                </a:spcAft>
                <a:tabLst>
                  <a:tab algn="l" pos="0"/>
                </a:tabLst>
              </a:pPr>
              <a:r>
                <a:rPr b="0" lang="de-DE" sz="22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• Lange Release-Zyklen (Monate/Jahre)</a:t>
              </a:r>
              <a:endParaRPr b="0" lang="en-GB" sz="2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"/>
            <p:cNvSpPr/>
            <p:nvPr/>
          </p:nvSpPr>
          <p:spPr>
            <a:xfrm>
              <a:off x="3485880" y="4594680"/>
              <a:ext cx="5175360" cy="360"/>
            </a:xfrm>
            <a:prstGeom prst="line">
              <a:avLst/>
            </a:prstGeom>
            <a:ln>
              <a:solidFill>
                <a:srgbClr val="c0504d">
                  <a:hueOff val="3901266"/>
                  <a:satOff val="-4866"/>
                  <a:lumOff val="1144"/>
                  <a:alphaOff val="0"/>
                </a:srgbClr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3485880" y="4595040"/>
              <a:ext cx="5175000" cy="79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1440" lIns="83880" rIns="83880" tIns="83880" bIns="83880" anchor="t">
              <a:noAutofit/>
            </a:bodyPr>
            <a:p>
              <a:pPr defTabSz="977760">
                <a:lnSpc>
                  <a:spcPct val="90000"/>
                </a:lnSpc>
                <a:spcAft>
                  <a:spcPts val="771"/>
                </a:spcAft>
                <a:tabLst>
                  <a:tab algn="l" pos="0"/>
                </a:tabLst>
              </a:pPr>
              <a:r>
                <a:rPr b="0" lang="de-DE" sz="22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• Manuelle Deployments → Fehleranfällig</a:t>
              </a:r>
              <a:endParaRPr b="0" lang="en-GB" sz="2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"/>
            <p:cNvSpPr/>
            <p:nvPr/>
          </p:nvSpPr>
          <p:spPr>
            <a:xfrm>
              <a:off x="3485880" y="5385600"/>
              <a:ext cx="5175360" cy="360"/>
            </a:xfrm>
            <a:prstGeom prst="line">
              <a:avLst/>
            </a:prstGeom>
            <a:ln>
              <a:solidFill>
                <a:srgbClr val="c0504d">
                  <a:hueOff val="4681519"/>
                  <a:satOff val="-5839"/>
                  <a:lumOff val="1373"/>
                  <a:alphaOff val="0"/>
                </a:srgbClr>
              </a:solidFill>
              <a:round/>
            </a:ln>
          </p:spPr>
          <p:style>
            <a:lnRef idx="2"/>
            <a:fillRef idx="0"/>
            <a:effectRef idx="0"/>
            <a:fontRef idx="minor"/>
          </p:style>
          <p:txBody>
            <a:bodyPr lIns="90000" rIns="90000" tIns="-44640" bIns="-44640" anchor="t" anchorCtr="1">
              <a:noAutofit/>
            </a:bodyPr>
            <a:p>
              <a:endPara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3485880" y="5385600"/>
              <a:ext cx="5175000" cy="79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1440" lIns="83880" rIns="83880" tIns="83880" bIns="83880" anchor="t">
              <a:noAutofit/>
            </a:bodyPr>
            <a:p>
              <a:pPr defTabSz="977760">
                <a:lnSpc>
                  <a:spcPct val="90000"/>
                </a:lnSpc>
                <a:spcAft>
                  <a:spcPts val="771"/>
                </a:spcAft>
                <a:tabLst>
                  <a:tab algn="l" pos="0"/>
                </a:tabLst>
              </a:pPr>
              <a:r>
                <a:rPr b="0" lang="de-DE" sz="22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• Entstehung: ~2008-2009 (Begriff von Patrick Debois)</a:t>
              </a:r>
              <a:endParaRPr b="0" lang="en-GB" sz="2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1877760" y="1528200"/>
            <a:ext cx="4962240" cy="4771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5" name="Rectangle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148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76280" y="640800"/>
            <a:ext cx="2563560" cy="558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de-DE" sz="47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Was ist DevOps?</a:t>
            </a:r>
            <a:endParaRPr b="0" lang="en-US" sz="47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44320" y="3465000"/>
            <a:ext cx="5409720" cy="13320"/>
          </a:xfrm>
          <a:custGeom>
            <a:avLst/>
            <a:gdLst>
              <a:gd name="textAreaLeft" fmla="*/ 0 w 5409720"/>
              <a:gd name="textAreaRight" fmla="*/ 5410080 w 5409720"/>
              <a:gd name="textAreaTop" fmla="*/ 0 h 13320"/>
              <a:gd name="textAreaBottom" fmla="*/ 13680 h 13320"/>
              <a:gd name="GluePoint1X" fmla="*/ 0 w 5410200"/>
              <a:gd name="GluePoint1Y" fmla="*/ 0 h 13716"/>
              <a:gd name="GluePoint2X" fmla="*/ 568071 w 5410200"/>
              <a:gd name="GluePoint2Y" fmla="*/ 0 h 13716"/>
              <a:gd name="GluePoint3X" fmla="*/ 1298448 w 5410200"/>
              <a:gd name="GluePoint3Y" fmla="*/ 0 h 13716"/>
              <a:gd name="GluePoint4X" fmla="*/ 1920621 w 5410200"/>
              <a:gd name="GluePoint4Y" fmla="*/ 0 h 13716"/>
              <a:gd name="GluePoint5X" fmla="*/ 2488692 w 5410200"/>
              <a:gd name="GluePoint5Y" fmla="*/ 0 h 13716"/>
              <a:gd name="GluePoint6X" fmla="*/ 3219069 w 5410200"/>
              <a:gd name="GluePoint6Y" fmla="*/ 0 h 13716"/>
              <a:gd name="GluePoint7X" fmla="*/ 3895344 w 5410200"/>
              <a:gd name="GluePoint7Y" fmla="*/ 0 h 13716"/>
              <a:gd name="GluePoint8X" fmla="*/ 4571619 w 5410200"/>
              <a:gd name="GluePoint8Y" fmla="*/ 0 h 13716"/>
              <a:gd name="GluePoint9X" fmla="*/ 5410200 w 5410200"/>
              <a:gd name="GluePoint9Y" fmla="*/ 0 h 13716"/>
              <a:gd name="GluePoint10X" fmla="*/ 5410200 w 5410200"/>
              <a:gd name="GluePoint10Y" fmla="*/ 13716 h 13716"/>
              <a:gd name="GluePoint11X" fmla="*/ 4842129 w 5410200"/>
              <a:gd name="GluePoint11Y" fmla="*/ 13716 h 13716"/>
              <a:gd name="GluePoint12X" fmla="*/ 4328160 w 5410200"/>
              <a:gd name="GluePoint12Y" fmla="*/ 13716 h 13716"/>
              <a:gd name="GluePoint13X" fmla="*/ 3597783 w 5410200"/>
              <a:gd name="GluePoint13Y" fmla="*/ 13716 h 13716"/>
              <a:gd name="GluePoint14X" fmla="*/ 3029712 w 5410200"/>
              <a:gd name="GluePoint14Y" fmla="*/ 13716 h 13716"/>
              <a:gd name="GluePoint15X" fmla="*/ 2299335 w 5410200"/>
              <a:gd name="GluePoint15Y" fmla="*/ 13716 h 13716"/>
              <a:gd name="GluePoint16X" fmla="*/ 1514856 w 5410200"/>
              <a:gd name="GluePoint16Y" fmla="*/ 13716 h 13716"/>
              <a:gd name="GluePoint17X" fmla="*/ 892683 w 5410200"/>
              <a:gd name="GluePoint17Y" fmla="*/ 13716 h 13716"/>
              <a:gd name="GluePoint18X" fmla="*/ 0 w 5410200"/>
              <a:gd name="GluePoint18Y" fmla="*/ 13716 h 13716"/>
              <a:gd name="GluePoint19X" fmla="*/ 0 w 5410200"/>
              <a:gd name="GluePoint19Y" fmla="*/ 0 h 1371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</a:cxnLst>
            <a:rect l="textAreaLeft" t="textAreaTop" r="textAreaRight" b="textAreaBottom"/>
            <a:pathLst>
              <a:path fill="none" w="5410200" h="13716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stroke="0" w="5410200" h="13716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1275">
            <a:solidFill>
              <a:srgbClr val="c0504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2578998009"/>
              </p:ext>
            </p:extLst>
          </p:nvPr>
        </p:nvGraphicFramePr>
        <p:xfrm>
          <a:off x="3485880" y="640800"/>
          <a:ext cx="5175000" cy="5535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9" name="" descr=""/>
          <p:cNvPicPr/>
          <p:nvPr/>
        </p:nvPicPr>
        <p:blipFill>
          <a:blip r:embed="rId1"/>
          <a:stretch/>
        </p:blipFill>
        <p:spPr>
          <a:xfrm>
            <a:off x="1620000" y="1980000"/>
            <a:ext cx="6009840" cy="2809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37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148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76280" y="640800"/>
            <a:ext cx="2563560" cy="558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de-DE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Kernkonzepte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44320" y="3465000"/>
            <a:ext cx="5409720" cy="13320"/>
          </a:xfrm>
          <a:custGeom>
            <a:avLst/>
            <a:gdLst>
              <a:gd name="textAreaLeft" fmla="*/ 0 w 5409720"/>
              <a:gd name="textAreaRight" fmla="*/ 5410080 w 5409720"/>
              <a:gd name="textAreaTop" fmla="*/ 0 h 13320"/>
              <a:gd name="textAreaBottom" fmla="*/ 13680 h 13320"/>
              <a:gd name="GluePoint1X" fmla="*/ 0 w 5410200"/>
              <a:gd name="GluePoint1Y" fmla="*/ 0 h 13716"/>
              <a:gd name="GluePoint2X" fmla="*/ 568071 w 5410200"/>
              <a:gd name="GluePoint2Y" fmla="*/ 0 h 13716"/>
              <a:gd name="GluePoint3X" fmla="*/ 1298448 w 5410200"/>
              <a:gd name="GluePoint3Y" fmla="*/ 0 h 13716"/>
              <a:gd name="GluePoint4X" fmla="*/ 1920621 w 5410200"/>
              <a:gd name="GluePoint4Y" fmla="*/ 0 h 13716"/>
              <a:gd name="GluePoint5X" fmla="*/ 2488692 w 5410200"/>
              <a:gd name="GluePoint5Y" fmla="*/ 0 h 13716"/>
              <a:gd name="GluePoint6X" fmla="*/ 3219069 w 5410200"/>
              <a:gd name="GluePoint6Y" fmla="*/ 0 h 13716"/>
              <a:gd name="GluePoint7X" fmla="*/ 3895344 w 5410200"/>
              <a:gd name="GluePoint7Y" fmla="*/ 0 h 13716"/>
              <a:gd name="GluePoint8X" fmla="*/ 4571619 w 5410200"/>
              <a:gd name="GluePoint8Y" fmla="*/ 0 h 13716"/>
              <a:gd name="GluePoint9X" fmla="*/ 5410200 w 5410200"/>
              <a:gd name="GluePoint9Y" fmla="*/ 0 h 13716"/>
              <a:gd name="GluePoint10X" fmla="*/ 5410200 w 5410200"/>
              <a:gd name="GluePoint10Y" fmla="*/ 13716 h 13716"/>
              <a:gd name="GluePoint11X" fmla="*/ 4842129 w 5410200"/>
              <a:gd name="GluePoint11Y" fmla="*/ 13716 h 13716"/>
              <a:gd name="GluePoint12X" fmla="*/ 4328160 w 5410200"/>
              <a:gd name="GluePoint12Y" fmla="*/ 13716 h 13716"/>
              <a:gd name="GluePoint13X" fmla="*/ 3597783 w 5410200"/>
              <a:gd name="GluePoint13Y" fmla="*/ 13716 h 13716"/>
              <a:gd name="GluePoint14X" fmla="*/ 3029712 w 5410200"/>
              <a:gd name="GluePoint14Y" fmla="*/ 13716 h 13716"/>
              <a:gd name="GluePoint15X" fmla="*/ 2299335 w 5410200"/>
              <a:gd name="GluePoint15Y" fmla="*/ 13716 h 13716"/>
              <a:gd name="GluePoint16X" fmla="*/ 1514856 w 5410200"/>
              <a:gd name="GluePoint16Y" fmla="*/ 13716 h 13716"/>
              <a:gd name="GluePoint17X" fmla="*/ 892683 w 5410200"/>
              <a:gd name="GluePoint17Y" fmla="*/ 13716 h 13716"/>
              <a:gd name="GluePoint18X" fmla="*/ 0 w 5410200"/>
              <a:gd name="GluePoint18Y" fmla="*/ 13716 h 13716"/>
              <a:gd name="GluePoint19X" fmla="*/ 0 w 5410200"/>
              <a:gd name="GluePoint19Y" fmla="*/ 0 h 1371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</a:cxnLst>
            <a:rect l="textAreaLeft" t="textAreaTop" r="textAreaRight" b="textAreaBottom"/>
            <a:pathLst>
              <a:path fill="none" w="5410200" h="13716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stroke="0" w="5410200" h="13716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1275">
            <a:solidFill>
              <a:srgbClr val="c0504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" name="Diagram2"/>
          <p:cNvGraphicFramePr/>
          <p:nvPr>
            <p:extLst>
              <p:ext uri="{D42A27DB-BD31-4B8C-83A1-F6EECF244321}">
                <p14:modId xmlns:p14="http://schemas.microsoft.com/office/powerpoint/2010/main" val="2700127744"/>
              </p:ext>
            </p:extLst>
          </p:nvPr>
        </p:nvGraphicFramePr>
        <p:xfrm>
          <a:off x="3485880" y="640800"/>
          <a:ext cx="5175000" cy="5535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" name="Rectangle 4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79160" y="457200"/>
            <a:ext cx="8181720" cy="183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57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Vor- und Nachteile</a:t>
            </a:r>
            <a:endParaRPr b="0" lang="en-US" sz="57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55880" y="2343960"/>
            <a:ext cx="3428640" cy="18000"/>
          </a:xfrm>
          <a:custGeom>
            <a:avLst/>
            <a:gdLst>
              <a:gd name="textAreaLeft" fmla="*/ 0 w 3428640"/>
              <a:gd name="textAreaRight" fmla="*/ 3429000 w 3428640"/>
              <a:gd name="textAreaTop" fmla="*/ 0 h 18000"/>
              <a:gd name="textAreaBottom" fmla="*/ 18360 h 18000"/>
              <a:gd name="GluePoint1X" fmla="*/ 0 w 3429000"/>
              <a:gd name="GluePoint1Y" fmla="*/ 0 h 18288"/>
              <a:gd name="GluePoint2X" fmla="*/ 685800 w 3429000"/>
              <a:gd name="GluePoint2Y" fmla="*/ 0 h 18288"/>
              <a:gd name="GluePoint3X" fmla="*/ 1371600 w 3429000"/>
              <a:gd name="GluePoint3Y" fmla="*/ 0 h 18288"/>
              <a:gd name="GluePoint4X" fmla="*/ 2057400 w 3429000"/>
              <a:gd name="GluePoint4Y" fmla="*/ 0 h 18288"/>
              <a:gd name="GluePoint5X" fmla="*/ 2674620 w 3429000"/>
              <a:gd name="GluePoint5Y" fmla="*/ 0 h 18288"/>
              <a:gd name="GluePoint6X" fmla="*/ 3429000 w 3429000"/>
              <a:gd name="GluePoint6Y" fmla="*/ 0 h 18288"/>
              <a:gd name="GluePoint7X" fmla="*/ 3429000 w 3429000"/>
              <a:gd name="GluePoint7Y" fmla="*/ 18288 h 18288"/>
              <a:gd name="GluePoint8X" fmla="*/ 2811780 w 3429000"/>
              <a:gd name="GluePoint8Y" fmla="*/ 18288 h 18288"/>
              <a:gd name="GluePoint9X" fmla="*/ 2228850 w 3429000"/>
              <a:gd name="GluePoint9Y" fmla="*/ 18288 h 18288"/>
              <a:gd name="GluePoint10X" fmla="*/ 1543050 w 3429000"/>
              <a:gd name="GluePoint10Y" fmla="*/ 18288 h 18288"/>
              <a:gd name="GluePoint11X" fmla="*/ 925830 w 3429000"/>
              <a:gd name="GluePoint11Y" fmla="*/ 18288 h 18288"/>
              <a:gd name="GluePoint12X" fmla="*/ 0 w 3429000"/>
              <a:gd name="GluePoint12Y" fmla="*/ 18288 h 18288"/>
              <a:gd name="GluePoint13X" fmla="*/ 0 w 3429000"/>
              <a:gd name="GluePoint13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fill="none" w="3429000" h="18288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stroke="0" w="3429000" h="18288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1275">
            <a:solidFill>
              <a:srgbClr val="c0504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06" name="Tabelle 3"/>
          <p:cNvGraphicFramePr/>
          <p:nvPr/>
        </p:nvGraphicFramePr>
        <p:xfrm>
          <a:off x="240120" y="3289680"/>
          <a:ext cx="8661240" cy="2798280"/>
        </p:xfrm>
        <a:graphic>
          <a:graphicData uri="http://schemas.openxmlformats.org/drawingml/2006/table">
            <a:tbl>
              <a:tblPr/>
              <a:tblGrid>
                <a:gridCol w="1658520"/>
                <a:gridCol w="2291400"/>
                <a:gridCol w="1843920"/>
                <a:gridCol w="2867040"/>
              </a:tblGrid>
              <a:tr h="362880">
                <a:tc>
                  <a:txBody>
                    <a:bodyPr lIns="81000" rIns="57240" tIns="59400" bIns="59400" anchor="b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de-DE" sz="1400" spc="60" strike="noStrike" u="none" cap="all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Kriterium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81000" marR="572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1000" rIns="57240" tIns="59400" bIns="59400" anchor="b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de-DE" sz="1400" spc="60" strike="noStrike" u="none" cap="all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Wasserfall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81000" marR="572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1000" rIns="57240" tIns="59400" bIns="59400" anchor="b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de-DE" sz="1400" spc="60" strike="noStrike" u="none" cap="all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Agile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81000" marR="572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1000" rIns="57240" tIns="59400" bIns="59400" anchor="b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de-DE" sz="1400" spc="60" strike="noStrike" u="none" cap="all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DevOps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81000" marR="572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lIns="81000" rIns="57240" tIns="62280" bIns="59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de-DE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Flexibilität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572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1000" rIns="57240" tIns="62280" bIns="59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de-DE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Gering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572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1000" rIns="57240" tIns="62280" bIns="59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de-DE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Hoch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572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1000" rIns="57240" tIns="62280" bIns="59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de-DE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Sehr hoch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572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lIns="81000" rIns="57240" tIns="62280" bIns="59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de-DE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Geschwindigkeit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572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81000" rIns="57240" tIns="62280" bIns="59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de-DE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Langsam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572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81000" rIns="57240" tIns="62280" bIns="59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de-DE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Schnell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572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81000" rIns="57240" tIns="62280" bIns="59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de-DE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Sehr schnell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572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</a:tr>
              <a:tr h="365760">
                <a:tc>
                  <a:txBody>
                    <a:bodyPr lIns="81000" rIns="57240" tIns="62280" bIns="59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de-DE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Zusammenarbeit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572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1000" rIns="57240" tIns="62280" bIns="59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de-DE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Gering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572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1000" rIns="57240" tIns="62280" bIns="59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de-DE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Gut im Team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572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1000" rIns="57240" tIns="62280" bIns="59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de-DE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Sehr gut teamübergreifend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572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lIns="81000" rIns="57240" tIns="62280" bIns="59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de-DE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Automatisierung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572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81000" rIns="57240" tIns="62280" bIns="59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de-DE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Kaum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572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81000" rIns="57240" tIns="62280" bIns="59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de-DE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Teilweise (Tests)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572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81000" rIns="57240" tIns="62280" bIns="59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de-DE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Vollständig (Build, Test, Deploy)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572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</a:tr>
              <a:tr h="578160">
                <a:tc>
                  <a:txBody>
                    <a:bodyPr lIns="81000" rIns="57240" tIns="62280" bIns="59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de-DE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Fokus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572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1000" rIns="57240" tIns="62280" bIns="59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de-DE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Planung und Dokumentation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572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1000" rIns="57240" tIns="62280" bIns="59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de-DE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Produkt und Feedback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572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1000" rIns="57240" tIns="62280" bIns="59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de-DE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Produkt + Betrieb + Automatisierung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572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lIns="81000" rIns="57240" tIns="62280" bIns="59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de-DE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Kultur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572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81000" rIns="57240" tIns="62280" bIns="59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de-DE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Abteilungsgetrennt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572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81000" rIns="57240" tIns="62280" bIns="59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de-DE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Teamorientiert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572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81000" rIns="57240" tIns="62280" bIns="59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de-DE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Gesamtorganisationsorientiert</a:t>
                      </a:r>
                      <a:endParaRPr b="0" lang="en-GB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000" marR="572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" dur="indefinite" restart="never" nodeType="tmRoot">
          <p:childTnLst>
            <p:seq>
              <p:cTn id="12" dur="indefinite" nodeType="mainSeq"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withEffect" fill="hold" presetClass="entr" presetID="10">
                                  <p:stCondLst>
                                    <p:cond delay="5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LibreOffice/25.2.7.2$Linux_X86_64 LibreOffice_project/520$Build-2</Application>
  <AppVersion>15.0000</AppVersion>
  <Words>222</Words>
  <Paragraphs>54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en-GB</dc:language>
  <cp:lastModifiedBy/>
  <dcterms:modified xsi:type="dcterms:W3CDTF">2025-12-07T18:41:25Z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Bildschirmpräsentation (4:3)</vt:lpwstr>
  </property>
  <property fmtid="{D5CDD505-2E9C-101B-9397-08002B2CF9AE}" pid="4" name="Slides">
    <vt:i4>5</vt:i4>
  </property>
</Properties>
</file>