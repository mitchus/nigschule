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4CD487-E1DE-4219-85C5-6C1D104108F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1EB809-B7BC-41E1-A6B1-45B270D6997F}">
      <dgm:prSet/>
      <dgm:spPr/>
      <dgm:t>
        <a:bodyPr/>
        <a:lstStyle/>
        <a:p>
          <a:r>
            <a:rPr lang="de-DE"/>
            <a:t>• Traditionell: Dev &amp; Ops getrennte Teams (Silos)</a:t>
          </a:r>
          <a:endParaRPr lang="en-US"/>
        </a:p>
      </dgm:t>
    </dgm:pt>
    <dgm:pt modelId="{E65755A5-0808-4934-A9F6-329F7B8BDD99}" type="parTrans" cxnId="{CD05BF6C-8E42-4645-81A7-09257DE174B9}">
      <dgm:prSet/>
      <dgm:spPr/>
      <dgm:t>
        <a:bodyPr/>
        <a:lstStyle/>
        <a:p>
          <a:endParaRPr lang="en-US"/>
        </a:p>
      </dgm:t>
    </dgm:pt>
    <dgm:pt modelId="{C3C92A72-2F1E-4D71-AFA4-D07302D7875F}" type="sibTrans" cxnId="{CD05BF6C-8E42-4645-81A7-09257DE174B9}">
      <dgm:prSet/>
      <dgm:spPr/>
      <dgm:t>
        <a:bodyPr/>
        <a:lstStyle/>
        <a:p>
          <a:endParaRPr lang="en-US"/>
        </a:p>
      </dgm:t>
    </dgm:pt>
    <dgm:pt modelId="{011F2F18-4C43-4E8A-8947-77398CAFA356}">
      <dgm:prSet/>
      <dgm:spPr/>
      <dgm:t>
        <a:bodyPr/>
        <a:lstStyle/>
        <a:p>
          <a:r>
            <a:rPr lang="de-DE"/>
            <a:t>• Dev will: Schnelle neue Features</a:t>
          </a:r>
          <a:endParaRPr lang="en-US"/>
        </a:p>
      </dgm:t>
    </dgm:pt>
    <dgm:pt modelId="{0262BE78-9663-4EE0-928F-148113D4304A}" type="parTrans" cxnId="{F5F8B279-2196-4289-BD1D-399CE5EF7D22}">
      <dgm:prSet/>
      <dgm:spPr/>
      <dgm:t>
        <a:bodyPr/>
        <a:lstStyle/>
        <a:p>
          <a:endParaRPr lang="en-US"/>
        </a:p>
      </dgm:t>
    </dgm:pt>
    <dgm:pt modelId="{8D2C3C36-E9A6-4664-B46C-01D640CFADA6}" type="sibTrans" cxnId="{F5F8B279-2196-4289-BD1D-399CE5EF7D22}">
      <dgm:prSet/>
      <dgm:spPr/>
      <dgm:t>
        <a:bodyPr/>
        <a:lstStyle/>
        <a:p>
          <a:endParaRPr lang="en-US"/>
        </a:p>
      </dgm:t>
    </dgm:pt>
    <dgm:pt modelId="{563678BE-2B01-43E2-83A2-E24560E7FF9F}">
      <dgm:prSet/>
      <dgm:spPr/>
      <dgm:t>
        <a:bodyPr/>
        <a:lstStyle/>
        <a:p>
          <a:r>
            <a:rPr lang="de-DE"/>
            <a:t>• Ops will: Stabile, sichere Systeme</a:t>
          </a:r>
          <a:endParaRPr lang="en-US"/>
        </a:p>
      </dgm:t>
    </dgm:pt>
    <dgm:pt modelId="{A11B9DBF-C60D-4D5A-8BBF-EB77706B99F8}" type="parTrans" cxnId="{40EBB1C9-767C-4F11-A58D-2AA4DA0BA634}">
      <dgm:prSet/>
      <dgm:spPr/>
      <dgm:t>
        <a:bodyPr/>
        <a:lstStyle/>
        <a:p>
          <a:endParaRPr lang="en-US"/>
        </a:p>
      </dgm:t>
    </dgm:pt>
    <dgm:pt modelId="{ED6690B8-AA21-4A23-B070-EB9243D31FE8}" type="sibTrans" cxnId="{40EBB1C9-767C-4F11-A58D-2AA4DA0BA634}">
      <dgm:prSet/>
      <dgm:spPr/>
      <dgm:t>
        <a:bodyPr/>
        <a:lstStyle/>
        <a:p>
          <a:endParaRPr lang="en-US"/>
        </a:p>
      </dgm:t>
    </dgm:pt>
    <dgm:pt modelId="{454F7507-B414-40C4-A00F-48040F655B07}">
      <dgm:prSet/>
      <dgm:spPr/>
      <dgm:t>
        <a:bodyPr/>
        <a:lstStyle/>
        <a:p>
          <a:r>
            <a:rPr lang="de-DE"/>
            <a:t>• Konflikt: "Works on my machine" vs. Production</a:t>
          </a:r>
          <a:endParaRPr lang="en-US"/>
        </a:p>
      </dgm:t>
    </dgm:pt>
    <dgm:pt modelId="{D7420E5E-9A25-421A-A1A9-9A6BDACA9E78}" type="parTrans" cxnId="{94285E04-F939-4BFF-876C-0D9BF16BB77E}">
      <dgm:prSet/>
      <dgm:spPr/>
      <dgm:t>
        <a:bodyPr/>
        <a:lstStyle/>
        <a:p>
          <a:endParaRPr lang="en-US"/>
        </a:p>
      </dgm:t>
    </dgm:pt>
    <dgm:pt modelId="{1B8E07FF-2D52-4738-8C39-8111BD32621F}" type="sibTrans" cxnId="{94285E04-F939-4BFF-876C-0D9BF16BB77E}">
      <dgm:prSet/>
      <dgm:spPr/>
      <dgm:t>
        <a:bodyPr/>
        <a:lstStyle/>
        <a:p>
          <a:endParaRPr lang="en-US"/>
        </a:p>
      </dgm:t>
    </dgm:pt>
    <dgm:pt modelId="{E8D9E42D-2081-4F31-B4FC-CD1804F51FAD}">
      <dgm:prSet/>
      <dgm:spPr/>
      <dgm:t>
        <a:bodyPr/>
        <a:lstStyle/>
        <a:p>
          <a:r>
            <a:rPr lang="de-DE"/>
            <a:t>• Lange Release-Zyklen (Monate/Jahre)</a:t>
          </a:r>
          <a:endParaRPr lang="en-US"/>
        </a:p>
      </dgm:t>
    </dgm:pt>
    <dgm:pt modelId="{B9C0EE17-39B2-4406-AC01-F325E250539E}" type="parTrans" cxnId="{4730EF48-790C-4589-B6CA-CD7D748618E1}">
      <dgm:prSet/>
      <dgm:spPr/>
      <dgm:t>
        <a:bodyPr/>
        <a:lstStyle/>
        <a:p>
          <a:endParaRPr lang="en-US"/>
        </a:p>
      </dgm:t>
    </dgm:pt>
    <dgm:pt modelId="{37AE840F-EC65-4E78-AC75-3267B27DCEC6}" type="sibTrans" cxnId="{4730EF48-790C-4589-B6CA-CD7D748618E1}">
      <dgm:prSet/>
      <dgm:spPr/>
      <dgm:t>
        <a:bodyPr/>
        <a:lstStyle/>
        <a:p>
          <a:endParaRPr lang="en-US"/>
        </a:p>
      </dgm:t>
    </dgm:pt>
    <dgm:pt modelId="{17EE1C3B-9151-4732-835A-34540AB17FD7}">
      <dgm:prSet/>
      <dgm:spPr/>
      <dgm:t>
        <a:bodyPr/>
        <a:lstStyle/>
        <a:p>
          <a:r>
            <a:rPr lang="de-DE"/>
            <a:t>• Manuelle Deployments → Fehleranfällig</a:t>
          </a:r>
          <a:endParaRPr lang="en-US"/>
        </a:p>
      </dgm:t>
    </dgm:pt>
    <dgm:pt modelId="{7283D6AE-9646-4F76-8021-D161708CD027}" type="parTrans" cxnId="{27C81580-EE80-4DEB-A77B-0C17BE94DEA3}">
      <dgm:prSet/>
      <dgm:spPr/>
      <dgm:t>
        <a:bodyPr/>
        <a:lstStyle/>
        <a:p>
          <a:endParaRPr lang="en-US"/>
        </a:p>
      </dgm:t>
    </dgm:pt>
    <dgm:pt modelId="{934497D6-3C54-423B-B031-0F4BD95C22A4}" type="sibTrans" cxnId="{27C81580-EE80-4DEB-A77B-0C17BE94DEA3}">
      <dgm:prSet/>
      <dgm:spPr/>
      <dgm:t>
        <a:bodyPr/>
        <a:lstStyle/>
        <a:p>
          <a:endParaRPr lang="en-US"/>
        </a:p>
      </dgm:t>
    </dgm:pt>
    <dgm:pt modelId="{60EBBC2F-7B78-4AD8-8DD4-B340D0F87C6B}">
      <dgm:prSet/>
      <dgm:spPr/>
      <dgm:t>
        <a:bodyPr/>
        <a:lstStyle/>
        <a:p>
          <a:r>
            <a:rPr lang="de-DE"/>
            <a:t>• Entstehung: ~2008-2009 (Begriff von Patrick Debois)</a:t>
          </a:r>
          <a:endParaRPr lang="en-US"/>
        </a:p>
      </dgm:t>
    </dgm:pt>
    <dgm:pt modelId="{79C3CD09-99F2-4DB5-8CCE-F47DF07B821A}" type="parTrans" cxnId="{BDFF4E22-EE39-4A97-93C1-A7C1F9E19A1D}">
      <dgm:prSet/>
      <dgm:spPr/>
      <dgm:t>
        <a:bodyPr/>
        <a:lstStyle/>
        <a:p>
          <a:endParaRPr lang="en-US"/>
        </a:p>
      </dgm:t>
    </dgm:pt>
    <dgm:pt modelId="{DF3AC9FF-AEAC-4735-BBDD-9CD2EB103644}" type="sibTrans" cxnId="{BDFF4E22-EE39-4A97-93C1-A7C1F9E19A1D}">
      <dgm:prSet/>
      <dgm:spPr/>
      <dgm:t>
        <a:bodyPr/>
        <a:lstStyle/>
        <a:p>
          <a:endParaRPr lang="en-US"/>
        </a:p>
      </dgm:t>
    </dgm:pt>
    <dgm:pt modelId="{5C71C36E-5E5C-4DA5-AC08-C6771E70E7F8}" type="pres">
      <dgm:prSet presAssocID="{444CD487-E1DE-4219-85C5-6C1D104108FE}" presName="vert0" presStyleCnt="0">
        <dgm:presLayoutVars>
          <dgm:dir/>
          <dgm:animOne val="branch"/>
          <dgm:animLvl val="lvl"/>
        </dgm:presLayoutVars>
      </dgm:prSet>
      <dgm:spPr/>
    </dgm:pt>
    <dgm:pt modelId="{24DC2014-8F02-499A-B9F3-8C4A1A6654A8}" type="pres">
      <dgm:prSet presAssocID="{471EB809-B7BC-41E1-A6B1-45B270D6997F}" presName="thickLine" presStyleLbl="alignNode1" presStyleIdx="0" presStyleCnt="7"/>
      <dgm:spPr/>
    </dgm:pt>
    <dgm:pt modelId="{302610D5-EEF4-4757-8A56-DD6B1D569DCB}" type="pres">
      <dgm:prSet presAssocID="{471EB809-B7BC-41E1-A6B1-45B270D6997F}" presName="horz1" presStyleCnt="0"/>
      <dgm:spPr/>
    </dgm:pt>
    <dgm:pt modelId="{33E73BAD-CFEE-4169-BF0A-BA7D2EB4CE2A}" type="pres">
      <dgm:prSet presAssocID="{471EB809-B7BC-41E1-A6B1-45B270D6997F}" presName="tx1" presStyleLbl="revTx" presStyleIdx="0" presStyleCnt="7"/>
      <dgm:spPr/>
    </dgm:pt>
    <dgm:pt modelId="{A549FE95-B57A-4ABF-A61E-72603ABA2ABB}" type="pres">
      <dgm:prSet presAssocID="{471EB809-B7BC-41E1-A6B1-45B270D6997F}" presName="vert1" presStyleCnt="0"/>
      <dgm:spPr/>
    </dgm:pt>
    <dgm:pt modelId="{A5805856-C0B7-4CAF-B418-EFB744AD6AA2}" type="pres">
      <dgm:prSet presAssocID="{011F2F18-4C43-4E8A-8947-77398CAFA356}" presName="thickLine" presStyleLbl="alignNode1" presStyleIdx="1" presStyleCnt="7"/>
      <dgm:spPr/>
    </dgm:pt>
    <dgm:pt modelId="{7A045E72-24A9-4F48-B579-27500DC18D79}" type="pres">
      <dgm:prSet presAssocID="{011F2F18-4C43-4E8A-8947-77398CAFA356}" presName="horz1" presStyleCnt="0"/>
      <dgm:spPr/>
    </dgm:pt>
    <dgm:pt modelId="{EE15AF14-7E14-4F57-8010-B63DB19623B1}" type="pres">
      <dgm:prSet presAssocID="{011F2F18-4C43-4E8A-8947-77398CAFA356}" presName="tx1" presStyleLbl="revTx" presStyleIdx="1" presStyleCnt="7"/>
      <dgm:spPr/>
    </dgm:pt>
    <dgm:pt modelId="{F47AA6AB-81A1-422D-A739-718BC75BC5F1}" type="pres">
      <dgm:prSet presAssocID="{011F2F18-4C43-4E8A-8947-77398CAFA356}" presName="vert1" presStyleCnt="0"/>
      <dgm:spPr/>
    </dgm:pt>
    <dgm:pt modelId="{EE9FE28D-C4F9-4552-88F3-F5270B7F5EA0}" type="pres">
      <dgm:prSet presAssocID="{563678BE-2B01-43E2-83A2-E24560E7FF9F}" presName="thickLine" presStyleLbl="alignNode1" presStyleIdx="2" presStyleCnt="7"/>
      <dgm:spPr/>
    </dgm:pt>
    <dgm:pt modelId="{57160628-B6EE-4CEF-BD87-0C29E8D5474F}" type="pres">
      <dgm:prSet presAssocID="{563678BE-2B01-43E2-83A2-E24560E7FF9F}" presName="horz1" presStyleCnt="0"/>
      <dgm:spPr/>
    </dgm:pt>
    <dgm:pt modelId="{3D93E352-8F47-4094-AACF-43820D652330}" type="pres">
      <dgm:prSet presAssocID="{563678BE-2B01-43E2-83A2-E24560E7FF9F}" presName="tx1" presStyleLbl="revTx" presStyleIdx="2" presStyleCnt="7"/>
      <dgm:spPr/>
    </dgm:pt>
    <dgm:pt modelId="{697FAC22-1013-4A18-AA39-B07497085BAD}" type="pres">
      <dgm:prSet presAssocID="{563678BE-2B01-43E2-83A2-E24560E7FF9F}" presName="vert1" presStyleCnt="0"/>
      <dgm:spPr/>
    </dgm:pt>
    <dgm:pt modelId="{A77827CD-46FA-47C2-B802-90E879587F8B}" type="pres">
      <dgm:prSet presAssocID="{454F7507-B414-40C4-A00F-48040F655B07}" presName="thickLine" presStyleLbl="alignNode1" presStyleIdx="3" presStyleCnt="7"/>
      <dgm:spPr/>
    </dgm:pt>
    <dgm:pt modelId="{C4EE1684-917B-4C4A-93A0-E328C446944A}" type="pres">
      <dgm:prSet presAssocID="{454F7507-B414-40C4-A00F-48040F655B07}" presName="horz1" presStyleCnt="0"/>
      <dgm:spPr/>
    </dgm:pt>
    <dgm:pt modelId="{66FC2D55-ACAD-4B08-B409-B75863164E7C}" type="pres">
      <dgm:prSet presAssocID="{454F7507-B414-40C4-A00F-48040F655B07}" presName="tx1" presStyleLbl="revTx" presStyleIdx="3" presStyleCnt="7"/>
      <dgm:spPr/>
    </dgm:pt>
    <dgm:pt modelId="{20B02CA9-8A68-4A6B-8B59-791928ECCA77}" type="pres">
      <dgm:prSet presAssocID="{454F7507-B414-40C4-A00F-48040F655B07}" presName="vert1" presStyleCnt="0"/>
      <dgm:spPr/>
    </dgm:pt>
    <dgm:pt modelId="{D09C9A31-71DE-4C66-A8C8-DFF731799C17}" type="pres">
      <dgm:prSet presAssocID="{E8D9E42D-2081-4F31-B4FC-CD1804F51FAD}" presName="thickLine" presStyleLbl="alignNode1" presStyleIdx="4" presStyleCnt="7"/>
      <dgm:spPr/>
    </dgm:pt>
    <dgm:pt modelId="{1A4C37A1-17EA-4C21-B2C3-B64608F35F43}" type="pres">
      <dgm:prSet presAssocID="{E8D9E42D-2081-4F31-B4FC-CD1804F51FAD}" presName="horz1" presStyleCnt="0"/>
      <dgm:spPr/>
    </dgm:pt>
    <dgm:pt modelId="{87FDD8D3-CF53-455F-8C42-AEE43382A648}" type="pres">
      <dgm:prSet presAssocID="{E8D9E42D-2081-4F31-B4FC-CD1804F51FAD}" presName="tx1" presStyleLbl="revTx" presStyleIdx="4" presStyleCnt="7"/>
      <dgm:spPr/>
    </dgm:pt>
    <dgm:pt modelId="{DDEC0F83-BC15-4299-BFF8-536678A7B0B3}" type="pres">
      <dgm:prSet presAssocID="{E8D9E42D-2081-4F31-B4FC-CD1804F51FAD}" presName="vert1" presStyleCnt="0"/>
      <dgm:spPr/>
    </dgm:pt>
    <dgm:pt modelId="{B5B961CD-6458-4081-8FBC-C44C2EB505D3}" type="pres">
      <dgm:prSet presAssocID="{17EE1C3B-9151-4732-835A-34540AB17FD7}" presName="thickLine" presStyleLbl="alignNode1" presStyleIdx="5" presStyleCnt="7"/>
      <dgm:spPr/>
    </dgm:pt>
    <dgm:pt modelId="{997F0AA5-C671-4720-AD81-331FF21BD9F7}" type="pres">
      <dgm:prSet presAssocID="{17EE1C3B-9151-4732-835A-34540AB17FD7}" presName="horz1" presStyleCnt="0"/>
      <dgm:spPr/>
    </dgm:pt>
    <dgm:pt modelId="{4FEA457F-DF17-43D6-99E8-2ACD3882E368}" type="pres">
      <dgm:prSet presAssocID="{17EE1C3B-9151-4732-835A-34540AB17FD7}" presName="tx1" presStyleLbl="revTx" presStyleIdx="5" presStyleCnt="7"/>
      <dgm:spPr/>
    </dgm:pt>
    <dgm:pt modelId="{37549B99-4365-44A4-93E0-A7D7ECA674FA}" type="pres">
      <dgm:prSet presAssocID="{17EE1C3B-9151-4732-835A-34540AB17FD7}" presName="vert1" presStyleCnt="0"/>
      <dgm:spPr/>
    </dgm:pt>
    <dgm:pt modelId="{2B32AE5F-71E7-43A9-A735-A6728C005A12}" type="pres">
      <dgm:prSet presAssocID="{60EBBC2F-7B78-4AD8-8DD4-B340D0F87C6B}" presName="thickLine" presStyleLbl="alignNode1" presStyleIdx="6" presStyleCnt="7"/>
      <dgm:spPr/>
    </dgm:pt>
    <dgm:pt modelId="{35110FD7-0B77-44FF-880D-6E8CEAA03DFC}" type="pres">
      <dgm:prSet presAssocID="{60EBBC2F-7B78-4AD8-8DD4-B340D0F87C6B}" presName="horz1" presStyleCnt="0"/>
      <dgm:spPr/>
    </dgm:pt>
    <dgm:pt modelId="{D81D6FCA-706F-4247-8DAE-D48BE6658968}" type="pres">
      <dgm:prSet presAssocID="{60EBBC2F-7B78-4AD8-8DD4-B340D0F87C6B}" presName="tx1" presStyleLbl="revTx" presStyleIdx="6" presStyleCnt="7"/>
      <dgm:spPr/>
    </dgm:pt>
    <dgm:pt modelId="{A64CDDD8-F114-4F64-9538-2BC5B05B6E57}" type="pres">
      <dgm:prSet presAssocID="{60EBBC2F-7B78-4AD8-8DD4-B340D0F87C6B}" presName="vert1" presStyleCnt="0"/>
      <dgm:spPr/>
    </dgm:pt>
  </dgm:ptLst>
  <dgm:cxnLst>
    <dgm:cxn modelId="{94285E04-F939-4BFF-876C-0D9BF16BB77E}" srcId="{444CD487-E1DE-4219-85C5-6C1D104108FE}" destId="{454F7507-B414-40C4-A00F-48040F655B07}" srcOrd="3" destOrd="0" parTransId="{D7420E5E-9A25-421A-A1A9-9A6BDACA9E78}" sibTransId="{1B8E07FF-2D52-4738-8C39-8111BD32621F}"/>
    <dgm:cxn modelId="{BDFF4E22-EE39-4A97-93C1-A7C1F9E19A1D}" srcId="{444CD487-E1DE-4219-85C5-6C1D104108FE}" destId="{60EBBC2F-7B78-4AD8-8DD4-B340D0F87C6B}" srcOrd="6" destOrd="0" parTransId="{79C3CD09-99F2-4DB5-8CCE-F47DF07B821A}" sibTransId="{DF3AC9FF-AEAC-4735-BBDD-9CD2EB103644}"/>
    <dgm:cxn modelId="{6AA5ED28-CCCA-4806-AC74-9A8B4196D672}" type="presOf" srcId="{454F7507-B414-40C4-A00F-48040F655B07}" destId="{66FC2D55-ACAD-4B08-B409-B75863164E7C}" srcOrd="0" destOrd="0" presId="urn:microsoft.com/office/officeart/2008/layout/LinedList"/>
    <dgm:cxn modelId="{E9EA2761-C63D-4F70-B4E3-641C5649DD22}" type="presOf" srcId="{471EB809-B7BC-41E1-A6B1-45B270D6997F}" destId="{33E73BAD-CFEE-4169-BF0A-BA7D2EB4CE2A}" srcOrd="0" destOrd="0" presId="urn:microsoft.com/office/officeart/2008/layout/LinedList"/>
    <dgm:cxn modelId="{8F936846-50AD-4CB9-9587-E80CBA9FAA42}" type="presOf" srcId="{563678BE-2B01-43E2-83A2-E24560E7FF9F}" destId="{3D93E352-8F47-4094-AACF-43820D652330}" srcOrd="0" destOrd="0" presId="urn:microsoft.com/office/officeart/2008/layout/LinedList"/>
    <dgm:cxn modelId="{E2950247-594E-4C94-BAD4-D1F63D9047A1}" type="presOf" srcId="{60EBBC2F-7B78-4AD8-8DD4-B340D0F87C6B}" destId="{D81D6FCA-706F-4247-8DAE-D48BE6658968}" srcOrd="0" destOrd="0" presId="urn:microsoft.com/office/officeart/2008/layout/LinedList"/>
    <dgm:cxn modelId="{4730EF48-790C-4589-B6CA-CD7D748618E1}" srcId="{444CD487-E1DE-4219-85C5-6C1D104108FE}" destId="{E8D9E42D-2081-4F31-B4FC-CD1804F51FAD}" srcOrd="4" destOrd="0" parTransId="{B9C0EE17-39B2-4406-AC01-F325E250539E}" sibTransId="{37AE840F-EC65-4E78-AC75-3267B27DCEC6}"/>
    <dgm:cxn modelId="{CD05BF6C-8E42-4645-81A7-09257DE174B9}" srcId="{444CD487-E1DE-4219-85C5-6C1D104108FE}" destId="{471EB809-B7BC-41E1-A6B1-45B270D6997F}" srcOrd="0" destOrd="0" parTransId="{E65755A5-0808-4934-A9F6-329F7B8BDD99}" sibTransId="{C3C92A72-2F1E-4D71-AFA4-D07302D7875F}"/>
    <dgm:cxn modelId="{2B7B4773-C5DC-463D-B01D-215AA42643CE}" type="presOf" srcId="{E8D9E42D-2081-4F31-B4FC-CD1804F51FAD}" destId="{87FDD8D3-CF53-455F-8C42-AEE43382A648}" srcOrd="0" destOrd="0" presId="urn:microsoft.com/office/officeart/2008/layout/LinedList"/>
    <dgm:cxn modelId="{F5F8B279-2196-4289-BD1D-399CE5EF7D22}" srcId="{444CD487-E1DE-4219-85C5-6C1D104108FE}" destId="{011F2F18-4C43-4E8A-8947-77398CAFA356}" srcOrd="1" destOrd="0" parTransId="{0262BE78-9663-4EE0-928F-148113D4304A}" sibTransId="{8D2C3C36-E9A6-4664-B46C-01D640CFADA6}"/>
    <dgm:cxn modelId="{BA57367D-243D-48D7-8902-09FD0E6A3061}" type="presOf" srcId="{17EE1C3B-9151-4732-835A-34540AB17FD7}" destId="{4FEA457F-DF17-43D6-99E8-2ACD3882E368}" srcOrd="0" destOrd="0" presId="urn:microsoft.com/office/officeart/2008/layout/LinedList"/>
    <dgm:cxn modelId="{27C81580-EE80-4DEB-A77B-0C17BE94DEA3}" srcId="{444CD487-E1DE-4219-85C5-6C1D104108FE}" destId="{17EE1C3B-9151-4732-835A-34540AB17FD7}" srcOrd="5" destOrd="0" parTransId="{7283D6AE-9646-4F76-8021-D161708CD027}" sibTransId="{934497D6-3C54-423B-B031-0F4BD95C22A4}"/>
    <dgm:cxn modelId="{9EDCB39D-7714-44C6-944F-C7E232819386}" type="presOf" srcId="{011F2F18-4C43-4E8A-8947-77398CAFA356}" destId="{EE15AF14-7E14-4F57-8010-B63DB19623B1}" srcOrd="0" destOrd="0" presId="urn:microsoft.com/office/officeart/2008/layout/LinedList"/>
    <dgm:cxn modelId="{40EBB1C9-767C-4F11-A58D-2AA4DA0BA634}" srcId="{444CD487-E1DE-4219-85C5-6C1D104108FE}" destId="{563678BE-2B01-43E2-83A2-E24560E7FF9F}" srcOrd="2" destOrd="0" parTransId="{A11B9DBF-C60D-4D5A-8BBF-EB77706B99F8}" sibTransId="{ED6690B8-AA21-4A23-B070-EB9243D31FE8}"/>
    <dgm:cxn modelId="{57EB7BD4-C6D3-4F9D-9DBE-BA94A4DA9F54}" type="presOf" srcId="{444CD487-E1DE-4219-85C5-6C1D104108FE}" destId="{5C71C36E-5E5C-4DA5-AC08-C6771E70E7F8}" srcOrd="0" destOrd="0" presId="urn:microsoft.com/office/officeart/2008/layout/LinedList"/>
    <dgm:cxn modelId="{C21C35C6-E727-4967-9627-9C79BB26309B}" type="presParOf" srcId="{5C71C36E-5E5C-4DA5-AC08-C6771E70E7F8}" destId="{24DC2014-8F02-499A-B9F3-8C4A1A6654A8}" srcOrd="0" destOrd="0" presId="urn:microsoft.com/office/officeart/2008/layout/LinedList"/>
    <dgm:cxn modelId="{A89D904B-5B22-4601-B972-66E3A12E5EE9}" type="presParOf" srcId="{5C71C36E-5E5C-4DA5-AC08-C6771E70E7F8}" destId="{302610D5-EEF4-4757-8A56-DD6B1D569DCB}" srcOrd="1" destOrd="0" presId="urn:microsoft.com/office/officeart/2008/layout/LinedList"/>
    <dgm:cxn modelId="{C543D57E-DBF5-44A1-BE6E-05CF3A2CD6D0}" type="presParOf" srcId="{302610D5-EEF4-4757-8A56-DD6B1D569DCB}" destId="{33E73BAD-CFEE-4169-BF0A-BA7D2EB4CE2A}" srcOrd="0" destOrd="0" presId="urn:microsoft.com/office/officeart/2008/layout/LinedList"/>
    <dgm:cxn modelId="{1A2C4ADE-7DAB-4474-9D30-39FA9FFE1E26}" type="presParOf" srcId="{302610D5-EEF4-4757-8A56-DD6B1D569DCB}" destId="{A549FE95-B57A-4ABF-A61E-72603ABA2ABB}" srcOrd="1" destOrd="0" presId="urn:microsoft.com/office/officeart/2008/layout/LinedList"/>
    <dgm:cxn modelId="{3A5D2EEC-CD5E-44B3-8918-8D8CD5820553}" type="presParOf" srcId="{5C71C36E-5E5C-4DA5-AC08-C6771E70E7F8}" destId="{A5805856-C0B7-4CAF-B418-EFB744AD6AA2}" srcOrd="2" destOrd="0" presId="urn:microsoft.com/office/officeart/2008/layout/LinedList"/>
    <dgm:cxn modelId="{9589F4AD-03C4-4BBF-8D23-CFDCA7AAACBC}" type="presParOf" srcId="{5C71C36E-5E5C-4DA5-AC08-C6771E70E7F8}" destId="{7A045E72-24A9-4F48-B579-27500DC18D79}" srcOrd="3" destOrd="0" presId="urn:microsoft.com/office/officeart/2008/layout/LinedList"/>
    <dgm:cxn modelId="{2A2FBC8A-F130-4DBE-9A8E-B8C1EC6D3A44}" type="presParOf" srcId="{7A045E72-24A9-4F48-B579-27500DC18D79}" destId="{EE15AF14-7E14-4F57-8010-B63DB19623B1}" srcOrd="0" destOrd="0" presId="urn:microsoft.com/office/officeart/2008/layout/LinedList"/>
    <dgm:cxn modelId="{BE857771-F089-4870-885B-582D81D82D9B}" type="presParOf" srcId="{7A045E72-24A9-4F48-B579-27500DC18D79}" destId="{F47AA6AB-81A1-422D-A739-718BC75BC5F1}" srcOrd="1" destOrd="0" presId="urn:microsoft.com/office/officeart/2008/layout/LinedList"/>
    <dgm:cxn modelId="{7A8FD55E-0307-4BC3-BD11-466B5357F4AA}" type="presParOf" srcId="{5C71C36E-5E5C-4DA5-AC08-C6771E70E7F8}" destId="{EE9FE28D-C4F9-4552-88F3-F5270B7F5EA0}" srcOrd="4" destOrd="0" presId="urn:microsoft.com/office/officeart/2008/layout/LinedList"/>
    <dgm:cxn modelId="{7F4626B5-89B8-4CC0-B00C-4E729DF86A12}" type="presParOf" srcId="{5C71C36E-5E5C-4DA5-AC08-C6771E70E7F8}" destId="{57160628-B6EE-4CEF-BD87-0C29E8D5474F}" srcOrd="5" destOrd="0" presId="urn:microsoft.com/office/officeart/2008/layout/LinedList"/>
    <dgm:cxn modelId="{EB802A10-A68A-4D83-A9B2-02B624B70156}" type="presParOf" srcId="{57160628-B6EE-4CEF-BD87-0C29E8D5474F}" destId="{3D93E352-8F47-4094-AACF-43820D652330}" srcOrd="0" destOrd="0" presId="urn:microsoft.com/office/officeart/2008/layout/LinedList"/>
    <dgm:cxn modelId="{665049C5-0A77-456A-A3DC-1D7E12E34DF6}" type="presParOf" srcId="{57160628-B6EE-4CEF-BD87-0C29E8D5474F}" destId="{697FAC22-1013-4A18-AA39-B07497085BAD}" srcOrd="1" destOrd="0" presId="urn:microsoft.com/office/officeart/2008/layout/LinedList"/>
    <dgm:cxn modelId="{04B4DA27-709E-4D92-B360-2E4D67F19317}" type="presParOf" srcId="{5C71C36E-5E5C-4DA5-AC08-C6771E70E7F8}" destId="{A77827CD-46FA-47C2-B802-90E879587F8B}" srcOrd="6" destOrd="0" presId="urn:microsoft.com/office/officeart/2008/layout/LinedList"/>
    <dgm:cxn modelId="{2B9CE4B5-28EC-47BF-9EC9-0A6A4CC6078A}" type="presParOf" srcId="{5C71C36E-5E5C-4DA5-AC08-C6771E70E7F8}" destId="{C4EE1684-917B-4C4A-93A0-E328C446944A}" srcOrd="7" destOrd="0" presId="urn:microsoft.com/office/officeart/2008/layout/LinedList"/>
    <dgm:cxn modelId="{264B1CB7-084C-4F57-A5C0-F14228346099}" type="presParOf" srcId="{C4EE1684-917B-4C4A-93A0-E328C446944A}" destId="{66FC2D55-ACAD-4B08-B409-B75863164E7C}" srcOrd="0" destOrd="0" presId="urn:microsoft.com/office/officeart/2008/layout/LinedList"/>
    <dgm:cxn modelId="{C31C1185-398F-4A28-A7D4-E57138670784}" type="presParOf" srcId="{C4EE1684-917B-4C4A-93A0-E328C446944A}" destId="{20B02CA9-8A68-4A6B-8B59-791928ECCA77}" srcOrd="1" destOrd="0" presId="urn:microsoft.com/office/officeart/2008/layout/LinedList"/>
    <dgm:cxn modelId="{C604D32A-B4D1-4EC9-BE4B-C313604CF6EE}" type="presParOf" srcId="{5C71C36E-5E5C-4DA5-AC08-C6771E70E7F8}" destId="{D09C9A31-71DE-4C66-A8C8-DFF731799C17}" srcOrd="8" destOrd="0" presId="urn:microsoft.com/office/officeart/2008/layout/LinedList"/>
    <dgm:cxn modelId="{B9BD3129-6F39-4F30-AFCF-40474AF49898}" type="presParOf" srcId="{5C71C36E-5E5C-4DA5-AC08-C6771E70E7F8}" destId="{1A4C37A1-17EA-4C21-B2C3-B64608F35F43}" srcOrd="9" destOrd="0" presId="urn:microsoft.com/office/officeart/2008/layout/LinedList"/>
    <dgm:cxn modelId="{85A5FAEC-59D4-48C9-BE3C-D915C2D09C27}" type="presParOf" srcId="{1A4C37A1-17EA-4C21-B2C3-B64608F35F43}" destId="{87FDD8D3-CF53-455F-8C42-AEE43382A648}" srcOrd="0" destOrd="0" presId="urn:microsoft.com/office/officeart/2008/layout/LinedList"/>
    <dgm:cxn modelId="{5F1C95C8-F55F-4C6A-9827-EB0AA865D33C}" type="presParOf" srcId="{1A4C37A1-17EA-4C21-B2C3-B64608F35F43}" destId="{DDEC0F83-BC15-4299-BFF8-536678A7B0B3}" srcOrd="1" destOrd="0" presId="urn:microsoft.com/office/officeart/2008/layout/LinedList"/>
    <dgm:cxn modelId="{C12D93FA-4A41-4007-BB85-23CCDAB2048E}" type="presParOf" srcId="{5C71C36E-5E5C-4DA5-AC08-C6771E70E7F8}" destId="{B5B961CD-6458-4081-8FBC-C44C2EB505D3}" srcOrd="10" destOrd="0" presId="urn:microsoft.com/office/officeart/2008/layout/LinedList"/>
    <dgm:cxn modelId="{A4FD5858-16ED-40D5-B52D-65044E3F8533}" type="presParOf" srcId="{5C71C36E-5E5C-4DA5-AC08-C6771E70E7F8}" destId="{997F0AA5-C671-4720-AD81-331FF21BD9F7}" srcOrd="11" destOrd="0" presId="urn:microsoft.com/office/officeart/2008/layout/LinedList"/>
    <dgm:cxn modelId="{19F066E8-4A49-4038-8F3D-89E3D1C5689C}" type="presParOf" srcId="{997F0AA5-C671-4720-AD81-331FF21BD9F7}" destId="{4FEA457F-DF17-43D6-99E8-2ACD3882E368}" srcOrd="0" destOrd="0" presId="urn:microsoft.com/office/officeart/2008/layout/LinedList"/>
    <dgm:cxn modelId="{A1959639-3438-4D8A-94EC-E069D801469C}" type="presParOf" srcId="{997F0AA5-C671-4720-AD81-331FF21BD9F7}" destId="{37549B99-4365-44A4-93E0-A7D7ECA674FA}" srcOrd="1" destOrd="0" presId="urn:microsoft.com/office/officeart/2008/layout/LinedList"/>
    <dgm:cxn modelId="{A3299E24-62C8-449E-A072-EF20245DD67F}" type="presParOf" srcId="{5C71C36E-5E5C-4DA5-AC08-C6771E70E7F8}" destId="{2B32AE5F-71E7-43A9-A735-A6728C005A12}" srcOrd="12" destOrd="0" presId="urn:microsoft.com/office/officeart/2008/layout/LinedList"/>
    <dgm:cxn modelId="{46CD09F5-C5DD-445F-A998-DB0B804276E5}" type="presParOf" srcId="{5C71C36E-5E5C-4DA5-AC08-C6771E70E7F8}" destId="{35110FD7-0B77-44FF-880D-6E8CEAA03DFC}" srcOrd="13" destOrd="0" presId="urn:microsoft.com/office/officeart/2008/layout/LinedList"/>
    <dgm:cxn modelId="{F59602D9-5A6B-4672-8B7F-B1B44A6A73D7}" type="presParOf" srcId="{35110FD7-0B77-44FF-880D-6E8CEAA03DFC}" destId="{D81D6FCA-706F-4247-8DAE-D48BE6658968}" srcOrd="0" destOrd="0" presId="urn:microsoft.com/office/officeart/2008/layout/LinedList"/>
    <dgm:cxn modelId="{747A6631-DE99-4F87-B292-7DF428AED098}" type="presParOf" srcId="{35110FD7-0B77-44FF-880D-6E8CEAA03DFC}" destId="{A64CDDD8-F114-4F64-9538-2BC5B05B6E5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EAACF6-914D-4D00-AB6D-FF2026F906D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AE6C45-3B63-409D-8946-CCEF718BE5CA}">
      <dgm:prSet/>
      <dgm:spPr/>
      <dgm:t>
        <a:bodyPr/>
        <a:lstStyle/>
        <a:p>
          <a:r>
            <a:rPr lang="de-DE"/>
            <a:t>• Development + Operations vereint</a:t>
          </a:r>
          <a:endParaRPr lang="en-US"/>
        </a:p>
      </dgm:t>
    </dgm:pt>
    <dgm:pt modelId="{851AF80C-6E83-4F34-9FBF-5B8BB561AB9D}" type="parTrans" cxnId="{C7ABF83B-62D4-4C16-A356-CDE8FE04C571}">
      <dgm:prSet/>
      <dgm:spPr/>
      <dgm:t>
        <a:bodyPr/>
        <a:lstStyle/>
        <a:p>
          <a:endParaRPr lang="en-US"/>
        </a:p>
      </dgm:t>
    </dgm:pt>
    <dgm:pt modelId="{92804014-CE2E-4587-8980-B0BC2F3053CE}" type="sibTrans" cxnId="{C7ABF83B-62D4-4C16-A356-CDE8FE04C571}">
      <dgm:prSet/>
      <dgm:spPr/>
      <dgm:t>
        <a:bodyPr/>
        <a:lstStyle/>
        <a:p>
          <a:endParaRPr lang="en-US"/>
        </a:p>
      </dgm:t>
    </dgm:pt>
    <dgm:pt modelId="{8B94B9A0-BC68-4F7A-8D9F-6F5BA51E8B3D}">
      <dgm:prSet/>
      <dgm:spPr/>
      <dgm:t>
        <a:bodyPr/>
        <a:lstStyle/>
        <a:p>
          <a:r>
            <a:rPr lang="de-DE"/>
            <a:t>• Kulturwandel + Methoden + Tools</a:t>
          </a:r>
          <a:endParaRPr lang="en-US"/>
        </a:p>
      </dgm:t>
    </dgm:pt>
    <dgm:pt modelId="{B40D81C1-2EA8-461A-B486-565C78266B08}" type="parTrans" cxnId="{73F1C1B8-D852-485B-9A85-B894BC7B0F3A}">
      <dgm:prSet/>
      <dgm:spPr/>
      <dgm:t>
        <a:bodyPr/>
        <a:lstStyle/>
        <a:p>
          <a:endParaRPr lang="en-US"/>
        </a:p>
      </dgm:t>
    </dgm:pt>
    <dgm:pt modelId="{65FA63E9-EF3B-4927-A930-A58AD2FD5EF3}" type="sibTrans" cxnId="{73F1C1B8-D852-485B-9A85-B894BC7B0F3A}">
      <dgm:prSet/>
      <dgm:spPr/>
      <dgm:t>
        <a:bodyPr/>
        <a:lstStyle/>
        <a:p>
          <a:endParaRPr lang="en-US"/>
        </a:p>
      </dgm:t>
    </dgm:pt>
    <dgm:pt modelId="{FAE65C0E-B8FD-48A9-82E5-4BF411FECBDC}">
      <dgm:prSet/>
      <dgm:spPr/>
      <dgm:t>
        <a:bodyPr/>
        <a:lstStyle/>
        <a:p>
          <a:r>
            <a:rPr lang="de-DE"/>
            <a:t>• Ziel: Schneller von Code → Production</a:t>
          </a:r>
          <a:endParaRPr lang="en-US"/>
        </a:p>
      </dgm:t>
    </dgm:pt>
    <dgm:pt modelId="{764E29B7-4745-4C61-9CC7-28F5B535CD3C}" type="parTrans" cxnId="{F65EFD32-1AD5-45D0-91B7-22525BEE60E7}">
      <dgm:prSet/>
      <dgm:spPr/>
      <dgm:t>
        <a:bodyPr/>
        <a:lstStyle/>
        <a:p>
          <a:endParaRPr lang="en-US"/>
        </a:p>
      </dgm:t>
    </dgm:pt>
    <dgm:pt modelId="{E53C660F-87E1-465B-B8AB-395EA645BE8F}" type="sibTrans" cxnId="{F65EFD32-1AD5-45D0-91B7-22525BEE60E7}">
      <dgm:prSet/>
      <dgm:spPr/>
      <dgm:t>
        <a:bodyPr/>
        <a:lstStyle/>
        <a:p>
          <a:endParaRPr lang="en-US"/>
        </a:p>
      </dgm:t>
    </dgm:pt>
    <dgm:pt modelId="{15DB933D-5293-4B36-BB88-4A726745D847}">
      <dgm:prSet/>
      <dgm:spPr/>
      <dgm:t>
        <a:bodyPr/>
        <a:lstStyle/>
        <a:p>
          <a:r>
            <a:rPr lang="de-DE"/>
            <a:t>• Automatisierung des gesamten Lifecycles</a:t>
          </a:r>
          <a:endParaRPr lang="en-US"/>
        </a:p>
      </dgm:t>
    </dgm:pt>
    <dgm:pt modelId="{B9D8A556-8CFE-4BA3-A015-727F91725DF9}" type="parTrans" cxnId="{D405635A-CE90-4158-854F-A21485110AFD}">
      <dgm:prSet/>
      <dgm:spPr/>
      <dgm:t>
        <a:bodyPr/>
        <a:lstStyle/>
        <a:p>
          <a:endParaRPr lang="en-US"/>
        </a:p>
      </dgm:t>
    </dgm:pt>
    <dgm:pt modelId="{89D38C7F-E6C2-4929-A828-91CC4FE14070}" type="sibTrans" cxnId="{D405635A-CE90-4158-854F-A21485110AFD}">
      <dgm:prSet/>
      <dgm:spPr/>
      <dgm:t>
        <a:bodyPr/>
        <a:lstStyle/>
        <a:p>
          <a:endParaRPr lang="en-US"/>
        </a:p>
      </dgm:t>
    </dgm:pt>
    <dgm:pt modelId="{FE0D63BC-6656-4CD6-9FFB-6FFA68B81244}">
      <dgm:prSet/>
      <dgm:spPr/>
      <dgm:t>
        <a:bodyPr/>
        <a:lstStyle/>
        <a:p>
          <a:r>
            <a:rPr lang="de-DE"/>
            <a:t>• Gemeinsame Verantwortung für das Produkt</a:t>
          </a:r>
          <a:endParaRPr lang="en-US"/>
        </a:p>
      </dgm:t>
    </dgm:pt>
    <dgm:pt modelId="{4BD40240-2691-4BFD-8EF1-74207438259B}" type="parTrans" cxnId="{1A0144F3-768B-4F65-8224-2710C07DC610}">
      <dgm:prSet/>
      <dgm:spPr/>
      <dgm:t>
        <a:bodyPr/>
        <a:lstStyle/>
        <a:p>
          <a:endParaRPr lang="en-US"/>
        </a:p>
      </dgm:t>
    </dgm:pt>
    <dgm:pt modelId="{99C86543-50C7-43AB-ABB2-80CF9B452F53}" type="sibTrans" cxnId="{1A0144F3-768B-4F65-8224-2710C07DC610}">
      <dgm:prSet/>
      <dgm:spPr/>
      <dgm:t>
        <a:bodyPr/>
        <a:lstStyle/>
        <a:p>
          <a:endParaRPr lang="en-US"/>
        </a:p>
      </dgm:t>
    </dgm:pt>
    <dgm:pt modelId="{0383CD42-95F5-4B58-A0C1-B60EE117EA88}">
      <dgm:prSet/>
      <dgm:spPr/>
      <dgm:t>
        <a:bodyPr/>
        <a:lstStyle/>
        <a:p>
          <a:r>
            <a:rPr lang="de-DE"/>
            <a:t>• "You build it, you run it"</a:t>
          </a:r>
          <a:endParaRPr lang="en-US"/>
        </a:p>
      </dgm:t>
    </dgm:pt>
    <dgm:pt modelId="{D4473331-CF9B-4E96-90F7-1E21E8099B58}" type="parTrans" cxnId="{FC63C780-CABB-4D9C-87BF-063F547E73BC}">
      <dgm:prSet/>
      <dgm:spPr/>
      <dgm:t>
        <a:bodyPr/>
        <a:lstStyle/>
        <a:p>
          <a:endParaRPr lang="en-US"/>
        </a:p>
      </dgm:t>
    </dgm:pt>
    <dgm:pt modelId="{8FA7F875-3E93-46A5-A93D-2B99958D01CD}" type="sibTrans" cxnId="{FC63C780-CABB-4D9C-87BF-063F547E73BC}">
      <dgm:prSet/>
      <dgm:spPr/>
      <dgm:t>
        <a:bodyPr/>
        <a:lstStyle/>
        <a:p>
          <a:endParaRPr lang="en-US"/>
        </a:p>
      </dgm:t>
    </dgm:pt>
    <dgm:pt modelId="{8FD2FC33-962B-4187-BE6E-FFDB707FA1A8}" type="pres">
      <dgm:prSet presAssocID="{BBEAACF6-914D-4D00-AB6D-FF2026F906D2}" presName="vert0" presStyleCnt="0">
        <dgm:presLayoutVars>
          <dgm:dir/>
          <dgm:animOne val="branch"/>
          <dgm:animLvl val="lvl"/>
        </dgm:presLayoutVars>
      </dgm:prSet>
      <dgm:spPr/>
    </dgm:pt>
    <dgm:pt modelId="{9B1AA05C-62D1-4225-94F1-843CD757719B}" type="pres">
      <dgm:prSet presAssocID="{19AE6C45-3B63-409D-8946-CCEF718BE5CA}" presName="thickLine" presStyleLbl="alignNode1" presStyleIdx="0" presStyleCnt="6"/>
      <dgm:spPr/>
    </dgm:pt>
    <dgm:pt modelId="{EAAF351E-2F0B-4CC8-A322-D75D6617DDAB}" type="pres">
      <dgm:prSet presAssocID="{19AE6C45-3B63-409D-8946-CCEF718BE5CA}" presName="horz1" presStyleCnt="0"/>
      <dgm:spPr/>
    </dgm:pt>
    <dgm:pt modelId="{EB29B82E-DE39-4979-A3B9-89D4811361B3}" type="pres">
      <dgm:prSet presAssocID="{19AE6C45-3B63-409D-8946-CCEF718BE5CA}" presName="tx1" presStyleLbl="revTx" presStyleIdx="0" presStyleCnt="6"/>
      <dgm:spPr/>
    </dgm:pt>
    <dgm:pt modelId="{1613D6F0-67E8-4C1B-B0C8-3057AC09718C}" type="pres">
      <dgm:prSet presAssocID="{19AE6C45-3B63-409D-8946-CCEF718BE5CA}" presName="vert1" presStyleCnt="0"/>
      <dgm:spPr/>
    </dgm:pt>
    <dgm:pt modelId="{F4D0C66A-45C7-4AD6-83F4-1E9F41624E91}" type="pres">
      <dgm:prSet presAssocID="{8B94B9A0-BC68-4F7A-8D9F-6F5BA51E8B3D}" presName="thickLine" presStyleLbl="alignNode1" presStyleIdx="1" presStyleCnt="6"/>
      <dgm:spPr/>
    </dgm:pt>
    <dgm:pt modelId="{6662B7D7-7430-461C-9D41-AA6F44C6A61C}" type="pres">
      <dgm:prSet presAssocID="{8B94B9A0-BC68-4F7A-8D9F-6F5BA51E8B3D}" presName="horz1" presStyleCnt="0"/>
      <dgm:spPr/>
    </dgm:pt>
    <dgm:pt modelId="{C8AD62DE-5A08-456B-98C0-094F82DA608B}" type="pres">
      <dgm:prSet presAssocID="{8B94B9A0-BC68-4F7A-8D9F-6F5BA51E8B3D}" presName="tx1" presStyleLbl="revTx" presStyleIdx="1" presStyleCnt="6"/>
      <dgm:spPr/>
    </dgm:pt>
    <dgm:pt modelId="{33D2FE6D-4C1B-475F-A37B-C159194EF43B}" type="pres">
      <dgm:prSet presAssocID="{8B94B9A0-BC68-4F7A-8D9F-6F5BA51E8B3D}" presName="vert1" presStyleCnt="0"/>
      <dgm:spPr/>
    </dgm:pt>
    <dgm:pt modelId="{B618C934-004A-45D9-9476-C1349C4FBB9C}" type="pres">
      <dgm:prSet presAssocID="{FAE65C0E-B8FD-48A9-82E5-4BF411FECBDC}" presName="thickLine" presStyleLbl="alignNode1" presStyleIdx="2" presStyleCnt="6"/>
      <dgm:spPr/>
    </dgm:pt>
    <dgm:pt modelId="{7CA71D2B-A350-4D21-B260-9C34AB8101F4}" type="pres">
      <dgm:prSet presAssocID="{FAE65C0E-B8FD-48A9-82E5-4BF411FECBDC}" presName="horz1" presStyleCnt="0"/>
      <dgm:spPr/>
    </dgm:pt>
    <dgm:pt modelId="{6C179B4D-0511-4551-96A2-FBE14014319F}" type="pres">
      <dgm:prSet presAssocID="{FAE65C0E-B8FD-48A9-82E5-4BF411FECBDC}" presName="tx1" presStyleLbl="revTx" presStyleIdx="2" presStyleCnt="6"/>
      <dgm:spPr/>
    </dgm:pt>
    <dgm:pt modelId="{314CF487-465C-482C-A3B3-A1C6EA0E9532}" type="pres">
      <dgm:prSet presAssocID="{FAE65C0E-B8FD-48A9-82E5-4BF411FECBDC}" presName="vert1" presStyleCnt="0"/>
      <dgm:spPr/>
    </dgm:pt>
    <dgm:pt modelId="{100CFA0C-2C40-4C13-9CF5-99646117ECD9}" type="pres">
      <dgm:prSet presAssocID="{15DB933D-5293-4B36-BB88-4A726745D847}" presName="thickLine" presStyleLbl="alignNode1" presStyleIdx="3" presStyleCnt="6"/>
      <dgm:spPr/>
    </dgm:pt>
    <dgm:pt modelId="{C4E63260-1EA6-4ABC-9D00-753E3CB06222}" type="pres">
      <dgm:prSet presAssocID="{15DB933D-5293-4B36-BB88-4A726745D847}" presName="horz1" presStyleCnt="0"/>
      <dgm:spPr/>
    </dgm:pt>
    <dgm:pt modelId="{B027CD9C-0FF0-484E-ADE9-3852DEEC2A2D}" type="pres">
      <dgm:prSet presAssocID="{15DB933D-5293-4B36-BB88-4A726745D847}" presName="tx1" presStyleLbl="revTx" presStyleIdx="3" presStyleCnt="6"/>
      <dgm:spPr/>
    </dgm:pt>
    <dgm:pt modelId="{E6897A5F-4B5E-4517-95CB-3CA3CC9106E8}" type="pres">
      <dgm:prSet presAssocID="{15DB933D-5293-4B36-BB88-4A726745D847}" presName="vert1" presStyleCnt="0"/>
      <dgm:spPr/>
    </dgm:pt>
    <dgm:pt modelId="{1A54D40C-8C92-447E-96A2-073BAA20D6A8}" type="pres">
      <dgm:prSet presAssocID="{FE0D63BC-6656-4CD6-9FFB-6FFA68B81244}" presName="thickLine" presStyleLbl="alignNode1" presStyleIdx="4" presStyleCnt="6"/>
      <dgm:spPr/>
    </dgm:pt>
    <dgm:pt modelId="{FC434CD5-5A6C-45F9-848C-86C74AE53788}" type="pres">
      <dgm:prSet presAssocID="{FE0D63BC-6656-4CD6-9FFB-6FFA68B81244}" presName="horz1" presStyleCnt="0"/>
      <dgm:spPr/>
    </dgm:pt>
    <dgm:pt modelId="{CC1F8951-084D-4C8C-87F5-C53F927FAC23}" type="pres">
      <dgm:prSet presAssocID="{FE0D63BC-6656-4CD6-9FFB-6FFA68B81244}" presName="tx1" presStyleLbl="revTx" presStyleIdx="4" presStyleCnt="6"/>
      <dgm:spPr/>
    </dgm:pt>
    <dgm:pt modelId="{5D4CA4AF-AFB8-46B7-8754-D779697C81F2}" type="pres">
      <dgm:prSet presAssocID="{FE0D63BC-6656-4CD6-9FFB-6FFA68B81244}" presName="vert1" presStyleCnt="0"/>
      <dgm:spPr/>
    </dgm:pt>
    <dgm:pt modelId="{38788BC4-59B7-4746-B358-B59241CE6355}" type="pres">
      <dgm:prSet presAssocID="{0383CD42-95F5-4B58-A0C1-B60EE117EA88}" presName="thickLine" presStyleLbl="alignNode1" presStyleIdx="5" presStyleCnt="6"/>
      <dgm:spPr/>
    </dgm:pt>
    <dgm:pt modelId="{4E946AA2-3792-442F-AEC6-51045C279B58}" type="pres">
      <dgm:prSet presAssocID="{0383CD42-95F5-4B58-A0C1-B60EE117EA88}" presName="horz1" presStyleCnt="0"/>
      <dgm:spPr/>
    </dgm:pt>
    <dgm:pt modelId="{3BD307D2-5D16-4EF9-9911-C6984A57DAD0}" type="pres">
      <dgm:prSet presAssocID="{0383CD42-95F5-4B58-A0C1-B60EE117EA88}" presName="tx1" presStyleLbl="revTx" presStyleIdx="5" presStyleCnt="6"/>
      <dgm:spPr/>
    </dgm:pt>
    <dgm:pt modelId="{8ABFC1B5-328E-4EF0-BD42-4766A9A87B99}" type="pres">
      <dgm:prSet presAssocID="{0383CD42-95F5-4B58-A0C1-B60EE117EA88}" presName="vert1" presStyleCnt="0"/>
      <dgm:spPr/>
    </dgm:pt>
  </dgm:ptLst>
  <dgm:cxnLst>
    <dgm:cxn modelId="{030C1623-9911-4929-A4D8-D11F430BAC2F}" type="presOf" srcId="{8B94B9A0-BC68-4F7A-8D9F-6F5BA51E8B3D}" destId="{C8AD62DE-5A08-456B-98C0-094F82DA608B}" srcOrd="0" destOrd="0" presId="urn:microsoft.com/office/officeart/2008/layout/LinedList"/>
    <dgm:cxn modelId="{BA42E02D-815D-475F-89A5-6ED817E1997B}" type="presOf" srcId="{0383CD42-95F5-4B58-A0C1-B60EE117EA88}" destId="{3BD307D2-5D16-4EF9-9911-C6984A57DAD0}" srcOrd="0" destOrd="0" presId="urn:microsoft.com/office/officeart/2008/layout/LinedList"/>
    <dgm:cxn modelId="{F65EFD32-1AD5-45D0-91B7-22525BEE60E7}" srcId="{BBEAACF6-914D-4D00-AB6D-FF2026F906D2}" destId="{FAE65C0E-B8FD-48A9-82E5-4BF411FECBDC}" srcOrd="2" destOrd="0" parTransId="{764E29B7-4745-4C61-9CC7-28F5B535CD3C}" sibTransId="{E53C660F-87E1-465B-B8AB-395EA645BE8F}"/>
    <dgm:cxn modelId="{C7ABF83B-62D4-4C16-A356-CDE8FE04C571}" srcId="{BBEAACF6-914D-4D00-AB6D-FF2026F906D2}" destId="{19AE6C45-3B63-409D-8946-CCEF718BE5CA}" srcOrd="0" destOrd="0" parTransId="{851AF80C-6E83-4F34-9FBF-5B8BB561AB9D}" sibTransId="{92804014-CE2E-4587-8980-B0BC2F3053CE}"/>
    <dgm:cxn modelId="{5D16F63E-F7BB-4B7F-A6E0-953A02CE5BDC}" type="presOf" srcId="{FAE65C0E-B8FD-48A9-82E5-4BF411FECBDC}" destId="{6C179B4D-0511-4551-96A2-FBE14014319F}" srcOrd="0" destOrd="0" presId="urn:microsoft.com/office/officeart/2008/layout/LinedList"/>
    <dgm:cxn modelId="{7104C25E-D0F2-4204-9F92-E729E5C91F25}" type="presOf" srcId="{FE0D63BC-6656-4CD6-9FFB-6FFA68B81244}" destId="{CC1F8951-084D-4C8C-87F5-C53F927FAC23}" srcOrd="0" destOrd="0" presId="urn:microsoft.com/office/officeart/2008/layout/LinedList"/>
    <dgm:cxn modelId="{CCB0424B-7677-49A2-9A00-9A2DD6584176}" type="presOf" srcId="{15DB933D-5293-4B36-BB88-4A726745D847}" destId="{B027CD9C-0FF0-484E-ADE9-3852DEEC2A2D}" srcOrd="0" destOrd="0" presId="urn:microsoft.com/office/officeart/2008/layout/LinedList"/>
    <dgm:cxn modelId="{D405635A-CE90-4158-854F-A21485110AFD}" srcId="{BBEAACF6-914D-4D00-AB6D-FF2026F906D2}" destId="{15DB933D-5293-4B36-BB88-4A726745D847}" srcOrd="3" destOrd="0" parTransId="{B9D8A556-8CFE-4BA3-A015-727F91725DF9}" sibTransId="{89D38C7F-E6C2-4929-A828-91CC4FE14070}"/>
    <dgm:cxn modelId="{FC63C780-CABB-4D9C-87BF-063F547E73BC}" srcId="{BBEAACF6-914D-4D00-AB6D-FF2026F906D2}" destId="{0383CD42-95F5-4B58-A0C1-B60EE117EA88}" srcOrd="5" destOrd="0" parTransId="{D4473331-CF9B-4E96-90F7-1E21E8099B58}" sibTransId="{8FA7F875-3E93-46A5-A93D-2B99958D01CD}"/>
    <dgm:cxn modelId="{73F1C1B8-D852-485B-9A85-B894BC7B0F3A}" srcId="{BBEAACF6-914D-4D00-AB6D-FF2026F906D2}" destId="{8B94B9A0-BC68-4F7A-8D9F-6F5BA51E8B3D}" srcOrd="1" destOrd="0" parTransId="{B40D81C1-2EA8-461A-B486-565C78266B08}" sibTransId="{65FA63E9-EF3B-4927-A930-A58AD2FD5EF3}"/>
    <dgm:cxn modelId="{E9F68ABF-11B3-4C15-B9A9-D6CE19D9FFF1}" type="presOf" srcId="{19AE6C45-3B63-409D-8946-CCEF718BE5CA}" destId="{EB29B82E-DE39-4979-A3B9-89D4811361B3}" srcOrd="0" destOrd="0" presId="urn:microsoft.com/office/officeart/2008/layout/LinedList"/>
    <dgm:cxn modelId="{1A0144F3-768B-4F65-8224-2710C07DC610}" srcId="{BBEAACF6-914D-4D00-AB6D-FF2026F906D2}" destId="{FE0D63BC-6656-4CD6-9FFB-6FFA68B81244}" srcOrd="4" destOrd="0" parTransId="{4BD40240-2691-4BFD-8EF1-74207438259B}" sibTransId="{99C86543-50C7-43AB-ABB2-80CF9B452F53}"/>
    <dgm:cxn modelId="{D7F387F8-BED2-4C2E-A019-66965AE346AD}" type="presOf" srcId="{BBEAACF6-914D-4D00-AB6D-FF2026F906D2}" destId="{8FD2FC33-962B-4187-BE6E-FFDB707FA1A8}" srcOrd="0" destOrd="0" presId="urn:microsoft.com/office/officeart/2008/layout/LinedList"/>
    <dgm:cxn modelId="{67D7E63B-7C10-4D46-8A1E-2D29CC21242B}" type="presParOf" srcId="{8FD2FC33-962B-4187-BE6E-FFDB707FA1A8}" destId="{9B1AA05C-62D1-4225-94F1-843CD757719B}" srcOrd="0" destOrd="0" presId="urn:microsoft.com/office/officeart/2008/layout/LinedList"/>
    <dgm:cxn modelId="{E9C484ED-F77D-4471-8601-9F6ADE3A09ED}" type="presParOf" srcId="{8FD2FC33-962B-4187-BE6E-FFDB707FA1A8}" destId="{EAAF351E-2F0B-4CC8-A322-D75D6617DDAB}" srcOrd="1" destOrd="0" presId="urn:microsoft.com/office/officeart/2008/layout/LinedList"/>
    <dgm:cxn modelId="{6B4502B2-66E2-4CD4-B5B1-9FE46B49D812}" type="presParOf" srcId="{EAAF351E-2F0B-4CC8-A322-D75D6617DDAB}" destId="{EB29B82E-DE39-4979-A3B9-89D4811361B3}" srcOrd="0" destOrd="0" presId="urn:microsoft.com/office/officeart/2008/layout/LinedList"/>
    <dgm:cxn modelId="{8EA6106C-2130-4D36-A578-88E00766990B}" type="presParOf" srcId="{EAAF351E-2F0B-4CC8-A322-D75D6617DDAB}" destId="{1613D6F0-67E8-4C1B-B0C8-3057AC09718C}" srcOrd="1" destOrd="0" presId="urn:microsoft.com/office/officeart/2008/layout/LinedList"/>
    <dgm:cxn modelId="{468C284B-D6DE-4E82-A608-B8AD11A1802C}" type="presParOf" srcId="{8FD2FC33-962B-4187-BE6E-FFDB707FA1A8}" destId="{F4D0C66A-45C7-4AD6-83F4-1E9F41624E91}" srcOrd="2" destOrd="0" presId="urn:microsoft.com/office/officeart/2008/layout/LinedList"/>
    <dgm:cxn modelId="{CF2618D4-DCEB-446D-916D-F8013B659F58}" type="presParOf" srcId="{8FD2FC33-962B-4187-BE6E-FFDB707FA1A8}" destId="{6662B7D7-7430-461C-9D41-AA6F44C6A61C}" srcOrd="3" destOrd="0" presId="urn:microsoft.com/office/officeart/2008/layout/LinedList"/>
    <dgm:cxn modelId="{39E4A04E-BD5E-4379-8589-16C4C86892DE}" type="presParOf" srcId="{6662B7D7-7430-461C-9D41-AA6F44C6A61C}" destId="{C8AD62DE-5A08-456B-98C0-094F82DA608B}" srcOrd="0" destOrd="0" presId="urn:microsoft.com/office/officeart/2008/layout/LinedList"/>
    <dgm:cxn modelId="{54CF638A-8C1F-41BC-8621-E8C715D2F9FE}" type="presParOf" srcId="{6662B7D7-7430-461C-9D41-AA6F44C6A61C}" destId="{33D2FE6D-4C1B-475F-A37B-C159194EF43B}" srcOrd="1" destOrd="0" presId="urn:microsoft.com/office/officeart/2008/layout/LinedList"/>
    <dgm:cxn modelId="{5C09E1C3-F8C5-46C4-91D8-3B3F53716C41}" type="presParOf" srcId="{8FD2FC33-962B-4187-BE6E-FFDB707FA1A8}" destId="{B618C934-004A-45D9-9476-C1349C4FBB9C}" srcOrd="4" destOrd="0" presId="urn:microsoft.com/office/officeart/2008/layout/LinedList"/>
    <dgm:cxn modelId="{D5067DDC-4BF9-4AF1-A608-EBC899CBBE2C}" type="presParOf" srcId="{8FD2FC33-962B-4187-BE6E-FFDB707FA1A8}" destId="{7CA71D2B-A350-4D21-B260-9C34AB8101F4}" srcOrd="5" destOrd="0" presId="urn:microsoft.com/office/officeart/2008/layout/LinedList"/>
    <dgm:cxn modelId="{8AC50C3F-43EC-4108-84B8-E9B0354EFBE5}" type="presParOf" srcId="{7CA71D2B-A350-4D21-B260-9C34AB8101F4}" destId="{6C179B4D-0511-4551-96A2-FBE14014319F}" srcOrd="0" destOrd="0" presId="urn:microsoft.com/office/officeart/2008/layout/LinedList"/>
    <dgm:cxn modelId="{42B0351A-8883-42AE-8944-C187A32C7234}" type="presParOf" srcId="{7CA71D2B-A350-4D21-B260-9C34AB8101F4}" destId="{314CF487-465C-482C-A3B3-A1C6EA0E9532}" srcOrd="1" destOrd="0" presId="urn:microsoft.com/office/officeart/2008/layout/LinedList"/>
    <dgm:cxn modelId="{01471696-6E1D-4938-A0FC-3A4E05C6E881}" type="presParOf" srcId="{8FD2FC33-962B-4187-BE6E-FFDB707FA1A8}" destId="{100CFA0C-2C40-4C13-9CF5-99646117ECD9}" srcOrd="6" destOrd="0" presId="urn:microsoft.com/office/officeart/2008/layout/LinedList"/>
    <dgm:cxn modelId="{4D81CC60-EB84-46B4-A592-AB40F4FF989E}" type="presParOf" srcId="{8FD2FC33-962B-4187-BE6E-FFDB707FA1A8}" destId="{C4E63260-1EA6-4ABC-9D00-753E3CB06222}" srcOrd="7" destOrd="0" presId="urn:microsoft.com/office/officeart/2008/layout/LinedList"/>
    <dgm:cxn modelId="{75EC0B24-F2FB-4EA8-B260-99E893627CAE}" type="presParOf" srcId="{C4E63260-1EA6-4ABC-9D00-753E3CB06222}" destId="{B027CD9C-0FF0-484E-ADE9-3852DEEC2A2D}" srcOrd="0" destOrd="0" presId="urn:microsoft.com/office/officeart/2008/layout/LinedList"/>
    <dgm:cxn modelId="{ACBE7F6B-5D9D-4A1D-85F2-E801C2D74351}" type="presParOf" srcId="{C4E63260-1EA6-4ABC-9D00-753E3CB06222}" destId="{E6897A5F-4B5E-4517-95CB-3CA3CC9106E8}" srcOrd="1" destOrd="0" presId="urn:microsoft.com/office/officeart/2008/layout/LinedList"/>
    <dgm:cxn modelId="{EB804FE2-9438-4E40-9A87-414E703EDC83}" type="presParOf" srcId="{8FD2FC33-962B-4187-BE6E-FFDB707FA1A8}" destId="{1A54D40C-8C92-447E-96A2-073BAA20D6A8}" srcOrd="8" destOrd="0" presId="urn:microsoft.com/office/officeart/2008/layout/LinedList"/>
    <dgm:cxn modelId="{497806AE-B42E-41F5-91C8-C28F3805D3C8}" type="presParOf" srcId="{8FD2FC33-962B-4187-BE6E-FFDB707FA1A8}" destId="{FC434CD5-5A6C-45F9-848C-86C74AE53788}" srcOrd="9" destOrd="0" presId="urn:microsoft.com/office/officeart/2008/layout/LinedList"/>
    <dgm:cxn modelId="{C325E6D1-2FAB-421C-A977-B83A28652841}" type="presParOf" srcId="{FC434CD5-5A6C-45F9-848C-86C74AE53788}" destId="{CC1F8951-084D-4C8C-87F5-C53F927FAC23}" srcOrd="0" destOrd="0" presId="urn:microsoft.com/office/officeart/2008/layout/LinedList"/>
    <dgm:cxn modelId="{31BA60C4-00DA-4F10-A9D6-110D48583E54}" type="presParOf" srcId="{FC434CD5-5A6C-45F9-848C-86C74AE53788}" destId="{5D4CA4AF-AFB8-46B7-8754-D779697C81F2}" srcOrd="1" destOrd="0" presId="urn:microsoft.com/office/officeart/2008/layout/LinedList"/>
    <dgm:cxn modelId="{C7AB43F7-822C-4A64-A24E-A13514D9FEF4}" type="presParOf" srcId="{8FD2FC33-962B-4187-BE6E-FFDB707FA1A8}" destId="{38788BC4-59B7-4746-B358-B59241CE6355}" srcOrd="10" destOrd="0" presId="urn:microsoft.com/office/officeart/2008/layout/LinedList"/>
    <dgm:cxn modelId="{9DE81452-54B9-458B-81C3-FB458DADC031}" type="presParOf" srcId="{8FD2FC33-962B-4187-BE6E-FFDB707FA1A8}" destId="{4E946AA2-3792-442F-AEC6-51045C279B58}" srcOrd="11" destOrd="0" presId="urn:microsoft.com/office/officeart/2008/layout/LinedList"/>
    <dgm:cxn modelId="{F6152BF8-2047-4ABC-AFF2-3BC6F181D122}" type="presParOf" srcId="{4E946AA2-3792-442F-AEC6-51045C279B58}" destId="{3BD307D2-5D16-4EF9-9911-C6984A57DAD0}" srcOrd="0" destOrd="0" presId="urn:microsoft.com/office/officeart/2008/layout/LinedList"/>
    <dgm:cxn modelId="{7DC3515D-24D0-43FB-BC28-A7B212AD07E4}" type="presParOf" srcId="{4E946AA2-3792-442F-AEC6-51045C279B58}" destId="{8ABFC1B5-328E-4EF0-BD42-4766A9A87B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C06774-1FDD-4D6D-B395-DC5FE711457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A9308C-DD59-4EF4-8214-3373DDDCA67B}">
      <dgm:prSet/>
      <dgm:spPr/>
      <dgm:t>
        <a:bodyPr/>
        <a:lstStyle/>
        <a:p>
          <a:r>
            <a:rPr lang="de-DE"/>
            <a:t>• CI/CD: Continuous Integration/Deployment</a:t>
          </a:r>
          <a:endParaRPr lang="en-US"/>
        </a:p>
      </dgm:t>
    </dgm:pt>
    <dgm:pt modelId="{26FC5E11-5876-474C-81BA-9D0566AA0D40}" type="parTrans" cxnId="{0DB7F364-C8FF-477E-9A6A-126B7FF16F15}">
      <dgm:prSet/>
      <dgm:spPr/>
      <dgm:t>
        <a:bodyPr/>
        <a:lstStyle/>
        <a:p>
          <a:endParaRPr lang="en-US"/>
        </a:p>
      </dgm:t>
    </dgm:pt>
    <dgm:pt modelId="{AAFBDE2B-C20E-42E6-9ACA-404ABA5FDFBA}" type="sibTrans" cxnId="{0DB7F364-C8FF-477E-9A6A-126B7FF16F15}">
      <dgm:prSet/>
      <dgm:spPr/>
      <dgm:t>
        <a:bodyPr/>
        <a:lstStyle/>
        <a:p>
          <a:endParaRPr lang="en-US"/>
        </a:p>
      </dgm:t>
    </dgm:pt>
    <dgm:pt modelId="{80F6FA5E-6E58-4434-BA03-63CB32364741}">
      <dgm:prSet/>
      <dgm:spPr/>
      <dgm:t>
        <a:bodyPr/>
        <a:lstStyle/>
        <a:p>
          <a:r>
            <a:rPr lang="de-DE"/>
            <a:t>• Automatisierung: Build, Test, Deploy</a:t>
          </a:r>
          <a:endParaRPr lang="en-US"/>
        </a:p>
      </dgm:t>
    </dgm:pt>
    <dgm:pt modelId="{BEBF5DA9-66B7-49AE-B23B-AA0ED85B28D1}" type="parTrans" cxnId="{FA1FD4A4-CA1B-4842-A3FD-589603757B11}">
      <dgm:prSet/>
      <dgm:spPr/>
      <dgm:t>
        <a:bodyPr/>
        <a:lstStyle/>
        <a:p>
          <a:endParaRPr lang="en-US"/>
        </a:p>
      </dgm:t>
    </dgm:pt>
    <dgm:pt modelId="{7EEC9696-B2FA-4BFF-883A-A65D87615535}" type="sibTrans" cxnId="{FA1FD4A4-CA1B-4842-A3FD-589603757B11}">
      <dgm:prSet/>
      <dgm:spPr/>
      <dgm:t>
        <a:bodyPr/>
        <a:lstStyle/>
        <a:p>
          <a:endParaRPr lang="en-US"/>
        </a:p>
      </dgm:t>
    </dgm:pt>
    <dgm:pt modelId="{8152FAC8-8E1E-41CA-9FCF-BD53403ECBC7}">
      <dgm:prSet/>
      <dgm:spPr/>
      <dgm:t>
        <a:bodyPr/>
        <a:lstStyle/>
        <a:p>
          <a:r>
            <a:rPr lang="de-DE"/>
            <a:t>• Infrastructure as Code (IaC)</a:t>
          </a:r>
          <a:endParaRPr lang="en-US"/>
        </a:p>
      </dgm:t>
    </dgm:pt>
    <dgm:pt modelId="{B21A145B-25CF-44E4-A626-A17F3C598682}" type="parTrans" cxnId="{74FA0B43-DAF2-46EB-B330-8A230C66D947}">
      <dgm:prSet/>
      <dgm:spPr/>
      <dgm:t>
        <a:bodyPr/>
        <a:lstStyle/>
        <a:p>
          <a:endParaRPr lang="en-US"/>
        </a:p>
      </dgm:t>
    </dgm:pt>
    <dgm:pt modelId="{C817F4D5-E488-4A55-B5C0-9AA1DEAD7873}" type="sibTrans" cxnId="{74FA0B43-DAF2-46EB-B330-8A230C66D947}">
      <dgm:prSet/>
      <dgm:spPr/>
      <dgm:t>
        <a:bodyPr/>
        <a:lstStyle/>
        <a:p>
          <a:endParaRPr lang="en-US"/>
        </a:p>
      </dgm:t>
    </dgm:pt>
    <dgm:pt modelId="{AE793CE6-9937-46B7-8B47-83BCC6A6B943}">
      <dgm:prSet/>
      <dgm:spPr/>
      <dgm:t>
        <a:bodyPr/>
        <a:lstStyle/>
        <a:p>
          <a:r>
            <a:rPr lang="de-DE"/>
            <a:t>• Monitoring &amp; Feedback: Prometheus, Grafana</a:t>
          </a:r>
          <a:endParaRPr lang="en-US"/>
        </a:p>
      </dgm:t>
    </dgm:pt>
    <dgm:pt modelId="{B51276AC-0B01-4CCC-9D8E-C15BC7B232CE}" type="parTrans" cxnId="{D1A9BC3B-F86A-4D9F-BC47-1E9B1583D5AB}">
      <dgm:prSet/>
      <dgm:spPr/>
      <dgm:t>
        <a:bodyPr/>
        <a:lstStyle/>
        <a:p>
          <a:endParaRPr lang="en-US"/>
        </a:p>
      </dgm:t>
    </dgm:pt>
    <dgm:pt modelId="{17654964-585A-49E2-BD0A-DC726501FCC8}" type="sibTrans" cxnId="{D1A9BC3B-F86A-4D9F-BC47-1E9B1583D5AB}">
      <dgm:prSet/>
      <dgm:spPr/>
      <dgm:t>
        <a:bodyPr/>
        <a:lstStyle/>
        <a:p>
          <a:endParaRPr lang="en-US"/>
        </a:p>
      </dgm:t>
    </dgm:pt>
    <dgm:pt modelId="{C60EDF70-4046-4919-AA14-E68FDB13F8BD}">
      <dgm:prSet/>
      <dgm:spPr/>
      <dgm:t>
        <a:bodyPr/>
        <a:lstStyle/>
        <a:p>
          <a:r>
            <a:rPr lang="de-DE"/>
            <a:t>• Collaboration: Shared Ownership</a:t>
          </a:r>
          <a:endParaRPr lang="en-US"/>
        </a:p>
      </dgm:t>
    </dgm:pt>
    <dgm:pt modelId="{F76982FD-4ADF-48BE-BB2E-6F5F75EF0D94}" type="parTrans" cxnId="{B3452A1F-FA37-45A7-BCFA-D4A4DCC43CBB}">
      <dgm:prSet/>
      <dgm:spPr/>
      <dgm:t>
        <a:bodyPr/>
        <a:lstStyle/>
        <a:p>
          <a:endParaRPr lang="en-US"/>
        </a:p>
      </dgm:t>
    </dgm:pt>
    <dgm:pt modelId="{465F5C25-411E-4014-8539-5A7D7D907DE0}" type="sibTrans" cxnId="{B3452A1F-FA37-45A7-BCFA-D4A4DCC43CBB}">
      <dgm:prSet/>
      <dgm:spPr/>
      <dgm:t>
        <a:bodyPr/>
        <a:lstStyle/>
        <a:p>
          <a:endParaRPr lang="en-US"/>
        </a:p>
      </dgm:t>
    </dgm:pt>
    <dgm:pt modelId="{E4D00233-37FE-4558-BFE4-B957D05875BC}">
      <dgm:prSet/>
      <dgm:spPr/>
      <dgm:t>
        <a:bodyPr/>
        <a:lstStyle/>
        <a:p>
          <a:r>
            <a:rPr lang="de-DE"/>
            <a:t>• Iterativ: Kleine, häufige Releases</a:t>
          </a:r>
          <a:endParaRPr lang="en-US"/>
        </a:p>
      </dgm:t>
    </dgm:pt>
    <dgm:pt modelId="{CE0CEB91-3FAE-44B8-A207-51E91B6429D8}" type="parTrans" cxnId="{EBA1A797-13DE-4B96-93B2-2145C8A4599D}">
      <dgm:prSet/>
      <dgm:spPr/>
      <dgm:t>
        <a:bodyPr/>
        <a:lstStyle/>
        <a:p>
          <a:endParaRPr lang="en-US"/>
        </a:p>
      </dgm:t>
    </dgm:pt>
    <dgm:pt modelId="{85CC58DC-839B-4A99-94C6-4B37680FC580}" type="sibTrans" cxnId="{EBA1A797-13DE-4B96-93B2-2145C8A4599D}">
      <dgm:prSet/>
      <dgm:spPr/>
      <dgm:t>
        <a:bodyPr/>
        <a:lstStyle/>
        <a:p>
          <a:endParaRPr lang="en-US"/>
        </a:p>
      </dgm:t>
    </dgm:pt>
    <dgm:pt modelId="{AC77E754-116A-4FD5-BBAF-FAD614A7E9C2}" type="pres">
      <dgm:prSet presAssocID="{D0C06774-1FDD-4D6D-B395-DC5FE7114573}" presName="vert0" presStyleCnt="0">
        <dgm:presLayoutVars>
          <dgm:dir/>
          <dgm:animOne val="branch"/>
          <dgm:animLvl val="lvl"/>
        </dgm:presLayoutVars>
      </dgm:prSet>
      <dgm:spPr/>
    </dgm:pt>
    <dgm:pt modelId="{DF894ABA-B272-4780-B093-E4F1FAD52310}" type="pres">
      <dgm:prSet presAssocID="{1BA9308C-DD59-4EF4-8214-3373DDDCA67B}" presName="thickLine" presStyleLbl="alignNode1" presStyleIdx="0" presStyleCnt="6"/>
      <dgm:spPr/>
    </dgm:pt>
    <dgm:pt modelId="{E141F7D0-DBB0-4BF2-BA04-626176C6815E}" type="pres">
      <dgm:prSet presAssocID="{1BA9308C-DD59-4EF4-8214-3373DDDCA67B}" presName="horz1" presStyleCnt="0"/>
      <dgm:spPr/>
    </dgm:pt>
    <dgm:pt modelId="{37AD5A33-C4C7-498E-9F16-EE7954E5E3F2}" type="pres">
      <dgm:prSet presAssocID="{1BA9308C-DD59-4EF4-8214-3373DDDCA67B}" presName="tx1" presStyleLbl="revTx" presStyleIdx="0" presStyleCnt="6"/>
      <dgm:spPr/>
    </dgm:pt>
    <dgm:pt modelId="{EA98FEC7-D268-4CEA-8D06-324227604274}" type="pres">
      <dgm:prSet presAssocID="{1BA9308C-DD59-4EF4-8214-3373DDDCA67B}" presName="vert1" presStyleCnt="0"/>
      <dgm:spPr/>
    </dgm:pt>
    <dgm:pt modelId="{A5ABEB8A-75DE-4C58-86EC-4D1F2398D82E}" type="pres">
      <dgm:prSet presAssocID="{80F6FA5E-6E58-4434-BA03-63CB32364741}" presName="thickLine" presStyleLbl="alignNode1" presStyleIdx="1" presStyleCnt="6"/>
      <dgm:spPr/>
    </dgm:pt>
    <dgm:pt modelId="{C9E4CF2D-5179-4472-B65E-1C059D101E55}" type="pres">
      <dgm:prSet presAssocID="{80F6FA5E-6E58-4434-BA03-63CB32364741}" presName="horz1" presStyleCnt="0"/>
      <dgm:spPr/>
    </dgm:pt>
    <dgm:pt modelId="{F9793DF6-C6C3-4DB8-A644-BDFE6B751200}" type="pres">
      <dgm:prSet presAssocID="{80F6FA5E-6E58-4434-BA03-63CB32364741}" presName="tx1" presStyleLbl="revTx" presStyleIdx="1" presStyleCnt="6"/>
      <dgm:spPr/>
    </dgm:pt>
    <dgm:pt modelId="{40BBD386-57FC-4738-917E-DD5325F1553A}" type="pres">
      <dgm:prSet presAssocID="{80F6FA5E-6E58-4434-BA03-63CB32364741}" presName="vert1" presStyleCnt="0"/>
      <dgm:spPr/>
    </dgm:pt>
    <dgm:pt modelId="{AF2B1BC4-C83D-4133-8BA5-D5B2328EB0FD}" type="pres">
      <dgm:prSet presAssocID="{8152FAC8-8E1E-41CA-9FCF-BD53403ECBC7}" presName="thickLine" presStyleLbl="alignNode1" presStyleIdx="2" presStyleCnt="6"/>
      <dgm:spPr/>
    </dgm:pt>
    <dgm:pt modelId="{8DBA2240-3B20-4607-BEAF-CBD2ABEE8844}" type="pres">
      <dgm:prSet presAssocID="{8152FAC8-8E1E-41CA-9FCF-BD53403ECBC7}" presName="horz1" presStyleCnt="0"/>
      <dgm:spPr/>
    </dgm:pt>
    <dgm:pt modelId="{F2460B24-7A7E-4CF1-8CD7-423B74173DF6}" type="pres">
      <dgm:prSet presAssocID="{8152FAC8-8E1E-41CA-9FCF-BD53403ECBC7}" presName="tx1" presStyleLbl="revTx" presStyleIdx="2" presStyleCnt="6"/>
      <dgm:spPr/>
    </dgm:pt>
    <dgm:pt modelId="{CE0D64EE-F811-44BE-9E68-B0D1BD33FE64}" type="pres">
      <dgm:prSet presAssocID="{8152FAC8-8E1E-41CA-9FCF-BD53403ECBC7}" presName="vert1" presStyleCnt="0"/>
      <dgm:spPr/>
    </dgm:pt>
    <dgm:pt modelId="{05318428-D999-43DC-85C6-883B91F30235}" type="pres">
      <dgm:prSet presAssocID="{AE793CE6-9937-46B7-8B47-83BCC6A6B943}" presName="thickLine" presStyleLbl="alignNode1" presStyleIdx="3" presStyleCnt="6"/>
      <dgm:spPr/>
    </dgm:pt>
    <dgm:pt modelId="{7936B463-22EA-4202-B020-7904B1FF5895}" type="pres">
      <dgm:prSet presAssocID="{AE793CE6-9937-46B7-8B47-83BCC6A6B943}" presName="horz1" presStyleCnt="0"/>
      <dgm:spPr/>
    </dgm:pt>
    <dgm:pt modelId="{56DB37E4-BF03-4550-A97B-F9F2AC27E68E}" type="pres">
      <dgm:prSet presAssocID="{AE793CE6-9937-46B7-8B47-83BCC6A6B943}" presName="tx1" presStyleLbl="revTx" presStyleIdx="3" presStyleCnt="6"/>
      <dgm:spPr/>
    </dgm:pt>
    <dgm:pt modelId="{66EB7047-2BD1-4B0E-8C3B-01146FE8BCC5}" type="pres">
      <dgm:prSet presAssocID="{AE793CE6-9937-46B7-8B47-83BCC6A6B943}" presName="vert1" presStyleCnt="0"/>
      <dgm:spPr/>
    </dgm:pt>
    <dgm:pt modelId="{97580CD0-AC67-4244-BC87-5687691060BF}" type="pres">
      <dgm:prSet presAssocID="{C60EDF70-4046-4919-AA14-E68FDB13F8BD}" presName="thickLine" presStyleLbl="alignNode1" presStyleIdx="4" presStyleCnt="6"/>
      <dgm:spPr/>
    </dgm:pt>
    <dgm:pt modelId="{58E8BF3F-F38E-4DE7-AEB5-1BA8BBE14D2B}" type="pres">
      <dgm:prSet presAssocID="{C60EDF70-4046-4919-AA14-E68FDB13F8BD}" presName="horz1" presStyleCnt="0"/>
      <dgm:spPr/>
    </dgm:pt>
    <dgm:pt modelId="{65A1CFD5-C2C2-4F86-BC3E-B913A012ECED}" type="pres">
      <dgm:prSet presAssocID="{C60EDF70-4046-4919-AA14-E68FDB13F8BD}" presName="tx1" presStyleLbl="revTx" presStyleIdx="4" presStyleCnt="6"/>
      <dgm:spPr/>
    </dgm:pt>
    <dgm:pt modelId="{3A7A3BFD-0ECD-4C13-A5AA-26694C21A60E}" type="pres">
      <dgm:prSet presAssocID="{C60EDF70-4046-4919-AA14-E68FDB13F8BD}" presName="vert1" presStyleCnt="0"/>
      <dgm:spPr/>
    </dgm:pt>
    <dgm:pt modelId="{920F4E75-21FB-4C16-92CE-E8ED3D4806A2}" type="pres">
      <dgm:prSet presAssocID="{E4D00233-37FE-4558-BFE4-B957D05875BC}" presName="thickLine" presStyleLbl="alignNode1" presStyleIdx="5" presStyleCnt="6"/>
      <dgm:spPr/>
    </dgm:pt>
    <dgm:pt modelId="{34CFC33C-8921-44BB-A2C3-D69CE8762A95}" type="pres">
      <dgm:prSet presAssocID="{E4D00233-37FE-4558-BFE4-B957D05875BC}" presName="horz1" presStyleCnt="0"/>
      <dgm:spPr/>
    </dgm:pt>
    <dgm:pt modelId="{C0B9F399-C980-4862-A256-F84AFABCC284}" type="pres">
      <dgm:prSet presAssocID="{E4D00233-37FE-4558-BFE4-B957D05875BC}" presName="tx1" presStyleLbl="revTx" presStyleIdx="5" presStyleCnt="6"/>
      <dgm:spPr/>
    </dgm:pt>
    <dgm:pt modelId="{F91BFE2B-5EA1-4466-BF77-F7306749B3BB}" type="pres">
      <dgm:prSet presAssocID="{E4D00233-37FE-4558-BFE4-B957D05875BC}" presName="vert1" presStyleCnt="0"/>
      <dgm:spPr/>
    </dgm:pt>
  </dgm:ptLst>
  <dgm:cxnLst>
    <dgm:cxn modelId="{B3452A1F-FA37-45A7-BCFA-D4A4DCC43CBB}" srcId="{D0C06774-1FDD-4D6D-B395-DC5FE7114573}" destId="{C60EDF70-4046-4919-AA14-E68FDB13F8BD}" srcOrd="4" destOrd="0" parTransId="{F76982FD-4ADF-48BE-BB2E-6F5F75EF0D94}" sibTransId="{465F5C25-411E-4014-8539-5A7D7D907DE0}"/>
    <dgm:cxn modelId="{D1A9BC3B-F86A-4D9F-BC47-1E9B1583D5AB}" srcId="{D0C06774-1FDD-4D6D-B395-DC5FE7114573}" destId="{AE793CE6-9937-46B7-8B47-83BCC6A6B943}" srcOrd="3" destOrd="0" parTransId="{B51276AC-0B01-4CCC-9D8E-C15BC7B232CE}" sibTransId="{17654964-585A-49E2-BD0A-DC726501FCC8}"/>
    <dgm:cxn modelId="{74FA0B43-DAF2-46EB-B330-8A230C66D947}" srcId="{D0C06774-1FDD-4D6D-B395-DC5FE7114573}" destId="{8152FAC8-8E1E-41CA-9FCF-BD53403ECBC7}" srcOrd="2" destOrd="0" parTransId="{B21A145B-25CF-44E4-A626-A17F3C598682}" sibTransId="{C817F4D5-E488-4A55-B5C0-9AA1DEAD7873}"/>
    <dgm:cxn modelId="{0DB7F364-C8FF-477E-9A6A-126B7FF16F15}" srcId="{D0C06774-1FDD-4D6D-B395-DC5FE7114573}" destId="{1BA9308C-DD59-4EF4-8214-3373DDDCA67B}" srcOrd="0" destOrd="0" parTransId="{26FC5E11-5876-474C-81BA-9D0566AA0D40}" sibTransId="{AAFBDE2B-C20E-42E6-9ACA-404ABA5FDFBA}"/>
    <dgm:cxn modelId="{80AF684D-50D7-491F-B7C9-811F7D455B3A}" type="presOf" srcId="{8152FAC8-8E1E-41CA-9FCF-BD53403ECBC7}" destId="{F2460B24-7A7E-4CF1-8CD7-423B74173DF6}" srcOrd="0" destOrd="0" presId="urn:microsoft.com/office/officeart/2008/layout/LinedList"/>
    <dgm:cxn modelId="{F0874182-9172-42E1-BE05-C91DF3C78754}" type="presOf" srcId="{C60EDF70-4046-4919-AA14-E68FDB13F8BD}" destId="{65A1CFD5-C2C2-4F86-BC3E-B913A012ECED}" srcOrd="0" destOrd="0" presId="urn:microsoft.com/office/officeart/2008/layout/LinedList"/>
    <dgm:cxn modelId="{4229B68A-4BF4-4BFB-99D3-E69E53836641}" type="presOf" srcId="{80F6FA5E-6E58-4434-BA03-63CB32364741}" destId="{F9793DF6-C6C3-4DB8-A644-BDFE6B751200}" srcOrd="0" destOrd="0" presId="urn:microsoft.com/office/officeart/2008/layout/LinedList"/>
    <dgm:cxn modelId="{EBA1A797-13DE-4B96-93B2-2145C8A4599D}" srcId="{D0C06774-1FDD-4D6D-B395-DC5FE7114573}" destId="{E4D00233-37FE-4558-BFE4-B957D05875BC}" srcOrd="5" destOrd="0" parTransId="{CE0CEB91-3FAE-44B8-A207-51E91B6429D8}" sibTransId="{85CC58DC-839B-4A99-94C6-4B37680FC580}"/>
    <dgm:cxn modelId="{FA1FD4A4-CA1B-4842-A3FD-589603757B11}" srcId="{D0C06774-1FDD-4D6D-B395-DC5FE7114573}" destId="{80F6FA5E-6E58-4434-BA03-63CB32364741}" srcOrd="1" destOrd="0" parTransId="{BEBF5DA9-66B7-49AE-B23B-AA0ED85B28D1}" sibTransId="{7EEC9696-B2FA-4BFF-883A-A65D87615535}"/>
    <dgm:cxn modelId="{FBCDBFAA-D88C-413B-AF53-99713073679C}" type="presOf" srcId="{E4D00233-37FE-4558-BFE4-B957D05875BC}" destId="{C0B9F399-C980-4862-A256-F84AFABCC284}" srcOrd="0" destOrd="0" presId="urn:microsoft.com/office/officeart/2008/layout/LinedList"/>
    <dgm:cxn modelId="{2ACBCDBD-A42E-4AE9-8287-58802F0746B7}" type="presOf" srcId="{AE793CE6-9937-46B7-8B47-83BCC6A6B943}" destId="{56DB37E4-BF03-4550-A97B-F9F2AC27E68E}" srcOrd="0" destOrd="0" presId="urn:microsoft.com/office/officeart/2008/layout/LinedList"/>
    <dgm:cxn modelId="{28C5BCEB-B400-4F5E-82CA-88CF1C8E17ED}" type="presOf" srcId="{D0C06774-1FDD-4D6D-B395-DC5FE7114573}" destId="{AC77E754-116A-4FD5-BBAF-FAD614A7E9C2}" srcOrd="0" destOrd="0" presId="urn:microsoft.com/office/officeart/2008/layout/LinedList"/>
    <dgm:cxn modelId="{C5F979FF-9763-4A7A-93CB-A173C8F80BBE}" type="presOf" srcId="{1BA9308C-DD59-4EF4-8214-3373DDDCA67B}" destId="{37AD5A33-C4C7-498E-9F16-EE7954E5E3F2}" srcOrd="0" destOrd="0" presId="urn:microsoft.com/office/officeart/2008/layout/LinedList"/>
    <dgm:cxn modelId="{5F035C69-7EA1-456C-9580-5E87B9DFBBE2}" type="presParOf" srcId="{AC77E754-116A-4FD5-BBAF-FAD614A7E9C2}" destId="{DF894ABA-B272-4780-B093-E4F1FAD52310}" srcOrd="0" destOrd="0" presId="urn:microsoft.com/office/officeart/2008/layout/LinedList"/>
    <dgm:cxn modelId="{3B6B9438-55F1-4170-A9D2-A144032BCA3A}" type="presParOf" srcId="{AC77E754-116A-4FD5-BBAF-FAD614A7E9C2}" destId="{E141F7D0-DBB0-4BF2-BA04-626176C6815E}" srcOrd="1" destOrd="0" presId="urn:microsoft.com/office/officeart/2008/layout/LinedList"/>
    <dgm:cxn modelId="{1D89C168-BC30-4F97-BDEA-02087CDC76D3}" type="presParOf" srcId="{E141F7D0-DBB0-4BF2-BA04-626176C6815E}" destId="{37AD5A33-C4C7-498E-9F16-EE7954E5E3F2}" srcOrd="0" destOrd="0" presId="urn:microsoft.com/office/officeart/2008/layout/LinedList"/>
    <dgm:cxn modelId="{8C929E9A-CCEA-4239-8FFA-DF0091B00C93}" type="presParOf" srcId="{E141F7D0-DBB0-4BF2-BA04-626176C6815E}" destId="{EA98FEC7-D268-4CEA-8D06-324227604274}" srcOrd="1" destOrd="0" presId="urn:microsoft.com/office/officeart/2008/layout/LinedList"/>
    <dgm:cxn modelId="{F25AB203-C66A-4BA0-B3DE-5F0CE5FD94E7}" type="presParOf" srcId="{AC77E754-116A-4FD5-BBAF-FAD614A7E9C2}" destId="{A5ABEB8A-75DE-4C58-86EC-4D1F2398D82E}" srcOrd="2" destOrd="0" presId="urn:microsoft.com/office/officeart/2008/layout/LinedList"/>
    <dgm:cxn modelId="{9EA141AD-FB13-4F25-98C4-F250BB3713AF}" type="presParOf" srcId="{AC77E754-116A-4FD5-BBAF-FAD614A7E9C2}" destId="{C9E4CF2D-5179-4472-B65E-1C059D101E55}" srcOrd="3" destOrd="0" presId="urn:microsoft.com/office/officeart/2008/layout/LinedList"/>
    <dgm:cxn modelId="{CD283D2C-EDB8-418C-8B4B-7EB578404114}" type="presParOf" srcId="{C9E4CF2D-5179-4472-B65E-1C059D101E55}" destId="{F9793DF6-C6C3-4DB8-A644-BDFE6B751200}" srcOrd="0" destOrd="0" presId="urn:microsoft.com/office/officeart/2008/layout/LinedList"/>
    <dgm:cxn modelId="{1D62EAC3-062B-4285-A357-548EDBFD4126}" type="presParOf" srcId="{C9E4CF2D-5179-4472-B65E-1C059D101E55}" destId="{40BBD386-57FC-4738-917E-DD5325F1553A}" srcOrd="1" destOrd="0" presId="urn:microsoft.com/office/officeart/2008/layout/LinedList"/>
    <dgm:cxn modelId="{E6DE5BD6-F554-44E1-ABCC-73F6145DD344}" type="presParOf" srcId="{AC77E754-116A-4FD5-BBAF-FAD614A7E9C2}" destId="{AF2B1BC4-C83D-4133-8BA5-D5B2328EB0FD}" srcOrd="4" destOrd="0" presId="urn:microsoft.com/office/officeart/2008/layout/LinedList"/>
    <dgm:cxn modelId="{482EE40B-6433-4B79-8824-6048E52B5FC4}" type="presParOf" srcId="{AC77E754-116A-4FD5-BBAF-FAD614A7E9C2}" destId="{8DBA2240-3B20-4607-BEAF-CBD2ABEE8844}" srcOrd="5" destOrd="0" presId="urn:microsoft.com/office/officeart/2008/layout/LinedList"/>
    <dgm:cxn modelId="{63400F2E-AEAB-46F2-B598-4200BDA0D3DA}" type="presParOf" srcId="{8DBA2240-3B20-4607-BEAF-CBD2ABEE8844}" destId="{F2460B24-7A7E-4CF1-8CD7-423B74173DF6}" srcOrd="0" destOrd="0" presId="urn:microsoft.com/office/officeart/2008/layout/LinedList"/>
    <dgm:cxn modelId="{C343EA62-E55E-490C-B05B-7FBEB73A9C0C}" type="presParOf" srcId="{8DBA2240-3B20-4607-BEAF-CBD2ABEE8844}" destId="{CE0D64EE-F811-44BE-9E68-B0D1BD33FE64}" srcOrd="1" destOrd="0" presId="urn:microsoft.com/office/officeart/2008/layout/LinedList"/>
    <dgm:cxn modelId="{C47C991E-F45D-4FA1-9B41-0FF58BE9940D}" type="presParOf" srcId="{AC77E754-116A-4FD5-BBAF-FAD614A7E9C2}" destId="{05318428-D999-43DC-85C6-883B91F30235}" srcOrd="6" destOrd="0" presId="urn:microsoft.com/office/officeart/2008/layout/LinedList"/>
    <dgm:cxn modelId="{1A0FA075-E80F-4777-B483-BC53848CA95B}" type="presParOf" srcId="{AC77E754-116A-4FD5-BBAF-FAD614A7E9C2}" destId="{7936B463-22EA-4202-B020-7904B1FF5895}" srcOrd="7" destOrd="0" presId="urn:microsoft.com/office/officeart/2008/layout/LinedList"/>
    <dgm:cxn modelId="{21CC94EE-7B94-4B3F-A5CD-05E0D8812C21}" type="presParOf" srcId="{7936B463-22EA-4202-B020-7904B1FF5895}" destId="{56DB37E4-BF03-4550-A97B-F9F2AC27E68E}" srcOrd="0" destOrd="0" presId="urn:microsoft.com/office/officeart/2008/layout/LinedList"/>
    <dgm:cxn modelId="{034C1496-281D-4C4A-92DB-35632C421995}" type="presParOf" srcId="{7936B463-22EA-4202-B020-7904B1FF5895}" destId="{66EB7047-2BD1-4B0E-8C3B-01146FE8BCC5}" srcOrd="1" destOrd="0" presId="urn:microsoft.com/office/officeart/2008/layout/LinedList"/>
    <dgm:cxn modelId="{1430E16A-2784-4C64-B93E-431B8EAF9812}" type="presParOf" srcId="{AC77E754-116A-4FD5-BBAF-FAD614A7E9C2}" destId="{97580CD0-AC67-4244-BC87-5687691060BF}" srcOrd="8" destOrd="0" presId="urn:microsoft.com/office/officeart/2008/layout/LinedList"/>
    <dgm:cxn modelId="{E86844C5-1FD2-4044-B4BF-76B5987C4384}" type="presParOf" srcId="{AC77E754-116A-4FD5-BBAF-FAD614A7E9C2}" destId="{58E8BF3F-F38E-4DE7-AEB5-1BA8BBE14D2B}" srcOrd="9" destOrd="0" presId="urn:microsoft.com/office/officeart/2008/layout/LinedList"/>
    <dgm:cxn modelId="{07E3D988-2812-4D90-90DF-233AC70A1131}" type="presParOf" srcId="{58E8BF3F-F38E-4DE7-AEB5-1BA8BBE14D2B}" destId="{65A1CFD5-C2C2-4F86-BC3E-B913A012ECED}" srcOrd="0" destOrd="0" presId="urn:microsoft.com/office/officeart/2008/layout/LinedList"/>
    <dgm:cxn modelId="{30247AEE-8B9A-488A-8AF8-464E10783747}" type="presParOf" srcId="{58E8BF3F-F38E-4DE7-AEB5-1BA8BBE14D2B}" destId="{3A7A3BFD-0ECD-4C13-A5AA-26694C21A60E}" srcOrd="1" destOrd="0" presId="urn:microsoft.com/office/officeart/2008/layout/LinedList"/>
    <dgm:cxn modelId="{9EECD7A1-7128-41B7-AE05-8FF7C65BEE0A}" type="presParOf" srcId="{AC77E754-116A-4FD5-BBAF-FAD614A7E9C2}" destId="{920F4E75-21FB-4C16-92CE-E8ED3D4806A2}" srcOrd="10" destOrd="0" presId="urn:microsoft.com/office/officeart/2008/layout/LinedList"/>
    <dgm:cxn modelId="{F8D3017D-D97E-4A38-81C1-A37679B93D5B}" type="presParOf" srcId="{AC77E754-116A-4FD5-BBAF-FAD614A7E9C2}" destId="{34CFC33C-8921-44BB-A2C3-D69CE8762A95}" srcOrd="11" destOrd="0" presId="urn:microsoft.com/office/officeart/2008/layout/LinedList"/>
    <dgm:cxn modelId="{F160452E-38E5-4DF9-9C01-2BC206BF87F3}" type="presParOf" srcId="{34CFC33C-8921-44BB-A2C3-D69CE8762A95}" destId="{C0B9F399-C980-4862-A256-F84AFABCC284}" srcOrd="0" destOrd="0" presId="urn:microsoft.com/office/officeart/2008/layout/LinedList"/>
    <dgm:cxn modelId="{490A44E1-8472-4A6A-AFEE-748446DEB002}" type="presParOf" srcId="{34CFC33C-8921-44BB-A2C3-D69CE8762A95}" destId="{F91BFE2B-5EA1-4466-BF77-F7306749B3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DC2014-8F02-499A-B9F3-8C4A1A6654A8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73BAD-CFEE-4169-BF0A-BA7D2EB4CE2A}">
      <dsp:nvSpPr>
        <dsp:cNvPr id="0" name=""/>
        <dsp:cNvSpPr/>
      </dsp:nvSpPr>
      <dsp:spPr>
        <a:xfrm>
          <a:off x="0" y="675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• Traditionell: Dev &amp; Ops getrennte Teams (Silos)</a:t>
          </a:r>
          <a:endParaRPr lang="en-US" sz="2200" kern="1200"/>
        </a:p>
      </dsp:txBody>
      <dsp:txXfrm>
        <a:off x="0" y="675"/>
        <a:ext cx="5175384" cy="790684"/>
      </dsp:txXfrm>
    </dsp:sp>
    <dsp:sp modelId="{A5805856-C0B7-4CAF-B418-EFB744AD6AA2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accent2">
              <a:hueOff val="780253"/>
              <a:satOff val="-973"/>
              <a:lumOff val="2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5AF14-7E14-4F57-8010-B63DB19623B1}">
      <dsp:nvSpPr>
        <dsp:cNvPr id="0" name=""/>
        <dsp:cNvSpPr/>
      </dsp:nvSpPr>
      <dsp:spPr>
        <a:xfrm>
          <a:off x="0" y="791359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• Dev will: Schnelle neue Features</a:t>
          </a:r>
          <a:endParaRPr lang="en-US" sz="2200" kern="1200"/>
        </a:p>
      </dsp:txBody>
      <dsp:txXfrm>
        <a:off x="0" y="791359"/>
        <a:ext cx="5175384" cy="790684"/>
      </dsp:txXfrm>
    </dsp:sp>
    <dsp:sp modelId="{EE9FE28D-C4F9-4552-88F3-F5270B7F5EA0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3E352-8F47-4094-AACF-43820D652330}">
      <dsp:nvSpPr>
        <dsp:cNvPr id="0" name=""/>
        <dsp:cNvSpPr/>
      </dsp:nvSpPr>
      <dsp:spPr>
        <a:xfrm>
          <a:off x="0" y="1582044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• Ops will: Stabile, sichere Systeme</a:t>
          </a:r>
          <a:endParaRPr lang="en-US" sz="2200" kern="1200"/>
        </a:p>
      </dsp:txBody>
      <dsp:txXfrm>
        <a:off x="0" y="1582044"/>
        <a:ext cx="5175384" cy="790684"/>
      </dsp:txXfrm>
    </dsp:sp>
    <dsp:sp modelId="{A77827CD-46FA-47C2-B802-90E879587F8B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C2D55-ACAD-4B08-B409-B75863164E7C}">
      <dsp:nvSpPr>
        <dsp:cNvPr id="0" name=""/>
        <dsp:cNvSpPr/>
      </dsp:nvSpPr>
      <dsp:spPr>
        <a:xfrm>
          <a:off x="0" y="2372728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• Konflikt: "Works on my machine" vs. Production</a:t>
          </a:r>
          <a:endParaRPr lang="en-US" sz="2200" kern="1200"/>
        </a:p>
      </dsp:txBody>
      <dsp:txXfrm>
        <a:off x="0" y="2372728"/>
        <a:ext cx="5175384" cy="790684"/>
      </dsp:txXfrm>
    </dsp:sp>
    <dsp:sp modelId="{D09C9A31-71DE-4C66-A8C8-DFF731799C17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DD8D3-CF53-455F-8C42-AEE43382A648}">
      <dsp:nvSpPr>
        <dsp:cNvPr id="0" name=""/>
        <dsp:cNvSpPr/>
      </dsp:nvSpPr>
      <dsp:spPr>
        <a:xfrm>
          <a:off x="0" y="3163412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• Lange Release-Zyklen (Monate/Jahre)</a:t>
          </a:r>
          <a:endParaRPr lang="en-US" sz="2200" kern="1200"/>
        </a:p>
      </dsp:txBody>
      <dsp:txXfrm>
        <a:off x="0" y="3163412"/>
        <a:ext cx="5175384" cy="790684"/>
      </dsp:txXfrm>
    </dsp:sp>
    <dsp:sp modelId="{B5B961CD-6458-4081-8FBC-C44C2EB505D3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accent2">
              <a:hueOff val="3901266"/>
              <a:satOff val="-4866"/>
              <a:lumOff val="11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A457F-DF17-43D6-99E8-2ACD3882E368}">
      <dsp:nvSpPr>
        <dsp:cNvPr id="0" name=""/>
        <dsp:cNvSpPr/>
      </dsp:nvSpPr>
      <dsp:spPr>
        <a:xfrm>
          <a:off x="0" y="3954096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• Manuelle Deployments → Fehleranfällig</a:t>
          </a:r>
          <a:endParaRPr lang="en-US" sz="2200" kern="1200"/>
        </a:p>
      </dsp:txBody>
      <dsp:txXfrm>
        <a:off x="0" y="3954096"/>
        <a:ext cx="5175384" cy="790684"/>
      </dsp:txXfrm>
    </dsp:sp>
    <dsp:sp modelId="{2B32AE5F-71E7-43A9-A735-A6728C005A12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D6FCA-706F-4247-8DAE-D48BE6658968}">
      <dsp:nvSpPr>
        <dsp:cNvPr id="0" name=""/>
        <dsp:cNvSpPr/>
      </dsp:nvSpPr>
      <dsp:spPr>
        <a:xfrm>
          <a:off x="0" y="4744781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• Entstehung: ~2008-2009 (Begriff von Patrick Debois)</a:t>
          </a:r>
          <a:endParaRPr lang="en-US" sz="2200" kern="1200"/>
        </a:p>
      </dsp:txBody>
      <dsp:txXfrm>
        <a:off x="0" y="4744781"/>
        <a:ext cx="5175384" cy="7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AA05C-62D1-4225-94F1-843CD757719B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9B82E-DE39-4979-A3B9-89D4811361B3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Development + Operations vereint</a:t>
          </a:r>
          <a:endParaRPr lang="en-US" sz="2500" kern="1200"/>
        </a:p>
      </dsp:txBody>
      <dsp:txXfrm>
        <a:off x="0" y="2703"/>
        <a:ext cx="5175384" cy="921789"/>
      </dsp:txXfrm>
    </dsp:sp>
    <dsp:sp modelId="{F4D0C66A-45C7-4AD6-83F4-1E9F41624E91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D62DE-5A08-456B-98C0-094F82DA608B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Kulturwandel + Methoden + Tools</a:t>
          </a:r>
          <a:endParaRPr lang="en-US" sz="2500" kern="1200"/>
        </a:p>
      </dsp:txBody>
      <dsp:txXfrm>
        <a:off x="0" y="924492"/>
        <a:ext cx="5175384" cy="921789"/>
      </dsp:txXfrm>
    </dsp:sp>
    <dsp:sp modelId="{B618C934-004A-45D9-9476-C1349C4FBB9C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79B4D-0511-4551-96A2-FBE14014319F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Ziel: Schneller von Code → Production</a:t>
          </a:r>
          <a:endParaRPr lang="en-US" sz="2500" kern="1200"/>
        </a:p>
      </dsp:txBody>
      <dsp:txXfrm>
        <a:off x="0" y="1846281"/>
        <a:ext cx="5175384" cy="921789"/>
      </dsp:txXfrm>
    </dsp:sp>
    <dsp:sp modelId="{100CFA0C-2C40-4C13-9CF5-99646117ECD9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7CD9C-0FF0-484E-ADE9-3852DEEC2A2D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Automatisierung des gesamten Lifecycles</a:t>
          </a:r>
          <a:endParaRPr lang="en-US" sz="2500" kern="1200"/>
        </a:p>
      </dsp:txBody>
      <dsp:txXfrm>
        <a:off x="0" y="2768070"/>
        <a:ext cx="5175384" cy="921789"/>
      </dsp:txXfrm>
    </dsp:sp>
    <dsp:sp modelId="{1A54D40C-8C92-447E-96A2-073BAA20D6A8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F8951-084D-4C8C-87F5-C53F927FAC23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Gemeinsame Verantwortung für das Produkt</a:t>
          </a:r>
          <a:endParaRPr lang="en-US" sz="2500" kern="1200"/>
        </a:p>
      </dsp:txBody>
      <dsp:txXfrm>
        <a:off x="0" y="3689859"/>
        <a:ext cx="5175384" cy="921789"/>
      </dsp:txXfrm>
    </dsp:sp>
    <dsp:sp modelId="{38788BC4-59B7-4746-B358-B59241CE6355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307D2-5D16-4EF9-9911-C6984A57DAD0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"You build it, you run it"</a:t>
          </a:r>
          <a:endParaRPr lang="en-US" sz="2500" kern="1200"/>
        </a:p>
      </dsp:txBody>
      <dsp:txXfrm>
        <a:off x="0" y="4611648"/>
        <a:ext cx="5175384" cy="921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94ABA-B272-4780-B093-E4F1FAD52310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D5A33-C4C7-498E-9F16-EE7954E5E3F2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CI/CD: Continuous Integration/Deployment</a:t>
          </a:r>
          <a:endParaRPr lang="en-US" sz="2500" kern="1200"/>
        </a:p>
      </dsp:txBody>
      <dsp:txXfrm>
        <a:off x="0" y="2703"/>
        <a:ext cx="5175384" cy="921789"/>
      </dsp:txXfrm>
    </dsp:sp>
    <dsp:sp modelId="{A5ABEB8A-75DE-4C58-86EC-4D1F2398D82E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93DF6-C6C3-4DB8-A644-BDFE6B751200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Automatisierung: Build, Test, Deploy</a:t>
          </a:r>
          <a:endParaRPr lang="en-US" sz="2500" kern="1200"/>
        </a:p>
      </dsp:txBody>
      <dsp:txXfrm>
        <a:off x="0" y="924492"/>
        <a:ext cx="5175384" cy="921789"/>
      </dsp:txXfrm>
    </dsp:sp>
    <dsp:sp modelId="{AF2B1BC4-C83D-4133-8BA5-D5B2328EB0FD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60B24-7A7E-4CF1-8CD7-423B74173DF6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Infrastructure as Code (IaC)</a:t>
          </a:r>
          <a:endParaRPr lang="en-US" sz="2500" kern="1200"/>
        </a:p>
      </dsp:txBody>
      <dsp:txXfrm>
        <a:off x="0" y="1846281"/>
        <a:ext cx="5175384" cy="921789"/>
      </dsp:txXfrm>
    </dsp:sp>
    <dsp:sp modelId="{05318428-D999-43DC-85C6-883B91F30235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B37E4-BF03-4550-A97B-F9F2AC27E68E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Monitoring &amp; Feedback: Prometheus, Grafana</a:t>
          </a:r>
          <a:endParaRPr lang="en-US" sz="2500" kern="1200"/>
        </a:p>
      </dsp:txBody>
      <dsp:txXfrm>
        <a:off x="0" y="2768070"/>
        <a:ext cx="5175384" cy="921789"/>
      </dsp:txXfrm>
    </dsp:sp>
    <dsp:sp modelId="{97580CD0-AC67-4244-BC87-5687691060BF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1CFD5-C2C2-4F86-BC3E-B913A012ECED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Collaboration: Shared Ownership</a:t>
          </a:r>
          <a:endParaRPr lang="en-US" sz="2500" kern="1200"/>
        </a:p>
      </dsp:txBody>
      <dsp:txXfrm>
        <a:off x="0" y="3689859"/>
        <a:ext cx="5175384" cy="921789"/>
      </dsp:txXfrm>
    </dsp:sp>
    <dsp:sp modelId="{920F4E75-21FB-4C16-92CE-E8ED3D4806A2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9F399-C980-4862-A256-F84AFABCC284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• Iterativ: Kleine, häufige Releases</a:t>
          </a:r>
          <a:endParaRPr lang="en-US" sz="2500" kern="1200"/>
        </a:p>
      </dsp:txBody>
      <dsp:txXfrm>
        <a:off x="0" y="4611648"/>
        <a:ext cx="5175384" cy="92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06AA7-272B-49C3-9780-71690071F42A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3513E-B0E3-42A3-9269-0C553C2CE9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199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3513E-B0E3-42A3-9269-0C553C2CE94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92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de-DE" sz="5700"/>
              <a:t>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de-DE"/>
              <a:t>Ein Überblick über Konzepte, Probleme und Vorteile</a:t>
            </a:r>
          </a:p>
        </p:txBody>
      </p:sp>
      <p:sp>
        <p:nvSpPr>
          <p:cNvPr id="6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de-DE" sz="4700" dirty="0"/>
              <a:t>Das Problem – Warum </a:t>
            </a:r>
            <a:r>
              <a:rPr lang="de-DE" sz="4700"/>
              <a:t>DevOps</a:t>
            </a:r>
            <a:r>
              <a:rPr lang="de-DE" sz="4700" dirty="0"/>
              <a:t>?</a:t>
            </a:r>
          </a:p>
        </p:txBody>
      </p:sp>
      <p:sp>
        <p:nvSpPr>
          <p:cNvPr id="5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46449FFE-C2C5-7D6C-5D15-520B2B7B02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13585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de-DE" sz="4700"/>
              <a:t>Was ist DevOps?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6B4A86A1-E204-721E-2B71-C17713B088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56536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3" name="Rectangle 37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de-DE" sz="3300"/>
              <a:t>Kernkonzepte</a:t>
            </a:r>
          </a:p>
        </p:txBody>
      </p:sp>
      <p:sp>
        <p:nvSpPr>
          <p:cNvPr id="37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9" name="Content Placeholder 2">
            <a:extLst>
              <a:ext uri="{FF2B5EF4-FFF2-40B4-BE49-F238E27FC236}">
                <a16:creationId xmlns:a16="http://schemas.microsoft.com/office/drawing/2014/main" id="{0096914D-F99C-78DA-0EE0-D2C4E412B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75617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162D51-D46F-B2B9-BD28-FC31FF85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1"/>
            <a:ext cx="818223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Vor- und Nachteile</a:t>
            </a: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2343912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19592F8-2350-F1FE-5898-494C94FC8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542029"/>
              </p:ext>
            </p:extLst>
          </p:nvPr>
        </p:nvGraphicFramePr>
        <p:xfrm>
          <a:off x="240030" y="3289660"/>
          <a:ext cx="8661657" cy="2771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58752">
                  <a:extLst>
                    <a:ext uri="{9D8B030D-6E8A-4147-A177-3AD203B41FA5}">
                      <a16:colId xmlns:a16="http://schemas.microsoft.com/office/drawing/2014/main" val="1375879194"/>
                    </a:ext>
                  </a:extLst>
                </a:gridCol>
                <a:gridCol w="2291590">
                  <a:extLst>
                    <a:ext uri="{9D8B030D-6E8A-4147-A177-3AD203B41FA5}">
                      <a16:colId xmlns:a16="http://schemas.microsoft.com/office/drawing/2014/main" val="4143595769"/>
                    </a:ext>
                  </a:extLst>
                </a:gridCol>
                <a:gridCol w="1844025">
                  <a:extLst>
                    <a:ext uri="{9D8B030D-6E8A-4147-A177-3AD203B41FA5}">
                      <a16:colId xmlns:a16="http://schemas.microsoft.com/office/drawing/2014/main" val="3386587986"/>
                    </a:ext>
                  </a:extLst>
                </a:gridCol>
                <a:gridCol w="2867290">
                  <a:extLst>
                    <a:ext uri="{9D8B030D-6E8A-4147-A177-3AD203B41FA5}">
                      <a16:colId xmlns:a16="http://schemas.microsoft.com/office/drawing/2014/main" val="3251559294"/>
                    </a:ext>
                  </a:extLst>
                </a:gridCol>
              </a:tblGrid>
              <a:tr h="36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all" spc="60">
                          <a:solidFill>
                            <a:schemeClr val="tx1"/>
                          </a:solidFill>
                        </a:rPr>
                        <a:t>Kriterium</a:t>
                      </a:r>
                    </a:p>
                  </a:txBody>
                  <a:tcPr marL="81285" marR="57298" marT="59571" marB="59571" anchor="b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all" spc="60">
                          <a:solidFill>
                            <a:schemeClr val="tx1"/>
                          </a:solidFill>
                        </a:rPr>
                        <a:t>Wasserfall</a:t>
                      </a:r>
                    </a:p>
                  </a:txBody>
                  <a:tcPr marL="81285" marR="57298" marT="59571" marB="595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all" spc="60">
                          <a:solidFill>
                            <a:schemeClr val="tx1"/>
                          </a:solidFill>
                        </a:rPr>
                        <a:t>Agile</a:t>
                      </a:r>
                    </a:p>
                  </a:txBody>
                  <a:tcPr marL="81285" marR="57298" marT="59571" marB="595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cap="all" spc="60">
                          <a:solidFill>
                            <a:schemeClr val="tx1"/>
                          </a:solidFill>
                        </a:rPr>
                        <a:t>DevOps</a:t>
                      </a:r>
                    </a:p>
                  </a:txBody>
                  <a:tcPr marL="81285" marR="57298" marT="59571" marB="59571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21089"/>
                  </a:ext>
                </a:extLst>
              </a:tr>
              <a:tr h="366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Flexibilität</a:t>
                      </a:r>
                    </a:p>
                  </a:txBody>
                  <a:tcPr marL="81285" marR="57298" marT="62527" marB="5957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Gering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Hoch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Sehr hoch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411405"/>
                  </a:ext>
                </a:extLst>
              </a:tr>
              <a:tr h="366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Geschwindigkeit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Langsam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Schnell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Sehr schnell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405193"/>
                  </a:ext>
                </a:extLst>
              </a:tr>
              <a:tr h="366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Zusammenarbeit</a:t>
                      </a:r>
                    </a:p>
                  </a:txBody>
                  <a:tcPr marL="81285" marR="57298" marT="62527" marB="5957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Gering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Gut im Team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Sehr gut teamübergreifend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63806"/>
                  </a:ext>
                </a:extLst>
              </a:tr>
              <a:tr h="366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Automatisierung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Kaum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Teilweise (Tests)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Vollständig (Build, Test, Deploy)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327077"/>
                  </a:ext>
                </a:extLst>
              </a:tr>
              <a:tr h="57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Fokus</a:t>
                      </a:r>
                    </a:p>
                  </a:txBody>
                  <a:tcPr marL="81285" marR="57298" marT="62527" marB="59571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Planung und Dokumentation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Produkt und Feedback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Produkt + Betrieb + Automatisierung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976459"/>
                  </a:ext>
                </a:extLst>
              </a:tr>
              <a:tr h="366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Kultur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Abteilungsgetrennt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Teamorientiert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cap="none" spc="0">
                          <a:solidFill>
                            <a:schemeClr val="tx1"/>
                          </a:solidFill>
                        </a:rPr>
                        <a:t>Gesamtorganisationsorientiert</a:t>
                      </a:r>
                    </a:p>
                  </a:txBody>
                  <a:tcPr marL="81285" marR="57298" marT="62527" marB="595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900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80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Bildschirmpräsentation (4:3)</PresentationFormat>
  <Paragraphs>54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DevOps</vt:lpstr>
      <vt:lpstr>Das Problem – Warum DevOps?</vt:lpstr>
      <vt:lpstr>Was ist DevOps?</vt:lpstr>
      <vt:lpstr>Kernkonzepte</vt:lpstr>
      <vt:lpstr>Vor- und Nachteile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Farid Khusnutdinov</cp:lastModifiedBy>
  <cp:revision>4</cp:revision>
  <dcterms:created xsi:type="dcterms:W3CDTF">2013-01-27T09:14:16Z</dcterms:created>
  <dcterms:modified xsi:type="dcterms:W3CDTF">2025-11-02T14:32:15Z</dcterms:modified>
  <cp:category/>
</cp:coreProperties>
</file>